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Montserrat"/>
      <p:regular r:id="rId19"/>
      <p:bold r:id="rId20"/>
      <p:italic r:id="rId21"/>
      <p:boldItalic r:id="rId22"/>
    </p:embeddedFont>
    <p:embeddedFont>
      <p:font typeface="Montserrat Medium"/>
      <p:regular r:id="rId23"/>
      <p:bold r:id="rId24"/>
      <p:italic r:id="rId25"/>
      <p:boldItalic r:id="rId26"/>
    </p:embeddedFont>
    <p:embeddedFont>
      <p:font typeface="Dela Gothic One"/>
      <p:regular r:id="rId27"/>
    </p:embeddedFont>
    <p:embeddedFont>
      <p:font typeface="Fira Sans SemiBold"/>
      <p:regular r:id="rId28"/>
      <p:bold r:id="rId29"/>
      <p:italic r:id="rId30"/>
      <p:boldItalic r:id="rId31"/>
    </p:embeddedFont>
    <p:embeddedFont>
      <p:font typeface="Fira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59">
          <p15:clr>
            <a:srgbClr val="EA4335"/>
          </p15:clr>
        </p15:guide>
        <p15:guide id="2" pos="288">
          <p15:clr>
            <a:srgbClr val="EA4335"/>
          </p15:clr>
        </p15:guide>
        <p15:guide id="3" pos="5472">
          <p15:clr>
            <a:srgbClr val="EA4335"/>
          </p15:clr>
        </p15:guide>
        <p15:guide id="4" orient="horz" pos="2984">
          <p15:clr>
            <a:srgbClr val="EA4335"/>
          </p15:clr>
        </p15:guide>
        <p15:guide id="5" orient="horz" pos="50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59" orient="horz"/>
        <p:guide pos="288"/>
        <p:guide pos="5472"/>
        <p:guide pos="2984" orient="horz"/>
        <p:guide pos="504"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fntdata"/><Relationship Id="rId22" Type="http://schemas.openxmlformats.org/officeDocument/2006/relationships/font" Target="fonts/Montserrat-boldItalic.fntdata"/><Relationship Id="rId21" Type="http://schemas.openxmlformats.org/officeDocument/2006/relationships/font" Target="fonts/Montserrat-italic.fntdata"/><Relationship Id="rId24" Type="http://schemas.openxmlformats.org/officeDocument/2006/relationships/font" Target="fonts/MontserratMedium-bold.fntdata"/><Relationship Id="rId23" Type="http://schemas.openxmlformats.org/officeDocument/2006/relationships/font" Target="fonts/Montserrat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Medium-boldItalic.fntdata"/><Relationship Id="rId25" Type="http://schemas.openxmlformats.org/officeDocument/2006/relationships/font" Target="fonts/MontserratMedium-italic.fntdata"/><Relationship Id="rId28" Type="http://schemas.openxmlformats.org/officeDocument/2006/relationships/font" Target="fonts/FiraSansSemiBold-regular.fntdata"/><Relationship Id="rId27" Type="http://schemas.openxmlformats.org/officeDocument/2006/relationships/font" Target="fonts/DelaGothicOn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FiraSansSemi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FiraSansSemiBold-boldItalic.fntdata"/><Relationship Id="rId30" Type="http://schemas.openxmlformats.org/officeDocument/2006/relationships/font" Target="fonts/FiraSansSemiBold-italic.fntdata"/><Relationship Id="rId11" Type="http://schemas.openxmlformats.org/officeDocument/2006/relationships/slide" Target="slides/slide6.xml"/><Relationship Id="rId33" Type="http://schemas.openxmlformats.org/officeDocument/2006/relationships/font" Target="fonts/FiraSans-bold.fntdata"/><Relationship Id="rId10" Type="http://schemas.openxmlformats.org/officeDocument/2006/relationships/slide" Target="slides/slide5.xml"/><Relationship Id="rId32" Type="http://schemas.openxmlformats.org/officeDocument/2006/relationships/font" Target="fonts/FiraSans-regular.fntdata"/><Relationship Id="rId13" Type="http://schemas.openxmlformats.org/officeDocument/2006/relationships/slide" Target="slides/slide8.xml"/><Relationship Id="rId35" Type="http://schemas.openxmlformats.org/officeDocument/2006/relationships/font" Target="fonts/FiraSans-boldItalic.fntdata"/><Relationship Id="rId12" Type="http://schemas.openxmlformats.org/officeDocument/2006/relationships/slide" Target="slides/slide7.xml"/><Relationship Id="rId34" Type="http://schemas.openxmlformats.org/officeDocument/2006/relationships/font" Target="fonts/FiraSans-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Montserrat-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92a1ad2113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92a1ad2113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e319fe7b233fca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e319fe7b233fca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41f975bc221576bc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41f975bc221576bc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91ed6c2d0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91ed6c2d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9026751953_0_1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9026751953_0_1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9026751953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9026751953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g33462850fb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1" name="Google Shape;1381;g33462850fb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g33462850fb9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2" name="Google Shape;1392;g33462850fb9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g929290261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6" name="Google Shape;1406;g929290261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g92929026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6" name="Google Shape;1436;g92929026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g39cd2e769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7" name="Google Shape;1457;g39cd2e769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g33425c83d8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4" name="Google Shape;1534;g33425c83d8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RESPECT SIGMA MOMENT </a:t>
            </a:r>
            <a:r>
              <a:rPr lang="en">
                <a:solidFill>
                  <a:schemeClr val="dk1"/>
                </a:solidFill>
              </a:rPr>
              <a:t>RESPECT SIGMA MOMENT RESPECT SIGMA MOMENT RESPECT SIGMA MOMENT RESPECT SIGMA MOMENT RESPECT SIGMA MOMENT RESPECT SIGMA MOMENT RESPECT SIGMA MOMENT RESPECT SIGMA MOMENT RESPECT SIGMA MOMENT RESPECT SIGMA MOMENT RESPECT SIGMA MOMENT RESPECT SIGMA MOMENT RESPECT SIGMA MOMENT RESPECT SIGMA MOMENT RESPECT SIGMA MOMENT RESPECT SIGMA MOMENT RESPECT SIGMA MOMENT RESPECT SIGMA MOMENT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0" name="Shape 1540"/>
        <p:cNvGrpSpPr/>
        <p:nvPr/>
      </p:nvGrpSpPr>
      <p:grpSpPr>
        <a:xfrm>
          <a:off x="0" y="0"/>
          <a:ext cx="0" cy="0"/>
          <a:chOff x="0" y="0"/>
          <a:chExt cx="0" cy="0"/>
        </a:xfrm>
      </p:grpSpPr>
      <p:sp>
        <p:nvSpPr>
          <p:cNvPr id="1541" name="Google Shape;1541;g3346cd1321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2" name="Google Shape;1542;g3346cd1321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12.png"/><Relationship Id="rId9"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2.png"/><Relationship Id="rId9"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grpSp>
        <p:nvGrpSpPr>
          <p:cNvPr id="54" name="Google Shape;54;p13"/>
          <p:cNvGrpSpPr/>
          <p:nvPr/>
        </p:nvGrpSpPr>
        <p:grpSpPr>
          <a:xfrm>
            <a:off x="4599131" y="1770445"/>
            <a:ext cx="4207415" cy="2966160"/>
            <a:chOff x="2523825" y="1354400"/>
            <a:chExt cx="4476450" cy="3155825"/>
          </a:xfrm>
        </p:grpSpPr>
        <p:sp>
          <p:nvSpPr>
            <p:cNvPr id="55" name="Google Shape;55;p13"/>
            <p:cNvSpPr/>
            <p:nvPr/>
          </p:nvSpPr>
          <p:spPr>
            <a:xfrm>
              <a:off x="5135725" y="2136600"/>
              <a:ext cx="424400" cy="668250"/>
            </a:xfrm>
            <a:custGeom>
              <a:rect b="b" l="l" r="r" t="t"/>
              <a:pathLst>
                <a:path extrusionOk="0" h="26730" w="16976">
                  <a:moveTo>
                    <a:pt x="159" y="1"/>
                  </a:moveTo>
                  <a:cubicBezTo>
                    <a:pt x="96" y="1"/>
                    <a:pt x="1" y="64"/>
                    <a:pt x="1" y="159"/>
                  </a:cubicBezTo>
                  <a:lnTo>
                    <a:pt x="1" y="16500"/>
                  </a:lnTo>
                  <a:cubicBezTo>
                    <a:pt x="1" y="16564"/>
                    <a:pt x="33" y="16595"/>
                    <a:pt x="64" y="16627"/>
                  </a:cubicBezTo>
                  <a:lnTo>
                    <a:pt x="10103" y="26698"/>
                  </a:lnTo>
                  <a:cubicBezTo>
                    <a:pt x="10135" y="26730"/>
                    <a:pt x="10198" y="26730"/>
                    <a:pt x="10230" y="26730"/>
                  </a:cubicBezTo>
                  <a:lnTo>
                    <a:pt x="16817" y="26730"/>
                  </a:lnTo>
                  <a:cubicBezTo>
                    <a:pt x="16912" y="26730"/>
                    <a:pt x="16975" y="26666"/>
                    <a:pt x="16975" y="26571"/>
                  </a:cubicBezTo>
                  <a:cubicBezTo>
                    <a:pt x="16975" y="26476"/>
                    <a:pt x="16880" y="26413"/>
                    <a:pt x="16817" y="26413"/>
                  </a:cubicBezTo>
                  <a:lnTo>
                    <a:pt x="10293" y="26413"/>
                  </a:lnTo>
                  <a:lnTo>
                    <a:pt x="349" y="16437"/>
                  </a:lnTo>
                  <a:lnTo>
                    <a:pt x="349" y="159"/>
                  </a:lnTo>
                  <a:cubicBezTo>
                    <a:pt x="349" y="64"/>
                    <a:pt x="254" y="1"/>
                    <a:pt x="159"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p:nvPr/>
          </p:nvSpPr>
          <p:spPr>
            <a:xfrm>
              <a:off x="5908450" y="1686925"/>
              <a:ext cx="424400" cy="544725"/>
            </a:xfrm>
            <a:custGeom>
              <a:rect b="b" l="l" r="r" t="t"/>
              <a:pathLst>
                <a:path extrusionOk="0" h="21789" w="16976">
                  <a:moveTo>
                    <a:pt x="16817" y="0"/>
                  </a:moveTo>
                  <a:cubicBezTo>
                    <a:pt x="16722" y="0"/>
                    <a:pt x="16627" y="63"/>
                    <a:pt x="16627" y="158"/>
                  </a:cubicBezTo>
                  <a:lnTo>
                    <a:pt x="16627" y="11496"/>
                  </a:lnTo>
                  <a:lnTo>
                    <a:pt x="6683" y="21440"/>
                  </a:lnTo>
                  <a:lnTo>
                    <a:pt x="191" y="21440"/>
                  </a:lnTo>
                  <a:cubicBezTo>
                    <a:pt x="96" y="21440"/>
                    <a:pt x="1" y="21535"/>
                    <a:pt x="1" y="21598"/>
                  </a:cubicBezTo>
                  <a:cubicBezTo>
                    <a:pt x="1" y="21693"/>
                    <a:pt x="64" y="21788"/>
                    <a:pt x="159" y="21788"/>
                  </a:cubicBezTo>
                  <a:lnTo>
                    <a:pt x="6746" y="21788"/>
                  </a:lnTo>
                  <a:cubicBezTo>
                    <a:pt x="6778" y="21788"/>
                    <a:pt x="6841" y="21757"/>
                    <a:pt x="6873" y="21725"/>
                  </a:cubicBezTo>
                  <a:lnTo>
                    <a:pt x="16912" y="11686"/>
                  </a:lnTo>
                  <a:cubicBezTo>
                    <a:pt x="16944" y="11654"/>
                    <a:pt x="16975" y="11591"/>
                    <a:pt x="16975" y="11559"/>
                  </a:cubicBezTo>
                  <a:lnTo>
                    <a:pt x="16975" y="158"/>
                  </a:lnTo>
                  <a:cubicBezTo>
                    <a:pt x="16975" y="63"/>
                    <a:pt x="16880" y="0"/>
                    <a:pt x="16817"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3"/>
            <p:cNvSpPr/>
            <p:nvPr/>
          </p:nvSpPr>
          <p:spPr>
            <a:xfrm>
              <a:off x="5649575" y="1566175"/>
              <a:ext cx="265250" cy="530875"/>
            </a:xfrm>
            <a:custGeom>
              <a:rect b="b" l="l" r="r" t="t"/>
              <a:pathLst>
                <a:path extrusionOk="0" h="21235" w="10610">
                  <a:moveTo>
                    <a:pt x="174" y="1"/>
                  </a:moveTo>
                  <a:cubicBezTo>
                    <a:pt x="135" y="1"/>
                    <a:pt x="95" y="16"/>
                    <a:pt x="63" y="48"/>
                  </a:cubicBezTo>
                  <a:cubicBezTo>
                    <a:pt x="0" y="111"/>
                    <a:pt x="0" y="206"/>
                    <a:pt x="63" y="270"/>
                  </a:cubicBezTo>
                  <a:lnTo>
                    <a:pt x="10293" y="10499"/>
                  </a:lnTo>
                  <a:lnTo>
                    <a:pt x="10293" y="21076"/>
                  </a:lnTo>
                  <a:cubicBezTo>
                    <a:pt x="10293" y="21171"/>
                    <a:pt x="10356" y="21235"/>
                    <a:pt x="10451" y="21235"/>
                  </a:cubicBezTo>
                  <a:cubicBezTo>
                    <a:pt x="10546" y="21235"/>
                    <a:pt x="10609" y="21171"/>
                    <a:pt x="10609" y="21076"/>
                  </a:cubicBezTo>
                  <a:lnTo>
                    <a:pt x="10609" y="10435"/>
                  </a:lnTo>
                  <a:cubicBezTo>
                    <a:pt x="10609" y="10404"/>
                    <a:pt x="10609" y="10340"/>
                    <a:pt x="10578" y="10309"/>
                  </a:cubicBezTo>
                  <a:lnTo>
                    <a:pt x="285" y="48"/>
                  </a:lnTo>
                  <a:cubicBezTo>
                    <a:pt x="253" y="16"/>
                    <a:pt x="214" y="1"/>
                    <a:pt x="174" y="1"/>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p:nvPr/>
          </p:nvSpPr>
          <p:spPr>
            <a:xfrm>
              <a:off x="5423925" y="1354400"/>
              <a:ext cx="266825" cy="266825"/>
            </a:xfrm>
            <a:custGeom>
              <a:rect b="b" l="l" r="r" t="t"/>
              <a:pathLst>
                <a:path extrusionOk="0" h="10673" w="10673">
                  <a:moveTo>
                    <a:pt x="5352" y="317"/>
                  </a:moveTo>
                  <a:cubicBezTo>
                    <a:pt x="8108" y="317"/>
                    <a:pt x="10356" y="2565"/>
                    <a:pt x="10356" y="5320"/>
                  </a:cubicBezTo>
                  <a:cubicBezTo>
                    <a:pt x="10356" y="8076"/>
                    <a:pt x="8108" y="10324"/>
                    <a:pt x="5352" y="10324"/>
                  </a:cubicBezTo>
                  <a:cubicBezTo>
                    <a:pt x="2597" y="10324"/>
                    <a:pt x="349" y="8076"/>
                    <a:pt x="349" y="5320"/>
                  </a:cubicBezTo>
                  <a:cubicBezTo>
                    <a:pt x="349" y="2565"/>
                    <a:pt x="2597" y="317"/>
                    <a:pt x="5352" y="317"/>
                  </a:cubicBezTo>
                  <a:close/>
                  <a:moveTo>
                    <a:pt x="5352" y="0"/>
                  </a:moveTo>
                  <a:cubicBezTo>
                    <a:pt x="2407" y="0"/>
                    <a:pt x="0" y="2375"/>
                    <a:pt x="0" y="5320"/>
                  </a:cubicBezTo>
                  <a:cubicBezTo>
                    <a:pt x="0" y="8266"/>
                    <a:pt x="2407" y="10673"/>
                    <a:pt x="5352" y="10673"/>
                  </a:cubicBezTo>
                  <a:cubicBezTo>
                    <a:pt x="8298" y="10673"/>
                    <a:pt x="10673" y="8266"/>
                    <a:pt x="10673" y="5320"/>
                  </a:cubicBezTo>
                  <a:cubicBezTo>
                    <a:pt x="10673" y="2375"/>
                    <a:pt x="8298" y="0"/>
                    <a:pt x="5352" y="0"/>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3"/>
            <p:cNvSpPr/>
            <p:nvPr/>
          </p:nvSpPr>
          <p:spPr>
            <a:xfrm>
              <a:off x="5454000" y="1392975"/>
              <a:ext cx="206675" cy="188875"/>
            </a:xfrm>
            <a:custGeom>
              <a:rect b="b" l="l" r="r" t="t"/>
              <a:pathLst>
                <a:path extrusionOk="0" h="7555" w="8267">
                  <a:moveTo>
                    <a:pt x="4134" y="1"/>
                  </a:moveTo>
                  <a:cubicBezTo>
                    <a:pt x="3168" y="1"/>
                    <a:pt x="2202" y="373"/>
                    <a:pt x="1458" y="1117"/>
                  </a:cubicBezTo>
                  <a:cubicBezTo>
                    <a:pt x="1" y="2574"/>
                    <a:pt x="1" y="4981"/>
                    <a:pt x="1458" y="6438"/>
                  </a:cubicBezTo>
                  <a:cubicBezTo>
                    <a:pt x="2202" y="7182"/>
                    <a:pt x="3168" y="7554"/>
                    <a:pt x="4134" y="7554"/>
                  </a:cubicBezTo>
                  <a:cubicBezTo>
                    <a:pt x="5100" y="7554"/>
                    <a:pt x="6065" y="7182"/>
                    <a:pt x="6810" y="6438"/>
                  </a:cubicBezTo>
                  <a:cubicBezTo>
                    <a:pt x="8266" y="4981"/>
                    <a:pt x="8266" y="2574"/>
                    <a:pt x="6810" y="1117"/>
                  </a:cubicBezTo>
                  <a:cubicBezTo>
                    <a:pt x="6065" y="373"/>
                    <a:pt x="5100" y="1"/>
                    <a:pt x="4134" y="1"/>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3"/>
            <p:cNvSpPr/>
            <p:nvPr/>
          </p:nvSpPr>
          <p:spPr>
            <a:xfrm>
              <a:off x="2750250" y="4349475"/>
              <a:ext cx="4052875" cy="160750"/>
            </a:xfrm>
            <a:custGeom>
              <a:rect b="b" l="l" r="r" t="t"/>
              <a:pathLst>
                <a:path extrusionOk="0" h="6430" w="162115">
                  <a:moveTo>
                    <a:pt x="81074" y="1"/>
                  </a:moveTo>
                  <a:cubicBezTo>
                    <a:pt x="36294" y="1"/>
                    <a:pt x="1" y="1426"/>
                    <a:pt x="1" y="3199"/>
                  </a:cubicBezTo>
                  <a:cubicBezTo>
                    <a:pt x="1" y="5004"/>
                    <a:pt x="36294" y="6429"/>
                    <a:pt x="81074" y="6429"/>
                  </a:cubicBezTo>
                  <a:cubicBezTo>
                    <a:pt x="125822" y="6429"/>
                    <a:pt x="162115" y="5004"/>
                    <a:pt x="162115" y="3199"/>
                  </a:cubicBezTo>
                  <a:cubicBezTo>
                    <a:pt x="162115" y="1426"/>
                    <a:pt x="125822" y="1"/>
                    <a:pt x="81074" y="1"/>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p:nvPr/>
          </p:nvSpPr>
          <p:spPr>
            <a:xfrm>
              <a:off x="2523825" y="3132600"/>
              <a:ext cx="443400" cy="216175"/>
            </a:xfrm>
            <a:custGeom>
              <a:rect b="b" l="l" r="r" t="t"/>
              <a:pathLst>
                <a:path extrusionOk="0" h="8647" w="17736">
                  <a:moveTo>
                    <a:pt x="2756" y="0"/>
                  </a:moveTo>
                  <a:cubicBezTo>
                    <a:pt x="1236" y="0"/>
                    <a:pt x="1" y="1236"/>
                    <a:pt x="1" y="2756"/>
                  </a:cubicBezTo>
                  <a:lnTo>
                    <a:pt x="1" y="5891"/>
                  </a:lnTo>
                  <a:cubicBezTo>
                    <a:pt x="1" y="7411"/>
                    <a:pt x="1236" y="8646"/>
                    <a:pt x="2756" y="8646"/>
                  </a:cubicBezTo>
                  <a:lnTo>
                    <a:pt x="14980" y="8646"/>
                  </a:lnTo>
                  <a:cubicBezTo>
                    <a:pt x="16500" y="8646"/>
                    <a:pt x="17735" y="7411"/>
                    <a:pt x="17735" y="5891"/>
                  </a:cubicBezTo>
                  <a:lnTo>
                    <a:pt x="17735" y="2756"/>
                  </a:lnTo>
                  <a:cubicBezTo>
                    <a:pt x="17735" y="1236"/>
                    <a:pt x="16500" y="0"/>
                    <a:pt x="14980" y="0"/>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3"/>
            <p:cNvSpPr/>
            <p:nvPr/>
          </p:nvSpPr>
          <p:spPr>
            <a:xfrm>
              <a:off x="2632300" y="3202275"/>
              <a:ext cx="124325" cy="24575"/>
            </a:xfrm>
            <a:custGeom>
              <a:rect b="b" l="l" r="r" t="t"/>
              <a:pathLst>
                <a:path extrusionOk="0" h="983" w="4973">
                  <a:moveTo>
                    <a:pt x="507" y="0"/>
                  </a:moveTo>
                  <a:cubicBezTo>
                    <a:pt x="222" y="0"/>
                    <a:pt x="0" y="222"/>
                    <a:pt x="0" y="475"/>
                  </a:cubicBezTo>
                  <a:cubicBezTo>
                    <a:pt x="0" y="760"/>
                    <a:pt x="222" y="982"/>
                    <a:pt x="507" y="982"/>
                  </a:cubicBezTo>
                  <a:lnTo>
                    <a:pt x="4466" y="982"/>
                  </a:lnTo>
                  <a:cubicBezTo>
                    <a:pt x="4751" y="982"/>
                    <a:pt x="4972" y="760"/>
                    <a:pt x="4972" y="475"/>
                  </a:cubicBezTo>
                  <a:cubicBezTo>
                    <a:pt x="4972" y="222"/>
                    <a:pt x="4751" y="0"/>
                    <a:pt x="446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p:nvPr/>
          </p:nvSpPr>
          <p:spPr>
            <a:xfrm>
              <a:off x="2788275" y="3202275"/>
              <a:ext cx="68900" cy="24575"/>
            </a:xfrm>
            <a:custGeom>
              <a:rect b="b" l="l" r="r" t="t"/>
              <a:pathLst>
                <a:path extrusionOk="0" h="983" w="2756">
                  <a:moveTo>
                    <a:pt x="507" y="0"/>
                  </a:moveTo>
                  <a:cubicBezTo>
                    <a:pt x="222" y="0"/>
                    <a:pt x="0" y="222"/>
                    <a:pt x="0" y="475"/>
                  </a:cubicBezTo>
                  <a:cubicBezTo>
                    <a:pt x="0" y="760"/>
                    <a:pt x="222" y="982"/>
                    <a:pt x="507" y="982"/>
                  </a:cubicBezTo>
                  <a:lnTo>
                    <a:pt x="2249" y="982"/>
                  </a:lnTo>
                  <a:cubicBezTo>
                    <a:pt x="2534" y="982"/>
                    <a:pt x="2755" y="760"/>
                    <a:pt x="2755" y="475"/>
                  </a:cubicBezTo>
                  <a:cubicBezTo>
                    <a:pt x="2755" y="222"/>
                    <a:pt x="2502" y="0"/>
                    <a:pt x="22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3"/>
            <p:cNvSpPr/>
            <p:nvPr/>
          </p:nvSpPr>
          <p:spPr>
            <a:xfrm>
              <a:off x="2703550" y="3253725"/>
              <a:ext cx="153625" cy="25375"/>
            </a:xfrm>
            <a:custGeom>
              <a:rect b="b" l="l" r="r" t="t"/>
              <a:pathLst>
                <a:path extrusionOk="0" h="1015" w="6145">
                  <a:moveTo>
                    <a:pt x="507" y="1"/>
                  </a:moveTo>
                  <a:cubicBezTo>
                    <a:pt x="222" y="1"/>
                    <a:pt x="0" y="222"/>
                    <a:pt x="0" y="507"/>
                  </a:cubicBezTo>
                  <a:cubicBezTo>
                    <a:pt x="0" y="793"/>
                    <a:pt x="222" y="1014"/>
                    <a:pt x="507" y="1014"/>
                  </a:cubicBezTo>
                  <a:lnTo>
                    <a:pt x="5638" y="1014"/>
                  </a:lnTo>
                  <a:cubicBezTo>
                    <a:pt x="5923" y="1014"/>
                    <a:pt x="6144" y="793"/>
                    <a:pt x="6113" y="507"/>
                  </a:cubicBezTo>
                  <a:cubicBezTo>
                    <a:pt x="6113" y="222"/>
                    <a:pt x="5891" y="1"/>
                    <a:pt x="563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3"/>
            <p:cNvSpPr/>
            <p:nvPr/>
          </p:nvSpPr>
          <p:spPr>
            <a:xfrm>
              <a:off x="5697075" y="2062200"/>
              <a:ext cx="443375" cy="215375"/>
            </a:xfrm>
            <a:custGeom>
              <a:rect b="b" l="l" r="r" t="t"/>
              <a:pathLst>
                <a:path extrusionOk="0" h="8615" w="17735">
                  <a:moveTo>
                    <a:pt x="2724" y="0"/>
                  </a:moveTo>
                  <a:cubicBezTo>
                    <a:pt x="1204" y="0"/>
                    <a:pt x="0" y="1204"/>
                    <a:pt x="0" y="2724"/>
                  </a:cubicBezTo>
                  <a:lnTo>
                    <a:pt x="0" y="5859"/>
                  </a:lnTo>
                  <a:cubicBezTo>
                    <a:pt x="0" y="7379"/>
                    <a:pt x="1204" y="8614"/>
                    <a:pt x="2724" y="8614"/>
                  </a:cubicBezTo>
                  <a:lnTo>
                    <a:pt x="14980" y="8614"/>
                  </a:lnTo>
                  <a:cubicBezTo>
                    <a:pt x="16500" y="8614"/>
                    <a:pt x="17735" y="7379"/>
                    <a:pt x="17735" y="5859"/>
                  </a:cubicBezTo>
                  <a:lnTo>
                    <a:pt x="17735" y="2724"/>
                  </a:lnTo>
                  <a:cubicBezTo>
                    <a:pt x="17735" y="1204"/>
                    <a:pt x="16500" y="0"/>
                    <a:pt x="14980" y="0"/>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p:nvPr/>
          </p:nvSpPr>
          <p:spPr>
            <a:xfrm>
              <a:off x="5754075" y="2127100"/>
              <a:ext cx="99775" cy="25375"/>
            </a:xfrm>
            <a:custGeom>
              <a:rect b="b" l="l" r="r" t="t"/>
              <a:pathLst>
                <a:path extrusionOk="0" h="1015" w="3991">
                  <a:moveTo>
                    <a:pt x="507" y="1"/>
                  </a:moveTo>
                  <a:cubicBezTo>
                    <a:pt x="254" y="1"/>
                    <a:pt x="0" y="254"/>
                    <a:pt x="0" y="508"/>
                  </a:cubicBezTo>
                  <a:cubicBezTo>
                    <a:pt x="0" y="793"/>
                    <a:pt x="254" y="1014"/>
                    <a:pt x="507" y="1014"/>
                  </a:cubicBezTo>
                  <a:lnTo>
                    <a:pt x="3516" y="1014"/>
                  </a:lnTo>
                  <a:cubicBezTo>
                    <a:pt x="3769" y="1014"/>
                    <a:pt x="3991" y="793"/>
                    <a:pt x="3991" y="508"/>
                  </a:cubicBezTo>
                  <a:cubicBezTo>
                    <a:pt x="3991" y="254"/>
                    <a:pt x="3769" y="1"/>
                    <a:pt x="35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3"/>
            <p:cNvSpPr/>
            <p:nvPr/>
          </p:nvSpPr>
          <p:spPr>
            <a:xfrm>
              <a:off x="5879175" y="2127100"/>
              <a:ext cx="63350" cy="25375"/>
            </a:xfrm>
            <a:custGeom>
              <a:rect b="b" l="l" r="r" t="t"/>
              <a:pathLst>
                <a:path extrusionOk="0" h="1015" w="2534">
                  <a:moveTo>
                    <a:pt x="507" y="1"/>
                  </a:moveTo>
                  <a:cubicBezTo>
                    <a:pt x="222" y="1"/>
                    <a:pt x="0" y="254"/>
                    <a:pt x="0" y="508"/>
                  </a:cubicBezTo>
                  <a:cubicBezTo>
                    <a:pt x="0" y="793"/>
                    <a:pt x="222" y="1014"/>
                    <a:pt x="507" y="1014"/>
                  </a:cubicBezTo>
                  <a:lnTo>
                    <a:pt x="2027" y="1014"/>
                  </a:lnTo>
                  <a:cubicBezTo>
                    <a:pt x="2312" y="1014"/>
                    <a:pt x="2534" y="793"/>
                    <a:pt x="2534" y="508"/>
                  </a:cubicBezTo>
                  <a:cubicBezTo>
                    <a:pt x="2534" y="254"/>
                    <a:pt x="2312" y="1"/>
                    <a:pt x="20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3"/>
            <p:cNvSpPr/>
            <p:nvPr/>
          </p:nvSpPr>
          <p:spPr>
            <a:xfrm>
              <a:off x="6028800" y="2127100"/>
              <a:ext cx="53875" cy="25375"/>
            </a:xfrm>
            <a:custGeom>
              <a:rect b="b" l="l" r="r" t="t"/>
              <a:pathLst>
                <a:path extrusionOk="0" h="1015" w="2155">
                  <a:moveTo>
                    <a:pt x="507" y="1"/>
                  </a:moveTo>
                  <a:cubicBezTo>
                    <a:pt x="222" y="1"/>
                    <a:pt x="1" y="254"/>
                    <a:pt x="1" y="508"/>
                  </a:cubicBezTo>
                  <a:cubicBezTo>
                    <a:pt x="1" y="793"/>
                    <a:pt x="222" y="1014"/>
                    <a:pt x="507" y="1014"/>
                  </a:cubicBezTo>
                  <a:lnTo>
                    <a:pt x="1647" y="1014"/>
                  </a:lnTo>
                  <a:cubicBezTo>
                    <a:pt x="1932" y="1014"/>
                    <a:pt x="2154" y="793"/>
                    <a:pt x="2154" y="508"/>
                  </a:cubicBezTo>
                  <a:cubicBezTo>
                    <a:pt x="2154" y="254"/>
                    <a:pt x="1932" y="1"/>
                    <a:pt x="164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3"/>
            <p:cNvSpPr/>
            <p:nvPr/>
          </p:nvSpPr>
          <p:spPr>
            <a:xfrm>
              <a:off x="5879175" y="2186500"/>
              <a:ext cx="136200" cy="25350"/>
            </a:xfrm>
            <a:custGeom>
              <a:rect b="b" l="l" r="r" t="t"/>
              <a:pathLst>
                <a:path extrusionOk="0" h="1014" w="5448">
                  <a:moveTo>
                    <a:pt x="507" y="0"/>
                  </a:moveTo>
                  <a:cubicBezTo>
                    <a:pt x="222" y="0"/>
                    <a:pt x="0" y="253"/>
                    <a:pt x="0" y="507"/>
                  </a:cubicBezTo>
                  <a:cubicBezTo>
                    <a:pt x="0" y="792"/>
                    <a:pt x="222" y="1014"/>
                    <a:pt x="507" y="1014"/>
                  </a:cubicBezTo>
                  <a:lnTo>
                    <a:pt x="4972" y="1014"/>
                  </a:lnTo>
                  <a:cubicBezTo>
                    <a:pt x="5226" y="1014"/>
                    <a:pt x="5447" y="792"/>
                    <a:pt x="5447" y="507"/>
                  </a:cubicBezTo>
                  <a:cubicBezTo>
                    <a:pt x="5447" y="253"/>
                    <a:pt x="5226" y="0"/>
                    <a:pt x="49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p:nvPr/>
          </p:nvSpPr>
          <p:spPr>
            <a:xfrm>
              <a:off x="3475475" y="2363050"/>
              <a:ext cx="443400" cy="215375"/>
            </a:xfrm>
            <a:custGeom>
              <a:rect b="b" l="l" r="r" t="t"/>
              <a:pathLst>
                <a:path extrusionOk="0" h="8615" w="17736">
                  <a:moveTo>
                    <a:pt x="2756" y="0"/>
                  </a:moveTo>
                  <a:cubicBezTo>
                    <a:pt x="1236" y="0"/>
                    <a:pt x="1" y="1204"/>
                    <a:pt x="1" y="2724"/>
                  </a:cubicBezTo>
                  <a:lnTo>
                    <a:pt x="1" y="5859"/>
                  </a:lnTo>
                  <a:cubicBezTo>
                    <a:pt x="1" y="7379"/>
                    <a:pt x="1236" y="8614"/>
                    <a:pt x="2756" y="8614"/>
                  </a:cubicBezTo>
                  <a:lnTo>
                    <a:pt x="15012" y="8614"/>
                  </a:lnTo>
                  <a:cubicBezTo>
                    <a:pt x="16532" y="8614"/>
                    <a:pt x="17736" y="7379"/>
                    <a:pt x="17736" y="5859"/>
                  </a:cubicBezTo>
                  <a:lnTo>
                    <a:pt x="17736" y="2724"/>
                  </a:lnTo>
                  <a:cubicBezTo>
                    <a:pt x="17736" y="1204"/>
                    <a:pt x="16532" y="0"/>
                    <a:pt x="15012" y="0"/>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
            <p:cNvSpPr/>
            <p:nvPr/>
          </p:nvSpPr>
          <p:spPr>
            <a:xfrm>
              <a:off x="3568125" y="2419250"/>
              <a:ext cx="64150" cy="25375"/>
            </a:xfrm>
            <a:custGeom>
              <a:rect b="b" l="l" r="r" t="t"/>
              <a:pathLst>
                <a:path extrusionOk="0" h="1015" w="2566">
                  <a:moveTo>
                    <a:pt x="507" y="1"/>
                  </a:moveTo>
                  <a:cubicBezTo>
                    <a:pt x="222" y="1"/>
                    <a:pt x="0" y="222"/>
                    <a:pt x="0" y="507"/>
                  </a:cubicBezTo>
                  <a:cubicBezTo>
                    <a:pt x="0" y="792"/>
                    <a:pt x="222" y="1014"/>
                    <a:pt x="507" y="1014"/>
                  </a:cubicBezTo>
                  <a:lnTo>
                    <a:pt x="2059" y="1014"/>
                  </a:lnTo>
                  <a:cubicBezTo>
                    <a:pt x="2344" y="1014"/>
                    <a:pt x="2565" y="792"/>
                    <a:pt x="2565" y="507"/>
                  </a:cubicBezTo>
                  <a:cubicBezTo>
                    <a:pt x="2565" y="222"/>
                    <a:pt x="2344" y="1"/>
                    <a:pt x="205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a:off x="3671050" y="2419250"/>
              <a:ext cx="45925" cy="25375"/>
            </a:xfrm>
            <a:custGeom>
              <a:rect b="b" l="l" r="r" t="t"/>
              <a:pathLst>
                <a:path extrusionOk="0" h="1015" w="1837">
                  <a:moveTo>
                    <a:pt x="475" y="1"/>
                  </a:moveTo>
                  <a:cubicBezTo>
                    <a:pt x="222" y="1"/>
                    <a:pt x="0" y="222"/>
                    <a:pt x="0" y="507"/>
                  </a:cubicBezTo>
                  <a:cubicBezTo>
                    <a:pt x="0" y="792"/>
                    <a:pt x="222" y="1014"/>
                    <a:pt x="475" y="1014"/>
                  </a:cubicBezTo>
                  <a:lnTo>
                    <a:pt x="1362" y="1014"/>
                  </a:lnTo>
                  <a:cubicBezTo>
                    <a:pt x="1615" y="1014"/>
                    <a:pt x="1837" y="792"/>
                    <a:pt x="1837" y="507"/>
                  </a:cubicBezTo>
                  <a:cubicBezTo>
                    <a:pt x="1837" y="222"/>
                    <a:pt x="1615" y="1"/>
                    <a:pt x="136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a:off x="3663125" y="2476250"/>
              <a:ext cx="119575" cy="25375"/>
            </a:xfrm>
            <a:custGeom>
              <a:rect b="b" l="l" r="r" t="t"/>
              <a:pathLst>
                <a:path extrusionOk="0" h="1015" w="4783">
                  <a:moveTo>
                    <a:pt x="507" y="1"/>
                  </a:moveTo>
                  <a:cubicBezTo>
                    <a:pt x="222" y="1"/>
                    <a:pt x="0" y="223"/>
                    <a:pt x="0" y="508"/>
                  </a:cubicBezTo>
                  <a:cubicBezTo>
                    <a:pt x="0" y="761"/>
                    <a:pt x="222" y="1014"/>
                    <a:pt x="507" y="1014"/>
                  </a:cubicBezTo>
                  <a:lnTo>
                    <a:pt x="4276" y="1014"/>
                  </a:lnTo>
                  <a:cubicBezTo>
                    <a:pt x="4561" y="1014"/>
                    <a:pt x="4782" y="793"/>
                    <a:pt x="4782" y="508"/>
                  </a:cubicBezTo>
                  <a:cubicBezTo>
                    <a:pt x="4782" y="223"/>
                    <a:pt x="4561" y="1"/>
                    <a:pt x="427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p:nvPr/>
          </p:nvSpPr>
          <p:spPr>
            <a:xfrm>
              <a:off x="3815925" y="2476250"/>
              <a:ext cx="52275" cy="25375"/>
            </a:xfrm>
            <a:custGeom>
              <a:rect b="b" l="l" r="r" t="t"/>
              <a:pathLst>
                <a:path extrusionOk="0" h="1015" w="2091">
                  <a:moveTo>
                    <a:pt x="476" y="1"/>
                  </a:moveTo>
                  <a:cubicBezTo>
                    <a:pt x="222" y="1"/>
                    <a:pt x="1" y="223"/>
                    <a:pt x="1" y="508"/>
                  </a:cubicBezTo>
                  <a:cubicBezTo>
                    <a:pt x="1" y="761"/>
                    <a:pt x="222" y="1014"/>
                    <a:pt x="476" y="1014"/>
                  </a:cubicBezTo>
                  <a:lnTo>
                    <a:pt x="1584" y="1014"/>
                  </a:lnTo>
                  <a:cubicBezTo>
                    <a:pt x="1869" y="1014"/>
                    <a:pt x="2091" y="793"/>
                    <a:pt x="2091" y="508"/>
                  </a:cubicBezTo>
                  <a:cubicBezTo>
                    <a:pt x="2091" y="223"/>
                    <a:pt x="1869" y="1"/>
                    <a:pt x="158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3"/>
            <p:cNvSpPr/>
            <p:nvPr/>
          </p:nvSpPr>
          <p:spPr>
            <a:xfrm>
              <a:off x="5309925" y="2437475"/>
              <a:ext cx="1383150" cy="1963475"/>
            </a:xfrm>
            <a:custGeom>
              <a:rect b="b" l="l" r="r" t="t"/>
              <a:pathLst>
                <a:path extrusionOk="0" h="78539" w="55326">
                  <a:moveTo>
                    <a:pt x="4339" y="0"/>
                  </a:moveTo>
                  <a:cubicBezTo>
                    <a:pt x="1964" y="0"/>
                    <a:pt x="0" y="1932"/>
                    <a:pt x="0" y="4339"/>
                  </a:cubicBezTo>
                  <a:lnTo>
                    <a:pt x="0" y="74169"/>
                  </a:lnTo>
                  <a:cubicBezTo>
                    <a:pt x="0" y="76576"/>
                    <a:pt x="1964" y="78539"/>
                    <a:pt x="4339" y="78539"/>
                  </a:cubicBezTo>
                  <a:lnTo>
                    <a:pt x="50987" y="78539"/>
                  </a:lnTo>
                  <a:cubicBezTo>
                    <a:pt x="53394" y="78539"/>
                    <a:pt x="55326" y="76576"/>
                    <a:pt x="55326" y="74169"/>
                  </a:cubicBezTo>
                  <a:lnTo>
                    <a:pt x="55326" y="4339"/>
                  </a:lnTo>
                  <a:cubicBezTo>
                    <a:pt x="55326" y="1932"/>
                    <a:pt x="53394" y="0"/>
                    <a:pt x="50987" y="0"/>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3"/>
            <p:cNvSpPr/>
            <p:nvPr/>
          </p:nvSpPr>
          <p:spPr>
            <a:xfrm>
              <a:off x="5408875" y="2618775"/>
              <a:ext cx="1170200" cy="1618300"/>
            </a:xfrm>
            <a:custGeom>
              <a:rect b="b" l="l" r="r" t="t"/>
              <a:pathLst>
                <a:path extrusionOk="0" h="64732" w="46808">
                  <a:moveTo>
                    <a:pt x="1" y="0"/>
                  </a:moveTo>
                  <a:lnTo>
                    <a:pt x="1" y="64732"/>
                  </a:lnTo>
                  <a:lnTo>
                    <a:pt x="46808" y="64732"/>
                  </a:lnTo>
                  <a:lnTo>
                    <a:pt x="4680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3"/>
            <p:cNvSpPr/>
            <p:nvPr/>
          </p:nvSpPr>
          <p:spPr>
            <a:xfrm>
              <a:off x="5484100" y="2655975"/>
              <a:ext cx="1052225" cy="1524900"/>
            </a:xfrm>
            <a:custGeom>
              <a:rect b="b" l="l" r="r" t="t"/>
              <a:pathLst>
                <a:path extrusionOk="0" h="60996" w="42089">
                  <a:moveTo>
                    <a:pt x="41708" y="317"/>
                  </a:moveTo>
                  <a:lnTo>
                    <a:pt x="41708" y="60647"/>
                  </a:lnTo>
                  <a:lnTo>
                    <a:pt x="349" y="60647"/>
                  </a:lnTo>
                  <a:lnTo>
                    <a:pt x="349" y="317"/>
                  </a:lnTo>
                  <a:close/>
                  <a:moveTo>
                    <a:pt x="0" y="1"/>
                  </a:moveTo>
                  <a:lnTo>
                    <a:pt x="0" y="60995"/>
                  </a:lnTo>
                  <a:lnTo>
                    <a:pt x="42088" y="60995"/>
                  </a:lnTo>
                  <a:lnTo>
                    <a:pt x="42088" y="1"/>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3"/>
            <p:cNvSpPr/>
            <p:nvPr/>
          </p:nvSpPr>
          <p:spPr>
            <a:xfrm>
              <a:off x="5488050" y="3919575"/>
              <a:ext cx="1043525" cy="8725"/>
            </a:xfrm>
            <a:custGeom>
              <a:rect b="b" l="l" r="r" t="t"/>
              <a:pathLst>
                <a:path extrusionOk="0" h="349" w="41741">
                  <a:moveTo>
                    <a:pt x="1" y="0"/>
                  </a:moveTo>
                  <a:lnTo>
                    <a:pt x="1" y="349"/>
                  </a:lnTo>
                  <a:lnTo>
                    <a:pt x="41740" y="349"/>
                  </a:lnTo>
                  <a:lnTo>
                    <a:pt x="41740" y="0"/>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3"/>
            <p:cNvSpPr/>
            <p:nvPr/>
          </p:nvSpPr>
          <p:spPr>
            <a:xfrm>
              <a:off x="5488050" y="3667000"/>
              <a:ext cx="1043525" cy="7950"/>
            </a:xfrm>
            <a:custGeom>
              <a:rect b="b" l="l" r="r" t="t"/>
              <a:pathLst>
                <a:path extrusionOk="0" h="318" w="41741">
                  <a:moveTo>
                    <a:pt x="1" y="1"/>
                  </a:moveTo>
                  <a:lnTo>
                    <a:pt x="1" y="318"/>
                  </a:lnTo>
                  <a:lnTo>
                    <a:pt x="41740" y="318"/>
                  </a:lnTo>
                  <a:lnTo>
                    <a:pt x="41740" y="1"/>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3"/>
            <p:cNvSpPr/>
            <p:nvPr/>
          </p:nvSpPr>
          <p:spPr>
            <a:xfrm>
              <a:off x="5488050" y="3413650"/>
              <a:ext cx="1043525" cy="8750"/>
            </a:xfrm>
            <a:custGeom>
              <a:rect b="b" l="l" r="r" t="t"/>
              <a:pathLst>
                <a:path extrusionOk="0" h="350" w="41741">
                  <a:moveTo>
                    <a:pt x="1" y="1"/>
                  </a:moveTo>
                  <a:lnTo>
                    <a:pt x="1" y="349"/>
                  </a:lnTo>
                  <a:lnTo>
                    <a:pt x="41740" y="349"/>
                  </a:lnTo>
                  <a:lnTo>
                    <a:pt x="41740" y="1"/>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3"/>
            <p:cNvSpPr/>
            <p:nvPr/>
          </p:nvSpPr>
          <p:spPr>
            <a:xfrm>
              <a:off x="5488050" y="3161100"/>
              <a:ext cx="1043525" cy="8725"/>
            </a:xfrm>
            <a:custGeom>
              <a:rect b="b" l="l" r="r" t="t"/>
              <a:pathLst>
                <a:path extrusionOk="0" h="349" w="41741">
                  <a:moveTo>
                    <a:pt x="1" y="1"/>
                  </a:moveTo>
                  <a:lnTo>
                    <a:pt x="1" y="349"/>
                  </a:lnTo>
                  <a:lnTo>
                    <a:pt x="41740" y="349"/>
                  </a:lnTo>
                  <a:lnTo>
                    <a:pt x="41740" y="1"/>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3"/>
            <p:cNvSpPr/>
            <p:nvPr/>
          </p:nvSpPr>
          <p:spPr>
            <a:xfrm>
              <a:off x="5488050" y="2908550"/>
              <a:ext cx="1043525" cy="7925"/>
            </a:xfrm>
            <a:custGeom>
              <a:rect b="b" l="l" r="r" t="t"/>
              <a:pathLst>
                <a:path extrusionOk="0" h="317" w="41741">
                  <a:moveTo>
                    <a:pt x="1" y="0"/>
                  </a:moveTo>
                  <a:lnTo>
                    <a:pt x="1" y="317"/>
                  </a:lnTo>
                  <a:lnTo>
                    <a:pt x="41740" y="317"/>
                  </a:lnTo>
                  <a:lnTo>
                    <a:pt x="41740" y="0"/>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3"/>
            <p:cNvSpPr/>
            <p:nvPr/>
          </p:nvSpPr>
          <p:spPr>
            <a:xfrm>
              <a:off x="6353400" y="2659950"/>
              <a:ext cx="8750" cy="1516950"/>
            </a:xfrm>
            <a:custGeom>
              <a:rect b="b" l="l" r="r" t="t"/>
              <a:pathLst>
                <a:path extrusionOk="0" h="60678" w="350">
                  <a:moveTo>
                    <a:pt x="1" y="0"/>
                  </a:moveTo>
                  <a:lnTo>
                    <a:pt x="1" y="60678"/>
                  </a:lnTo>
                  <a:lnTo>
                    <a:pt x="349" y="60678"/>
                  </a:lnTo>
                  <a:lnTo>
                    <a:pt x="349" y="0"/>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3"/>
            <p:cNvSpPr/>
            <p:nvPr/>
          </p:nvSpPr>
          <p:spPr>
            <a:xfrm>
              <a:off x="6179225" y="2659950"/>
              <a:ext cx="9525" cy="1516950"/>
            </a:xfrm>
            <a:custGeom>
              <a:rect b="b" l="l" r="r" t="t"/>
              <a:pathLst>
                <a:path extrusionOk="0" h="60678" w="381">
                  <a:moveTo>
                    <a:pt x="1" y="0"/>
                  </a:moveTo>
                  <a:lnTo>
                    <a:pt x="1" y="60678"/>
                  </a:lnTo>
                  <a:lnTo>
                    <a:pt x="381" y="60678"/>
                  </a:lnTo>
                  <a:lnTo>
                    <a:pt x="381" y="0"/>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3"/>
            <p:cNvSpPr/>
            <p:nvPr/>
          </p:nvSpPr>
          <p:spPr>
            <a:xfrm>
              <a:off x="6005850" y="2659950"/>
              <a:ext cx="8725" cy="1516950"/>
            </a:xfrm>
            <a:custGeom>
              <a:rect b="b" l="l" r="r" t="t"/>
              <a:pathLst>
                <a:path extrusionOk="0" h="60678" w="349">
                  <a:moveTo>
                    <a:pt x="0" y="0"/>
                  </a:moveTo>
                  <a:lnTo>
                    <a:pt x="0" y="60678"/>
                  </a:lnTo>
                  <a:lnTo>
                    <a:pt x="349" y="60678"/>
                  </a:lnTo>
                  <a:lnTo>
                    <a:pt x="349" y="0"/>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3"/>
            <p:cNvSpPr/>
            <p:nvPr/>
          </p:nvSpPr>
          <p:spPr>
            <a:xfrm>
              <a:off x="5831650" y="2659950"/>
              <a:ext cx="8750" cy="1516950"/>
            </a:xfrm>
            <a:custGeom>
              <a:rect b="b" l="l" r="r" t="t"/>
              <a:pathLst>
                <a:path extrusionOk="0" h="60678" w="350">
                  <a:moveTo>
                    <a:pt x="1" y="0"/>
                  </a:moveTo>
                  <a:lnTo>
                    <a:pt x="1" y="60678"/>
                  </a:lnTo>
                  <a:lnTo>
                    <a:pt x="349" y="60678"/>
                  </a:lnTo>
                  <a:lnTo>
                    <a:pt x="349" y="0"/>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
            <p:cNvSpPr/>
            <p:nvPr/>
          </p:nvSpPr>
          <p:spPr>
            <a:xfrm>
              <a:off x="5657475" y="2659950"/>
              <a:ext cx="9525" cy="1516950"/>
            </a:xfrm>
            <a:custGeom>
              <a:rect b="b" l="l" r="r" t="t"/>
              <a:pathLst>
                <a:path extrusionOk="0" h="60678" w="381">
                  <a:moveTo>
                    <a:pt x="1" y="0"/>
                  </a:moveTo>
                  <a:lnTo>
                    <a:pt x="1" y="60678"/>
                  </a:lnTo>
                  <a:lnTo>
                    <a:pt x="381" y="60678"/>
                  </a:lnTo>
                  <a:lnTo>
                    <a:pt x="381" y="0"/>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3"/>
            <p:cNvSpPr/>
            <p:nvPr/>
          </p:nvSpPr>
          <p:spPr>
            <a:xfrm>
              <a:off x="5665400" y="3611600"/>
              <a:ext cx="104525" cy="212200"/>
            </a:xfrm>
            <a:custGeom>
              <a:rect b="b" l="l" r="r" t="t"/>
              <a:pathLst>
                <a:path extrusionOk="0" h="8488" w="4181">
                  <a:moveTo>
                    <a:pt x="0" y="0"/>
                  </a:moveTo>
                  <a:lnTo>
                    <a:pt x="0" y="8487"/>
                  </a:lnTo>
                  <a:lnTo>
                    <a:pt x="4181" y="8487"/>
                  </a:lnTo>
                  <a:lnTo>
                    <a:pt x="4181"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p:nvPr/>
          </p:nvSpPr>
          <p:spPr>
            <a:xfrm>
              <a:off x="5814250" y="3442950"/>
              <a:ext cx="104525" cy="380850"/>
            </a:xfrm>
            <a:custGeom>
              <a:rect b="b" l="l" r="r" t="t"/>
              <a:pathLst>
                <a:path extrusionOk="0" h="15234" w="4181">
                  <a:moveTo>
                    <a:pt x="0" y="1"/>
                  </a:moveTo>
                  <a:lnTo>
                    <a:pt x="0" y="15233"/>
                  </a:lnTo>
                  <a:lnTo>
                    <a:pt x="4181" y="15233"/>
                  </a:lnTo>
                  <a:lnTo>
                    <a:pt x="4181"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3"/>
            <p:cNvSpPr/>
            <p:nvPr/>
          </p:nvSpPr>
          <p:spPr>
            <a:xfrm>
              <a:off x="5962300" y="3735900"/>
              <a:ext cx="104525" cy="87900"/>
            </a:xfrm>
            <a:custGeom>
              <a:rect b="b" l="l" r="r" t="t"/>
              <a:pathLst>
                <a:path extrusionOk="0" h="3516" w="4181">
                  <a:moveTo>
                    <a:pt x="0" y="0"/>
                  </a:moveTo>
                  <a:lnTo>
                    <a:pt x="0" y="3515"/>
                  </a:lnTo>
                  <a:lnTo>
                    <a:pt x="4181" y="3515"/>
                  </a:lnTo>
                  <a:lnTo>
                    <a:pt x="4181"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3"/>
            <p:cNvSpPr/>
            <p:nvPr/>
          </p:nvSpPr>
          <p:spPr>
            <a:xfrm>
              <a:off x="6110350" y="3544300"/>
              <a:ext cx="104525" cy="279500"/>
            </a:xfrm>
            <a:custGeom>
              <a:rect b="b" l="l" r="r" t="t"/>
              <a:pathLst>
                <a:path extrusionOk="0" h="11180" w="4181">
                  <a:moveTo>
                    <a:pt x="0" y="0"/>
                  </a:moveTo>
                  <a:lnTo>
                    <a:pt x="0" y="11179"/>
                  </a:lnTo>
                  <a:lnTo>
                    <a:pt x="4181" y="11179"/>
                  </a:lnTo>
                  <a:lnTo>
                    <a:pt x="4181"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p:nvPr/>
          </p:nvSpPr>
          <p:spPr>
            <a:xfrm>
              <a:off x="6259200" y="3648800"/>
              <a:ext cx="104525" cy="175000"/>
            </a:xfrm>
            <a:custGeom>
              <a:rect b="b" l="l" r="r" t="t"/>
              <a:pathLst>
                <a:path extrusionOk="0" h="7000" w="4181">
                  <a:moveTo>
                    <a:pt x="0" y="1"/>
                  </a:moveTo>
                  <a:lnTo>
                    <a:pt x="0" y="6999"/>
                  </a:lnTo>
                  <a:lnTo>
                    <a:pt x="4181" y="6999"/>
                  </a:lnTo>
                  <a:lnTo>
                    <a:pt x="4181"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3"/>
            <p:cNvSpPr/>
            <p:nvPr/>
          </p:nvSpPr>
          <p:spPr>
            <a:xfrm>
              <a:off x="6089775" y="3891850"/>
              <a:ext cx="138575" cy="24575"/>
            </a:xfrm>
            <a:custGeom>
              <a:rect b="b" l="l" r="r" t="t"/>
              <a:pathLst>
                <a:path extrusionOk="0" h="983" w="5543">
                  <a:moveTo>
                    <a:pt x="507" y="1"/>
                  </a:moveTo>
                  <a:cubicBezTo>
                    <a:pt x="222" y="1"/>
                    <a:pt x="0" y="223"/>
                    <a:pt x="0" y="508"/>
                  </a:cubicBezTo>
                  <a:cubicBezTo>
                    <a:pt x="0" y="761"/>
                    <a:pt x="222" y="983"/>
                    <a:pt x="507" y="983"/>
                  </a:cubicBezTo>
                  <a:lnTo>
                    <a:pt x="5035" y="983"/>
                  </a:lnTo>
                  <a:cubicBezTo>
                    <a:pt x="5289" y="983"/>
                    <a:pt x="5542" y="761"/>
                    <a:pt x="5542" y="508"/>
                  </a:cubicBezTo>
                  <a:cubicBezTo>
                    <a:pt x="5542" y="223"/>
                    <a:pt x="5289" y="1"/>
                    <a:pt x="5035"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3"/>
            <p:cNvSpPr/>
            <p:nvPr/>
          </p:nvSpPr>
          <p:spPr>
            <a:xfrm>
              <a:off x="6324125" y="3891850"/>
              <a:ext cx="53050" cy="24575"/>
            </a:xfrm>
            <a:custGeom>
              <a:rect b="b" l="l" r="r" t="t"/>
              <a:pathLst>
                <a:path extrusionOk="0" h="983" w="2122">
                  <a:moveTo>
                    <a:pt x="507" y="1"/>
                  </a:moveTo>
                  <a:cubicBezTo>
                    <a:pt x="222" y="1"/>
                    <a:pt x="0" y="223"/>
                    <a:pt x="0" y="508"/>
                  </a:cubicBezTo>
                  <a:cubicBezTo>
                    <a:pt x="0" y="761"/>
                    <a:pt x="222" y="983"/>
                    <a:pt x="507" y="983"/>
                  </a:cubicBezTo>
                  <a:lnTo>
                    <a:pt x="1615" y="983"/>
                  </a:lnTo>
                  <a:cubicBezTo>
                    <a:pt x="1900" y="983"/>
                    <a:pt x="2122" y="761"/>
                    <a:pt x="2122" y="508"/>
                  </a:cubicBezTo>
                  <a:cubicBezTo>
                    <a:pt x="2122" y="223"/>
                    <a:pt x="1900" y="1"/>
                    <a:pt x="1615"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3"/>
            <p:cNvSpPr/>
            <p:nvPr/>
          </p:nvSpPr>
          <p:spPr>
            <a:xfrm>
              <a:off x="6146775" y="3936200"/>
              <a:ext cx="60200" cy="25350"/>
            </a:xfrm>
            <a:custGeom>
              <a:rect b="b" l="l" r="r" t="t"/>
              <a:pathLst>
                <a:path extrusionOk="0" h="1014" w="2408">
                  <a:moveTo>
                    <a:pt x="475" y="0"/>
                  </a:moveTo>
                  <a:cubicBezTo>
                    <a:pt x="222" y="0"/>
                    <a:pt x="0" y="222"/>
                    <a:pt x="0" y="507"/>
                  </a:cubicBezTo>
                  <a:cubicBezTo>
                    <a:pt x="0" y="792"/>
                    <a:pt x="222" y="1014"/>
                    <a:pt x="475" y="1014"/>
                  </a:cubicBezTo>
                  <a:lnTo>
                    <a:pt x="1900" y="1014"/>
                  </a:lnTo>
                  <a:cubicBezTo>
                    <a:pt x="2185" y="1014"/>
                    <a:pt x="2407" y="792"/>
                    <a:pt x="2407" y="507"/>
                  </a:cubicBezTo>
                  <a:cubicBezTo>
                    <a:pt x="2407" y="222"/>
                    <a:pt x="2185" y="0"/>
                    <a:pt x="1900" y="0"/>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3"/>
            <p:cNvSpPr/>
            <p:nvPr/>
          </p:nvSpPr>
          <p:spPr>
            <a:xfrm>
              <a:off x="6243350" y="3936200"/>
              <a:ext cx="106125" cy="25350"/>
            </a:xfrm>
            <a:custGeom>
              <a:rect b="b" l="l" r="r" t="t"/>
              <a:pathLst>
                <a:path extrusionOk="0" h="1014" w="4245">
                  <a:moveTo>
                    <a:pt x="508" y="0"/>
                  </a:moveTo>
                  <a:cubicBezTo>
                    <a:pt x="223" y="0"/>
                    <a:pt x="1" y="222"/>
                    <a:pt x="1" y="507"/>
                  </a:cubicBezTo>
                  <a:cubicBezTo>
                    <a:pt x="1" y="792"/>
                    <a:pt x="223" y="1014"/>
                    <a:pt x="508" y="1014"/>
                  </a:cubicBezTo>
                  <a:lnTo>
                    <a:pt x="3738" y="1014"/>
                  </a:lnTo>
                  <a:cubicBezTo>
                    <a:pt x="3991" y="1014"/>
                    <a:pt x="4245" y="792"/>
                    <a:pt x="4245" y="507"/>
                  </a:cubicBezTo>
                  <a:cubicBezTo>
                    <a:pt x="4245" y="222"/>
                    <a:pt x="4023" y="0"/>
                    <a:pt x="3738" y="0"/>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3"/>
            <p:cNvSpPr/>
            <p:nvPr/>
          </p:nvSpPr>
          <p:spPr>
            <a:xfrm>
              <a:off x="6271850" y="3225225"/>
              <a:ext cx="137800" cy="25375"/>
            </a:xfrm>
            <a:custGeom>
              <a:rect b="b" l="l" r="r" t="t"/>
              <a:pathLst>
                <a:path extrusionOk="0" h="1015" w="5512">
                  <a:moveTo>
                    <a:pt x="508" y="1"/>
                  </a:moveTo>
                  <a:cubicBezTo>
                    <a:pt x="223" y="1"/>
                    <a:pt x="1" y="254"/>
                    <a:pt x="1" y="507"/>
                  </a:cubicBezTo>
                  <a:cubicBezTo>
                    <a:pt x="1" y="792"/>
                    <a:pt x="223" y="1014"/>
                    <a:pt x="508" y="1014"/>
                  </a:cubicBezTo>
                  <a:lnTo>
                    <a:pt x="5005" y="1014"/>
                  </a:lnTo>
                  <a:cubicBezTo>
                    <a:pt x="5290" y="1014"/>
                    <a:pt x="5511" y="792"/>
                    <a:pt x="5511" y="507"/>
                  </a:cubicBezTo>
                  <a:cubicBezTo>
                    <a:pt x="5511" y="254"/>
                    <a:pt x="5290" y="1"/>
                    <a:pt x="5005"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3"/>
            <p:cNvSpPr/>
            <p:nvPr/>
          </p:nvSpPr>
          <p:spPr>
            <a:xfrm>
              <a:off x="6328075" y="3270350"/>
              <a:ext cx="60975" cy="25375"/>
            </a:xfrm>
            <a:custGeom>
              <a:rect b="b" l="l" r="r" t="t"/>
              <a:pathLst>
                <a:path extrusionOk="0" h="1015" w="2439">
                  <a:moveTo>
                    <a:pt x="507" y="1"/>
                  </a:moveTo>
                  <a:cubicBezTo>
                    <a:pt x="222" y="1"/>
                    <a:pt x="0" y="223"/>
                    <a:pt x="0" y="508"/>
                  </a:cubicBezTo>
                  <a:cubicBezTo>
                    <a:pt x="0" y="793"/>
                    <a:pt x="222" y="1014"/>
                    <a:pt x="507" y="1014"/>
                  </a:cubicBezTo>
                  <a:lnTo>
                    <a:pt x="1932" y="1014"/>
                  </a:lnTo>
                  <a:cubicBezTo>
                    <a:pt x="2186" y="1014"/>
                    <a:pt x="2439" y="793"/>
                    <a:pt x="2439" y="508"/>
                  </a:cubicBezTo>
                  <a:cubicBezTo>
                    <a:pt x="2439" y="223"/>
                    <a:pt x="2186" y="1"/>
                    <a:pt x="1932"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3"/>
            <p:cNvSpPr/>
            <p:nvPr/>
          </p:nvSpPr>
          <p:spPr>
            <a:xfrm>
              <a:off x="5649575" y="3891850"/>
              <a:ext cx="113225" cy="24575"/>
            </a:xfrm>
            <a:custGeom>
              <a:rect b="b" l="l" r="r" t="t"/>
              <a:pathLst>
                <a:path extrusionOk="0" h="983" w="4529">
                  <a:moveTo>
                    <a:pt x="507" y="1"/>
                  </a:moveTo>
                  <a:cubicBezTo>
                    <a:pt x="222" y="1"/>
                    <a:pt x="0" y="223"/>
                    <a:pt x="0" y="508"/>
                  </a:cubicBezTo>
                  <a:cubicBezTo>
                    <a:pt x="0" y="761"/>
                    <a:pt x="222" y="983"/>
                    <a:pt x="507" y="983"/>
                  </a:cubicBezTo>
                  <a:lnTo>
                    <a:pt x="4022" y="983"/>
                  </a:lnTo>
                  <a:cubicBezTo>
                    <a:pt x="4307" y="983"/>
                    <a:pt x="4529" y="761"/>
                    <a:pt x="4529" y="508"/>
                  </a:cubicBezTo>
                  <a:cubicBezTo>
                    <a:pt x="4529" y="223"/>
                    <a:pt x="4307" y="1"/>
                    <a:pt x="4022"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3"/>
            <p:cNvSpPr/>
            <p:nvPr/>
          </p:nvSpPr>
          <p:spPr>
            <a:xfrm>
              <a:off x="5794450" y="3891850"/>
              <a:ext cx="58625" cy="24575"/>
            </a:xfrm>
            <a:custGeom>
              <a:rect b="b" l="l" r="r" t="t"/>
              <a:pathLst>
                <a:path extrusionOk="0" h="983" w="2345">
                  <a:moveTo>
                    <a:pt x="507" y="1"/>
                  </a:moveTo>
                  <a:cubicBezTo>
                    <a:pt x="222" y="1"/>
                    <a:pt x="1" y="223"/>
                    <a:pt x="1" y="508"/>
                  </a:cubicBezTo>
                  <a:cubicBezTo>
                    <a:pt x="1" y="761"/>
                    <a:pt x="222" y="983"/>
                    <a:pt x="507" y="983"/>
                  </a:cubicBezTo>
                  <a:lnTo>
                    <a:pt x="1837" y="983"/>
                  </a:lnTo>
                  <a:cubicBezTo>
                    <a:pt x="2122" y="983"/>
                    <a:pt x="2344" y="761"/>
                    <a:pt x="2344" y="508"/>
                  </a:cubicBezTo>
                  <a:cubicBezTo>
                    <a:pt x="2344" y="223"/>
                    <a:pt x="2122" y="1"/>
                    <a:pt x="1837"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3"/>
            <p:cNvSpPr/>
            <p:nvPr/>
          </p:nvSpPr>
          <p:spPr>
            <a:xfrm>
              <a:off x="5746150" y="3936200"/>
              <a:ext cx="121950" cy="25350"/>
            </a:xfrm>
            <a:custGeom>
              <a:rect b="b" l="l" r="r" t="t"/>
              <a:pathLst>
                <a:path extrusionOk="0" h="1014" w="4878">
                  <a:moveTo>
                    <a:pt x="476" y="0"/>
                  </a:moveTo>
                  <a:cubicBezTo>
                    <a:pt x="222" y="0"/>
                    <a:pt x="1" y="222"/>
                    <a:pt x="1" y="507"/>
                  </a:cubicBezTo>
                  <a:cubicBezTo>
                    <a:pt x="1" y="792"/>
                    <a:pt x="222" y="1014"/>
                    <a:pt x="476" y="1014"/>
                  </a:cubicBezTo>
                  <a:lnTo>
                    <a:pt x="4403" y="1014"/>
                  </a:lnTo>
                  <a:cubicBezTo>
                    <a:pt x="4656" y="1014"/>
                    <a:pt x="4878" y="792"/>
                    <a:pt x="4878" y="507"/>
                  </a:cubicBezTo>
                  <a:cubicBezTo>
                    <a:pt x="4878" y="222"/>
                    <a:pt x="4656" y="0"/>
                    <a:pt x="4403" y="0"/>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3"/>
            <p:cNvSpPr/>
            <p:nvPr/>
          </p:nvSpPr>
          <p:spPr>
            <a:xfrm>
              <a:off x="5552175" y="2762075"/>
              <a:ext cx="113250" cy="24575"/>
            </a:xfrm>
            <a:custGeom>
              <a:rect b="b" l="l" r="r" t="t"/>
              <a:pathLst>
                <a:path extrusionOk="0" h="983" w="4530">
                  <a:moveTo>
                    <a:pt x="507" y="0"/>
                  </a:moveTo>
                  <a:cubicBezTo>
                    <a:pt x="222" y="0"/>
                    <a:pt x="1" y="222"/>
                    <a:pt x="1" y="475"/>
                  </a:cubicBezTo>
                  <a:cubicBezTo>
                    <a:pt x="1" y="760"/>
                    <a:pt x="222" y="982"/>
                    <a:pt x="507" y="982"/>
                  </a:cubicBezTo>
                  <a:lnTo>
                    <a:pt x="4023" y="982"/>
                  </a:lnTo>
                  <a:cubicBezTo>
                    <a:pt x="4276" y="982"/>
                    <a:pt x="4529" y="760"/>
                    <a:pt x="4529" y="475"/>
                  </a:cubicBezTo>
                  <a:cubicBezTo>
                    <a:pt x="4529" y="222"/>
                    <a:pt x="4276" y="0"/>
                    <a:pt x="4023" y="0"/>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3"/>
            <p:cNvSpPr/>
            <p:nvPr/>
          </p:nvSpPr>
          <p:spPr>
            <a:xfrm>
              <a:off x="5697075" y="2762075"/>
              <a:ext cx="58600" cy="24575"/>
            </a:xfrm>
            <a:custGeom>
              <a:rect b="b" l="l" r="r" t="t"/>
              <a:pathLst>
                <a:path extrusionOk="0" h="983" w="2344">
                  <a:moveTo>
                    <a:pt x="507" y="0"/>
                  </a:moveTo>
                  <a:cubicBezTo>
                    <a:pt x="222" y="0"/>
                    <a:pt x="0" y="222"/>
                    <a:pt x="0" y="475"/>
                  </a:cubicBezTo>
                  <a:cubicBezTo>
                    <a:pt x="0" y="760"/>
                    <a:pt x="222" y="982"/>
                    <a:pt x="507" y="982"/>
                  </a:cubicBezTo>
                  <a:lnTo>
                    <a:pt x="1837" y="982"/>
                  </a:lnTo>
                  <a:cubicBezTo>
                    <a:pt x="2122" y="982"/>
                    <a:pt x="2344" y="760"/>
                    <a:pt x="2344" y="475"/>
                  </a:cubicBezTo>
                  <a:cubicBezTo>
                    <a:pt x="2344" y="222"/>
                    <a:pt x="2122" y="0"/>
                    <a:pt x="1837" y="0"/>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3"/>
            <p:cNvSpPr/>
            <p:nvPr/>
          </p:nvSpPr>
          <p:spPr>
            <a:xfrm>
              <a:off x="5647975" y="2806400"/>
              <a:ext cx="122750" cy="25375"/>
            </a:xfrm>
            <a:custGeom>
              <a:rect b="b" l="l" r="r" t="t"/>
              <a:pathLst>
                <a:path extrusionOk="0" h="1015" w="4910">
                  <a:moveTo>
                    <a:pt x="507" y="1"/>
                  </a:moveTo>
                  <a:cubicBezTo>
                    <a:pt x="222" y="1"/>
                    <a:pt x="1" y="223"/>
                    <a:pt x="1" y="508"/>
                  </a:cubicBezTo>
                  <a:cubicBezTo>
                    <a:pt x="1" y="761"/>
                    <a:pt x="222" y="1014"/>
                    <a:pt x="507" y="1014"/>
                  </a:cubicBezTo>
                  <a:lnTo>
                    <a:pt x="4403" y="1014"/>
                  </a:lnTo>
                  <a:cubicBezTo>
                    <a:pt x="4688" y="1014"/>
                    <a:pt x="4909" y="793"/>
                    <a:pt x="4909" y="508"/>
                  </a:cubicBezTo>
                  <a:cubicBezTo>
                    <a:pt x="4909" y="223"/>
                    <a:pt x="4688" y="1"/>
                    <a:pt x="4403"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3"/>
            <p:cNvSpPr/>
            <p:nvPr/>
          </p:nvSpPr>
          <p:spPr>
            <a:xfrm>
              <a:off x="5753275" y="2773150"/>
              <a:ext cx="547125" cy="547100"/>
            </a:xfrm>
            <a:custGeom>
              <a:rect b="b" l="l" r="r" t="t"/>
              <a:pathLst>
                <a:path extrusionOk="0" h="21884" w="21885">
                  <a:moveTo>
                    <a:pt x="10927" y="983"/>
                  </a:moveTo>
                  <a:cubicBezTo>
                    <a:pt x="16437" y="983"/>
                    <a:pt x="20902" y="5448"/>
                    <a:pt x="20871" y="10927"/>
                  </a:cubicBezTo>
                  <a:cubicBezTo>
                    <a:pt x="20871" y="16437"/>
                    <a:pt x="16437" y="20902"/>
                    <a:pt x="10927" y="20902"/>
                  </a:cubicBezTo>
                  <a:cubicBezTo>
                    <a:pt x="5448" y="20902"/>
                    <a:pt x="982" y="16437"/>
                    <a:pt x="982" y="10927"/>
                  </a:cubicBezTo>
                  <a:cubicBezTo>
                    <a:pt x="982" y="5448"/>
                    <a:pt x="5448" y="983"/>
                    <a:pt x="10927" y="983"/>
                  </a:cubicBezTo>
                  <a:close/>
                  <a:moveTo>
                    <a:pt x="10927" y="1"/>
                  </a:moveTo>
                  <a:cubicBezTo>
                    <a:pt x="4909" y="1"/>
                    <a:pt x="1" y="4909"/>
                    <a:pt x="1" y="10958"/>
                  </a:cubicBezTo>
                  <a:cubicBezTo>
                    <a:pt x="1" y="16975"/>
                    <a:pt x="4909" y="21884"/>
                    <a:pt x="10927" y="21884"/>
                  </a:cubicBezTo>
                  <a:cubicBezTo>
                    <a:pt x="16975" y="21884"/>
                    <a:pt x="21884" y="16975"/>
                    <a:pt x="21884" y="10958"/>
                  </a:cubicBezTo>
                  <a:cubicBezTo>
                    <a:pt x="21884" y="4909"/>
                    <a:pt x="16975" y="1"/>
                    <a:pt x="10927"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3"/>
            <p:cNvSpPr/>
            <p:nvPr/>
          </p:nvSpPr>
          <p:spPr>
            <a:xfrm>
              <a:off x="6012975" y="2804200"/>
              <a:ext cx="202700" cy="448775"/>
            </a:xfrm>
            <a:custGeom>
              <a:rect b="b" l="l" r="r" t="t"/>
              <a:pathLst>
                <a:path extrusionOk="0" h="17951" w="8108">
                  <a:moveTo>
                    <a:pt x="5510" y="0"/>
                  </a:moveTo>
                  <a:cubicBezTo>
                    <a:pt x="5335" y="0"/>
                    <a:pt x="5155" y="93"/>
                    <a:pt x="5067" y="247"/>
                  </a:cubicBezTo>
                  <a:lnTo>
                    <a:pt x="95" y="9463"/>
                  </a:lnTo>
                  <a:cubicBezTo>
                    <a:pt x="0" y="9653"/>
                    <a:pt x="32" y="9875"/>
                    <a:pt x="190" y="10033"/>
                  </a:cubicBezTo>
                  <a:lnTo>
                    <a:pt x="7189" y="17792"/>
                  </a:lnTo>
                  <a:cubicBezTo>
                    <a:pt x="7284" y="17887"/>
                    <a:pt x="7411" y="17950"/>
                    <a:pt x="7569" y="17950"/>
                  </a:cubicBezTo>
                  <a:cubicBezTo>
                    <a:pt x="7664" y="17950"/>
                    <a:pt x="7791" y="17918"/>
                    <a:pt x="7886" y="17823"/>
                  </a:cubicBezTo>
                  <a:cubicBezTo>
                    <a:pt x="8107" y="17633"/>
                    <a:pt x="8107" y="17317"/>
                    <a:pt x="7917" y="17127"/>
                  </a:cubicBezTo>
                  <a:lnTo>
                    <a:pt x="1172" y="9621"/>
                  </a:lnTo>
                  <a:lnTo>
                    <a:pt x="5954" y="722"/>
                  </a:lnTo>
                  <a:cubicBezTo>
                    <a:pt x="6081" y="501"/>
                    <a:pt x="5986" y="184"/>
                    <a:pt x="5732" y="57"/>
                  </a:cubicBezTo>
                  <a:cubicBezTo>
                    <a:pt x="5665" y="18"/>
                    <a:pt x="5588" y="0"/>
                    <a:pt x="5510" y="0"/>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3"/>
            <p:cNvSpPr/>
            <p:nvPr/>
          </p:nvSpPr>
          <p:spPr>
            <a:xfrm>
              <a:off x="5752500" y="3033625"/>
              <a:ext cx="287400" cy="38025"/>
            </a:xfrm>
            <a:custGeom>
              <a:rect b="b" l="l" r="r" t="t"/>
              <a:pathLst>
                <a:path extrusionOk="0" h="1521" w="11496">
                  <a:moveTo>
                    <a:pt x="10958" y="1"/>
                  </a:moveTo>
                  <a:lnTo>
                    <a:pt x="507" y="508"/>
                  </a:lnTo>
                  <a:cubicBezTo>
                    <a:pt x="222" y="539"/>
                    <a:pt x="0" y="761"/>
                    <a:pt x="32" y="1046"/>
                  </a:cubicBezTo>
                  <a:cubicBezTo>
                    <a:pt x="32" y="1331"/>
                    <a:pt x="253" y="1521"/>
                    <a:pt x="507" y="1521"/>
                  </a:cubicBezTo>
                  <a:lnTo>
                    <a:pt x="538" y="1521"/>
                  </a:lnTo>
                  <a:lnTo>
                    <a:pt x="10989" y="1014"/>
                  </a:lnTo>
                  <a:cubicBezTo>
                    <a:pt x="11274" y="1014"/>
                    <a:pt x="11496" y="761"/>
                    <a:pt x="11464" y="476"/>
                  </a:cubicBezTo>
                  <a:cubicBezTo>
                    <a:pt x="11464" y="223"/>
                    <a:pt x="11211" y="1"/>
                    <a:pt x="10958"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3"/>
            <p:cNvSpPr/>
            <p:nvPr/>
          </p:nvSpPr>
          <p:spPr>
            <a:xfrm>
              <a:off x="5476175" y="4097700"/>
              <a:ext cx="1068075" cy="25375"/>
            </a:xfrm>
            <a:custGeom>
              <a:rect b="b" l="l" r="r" t="t"/>
              <a:pathLst>
                <a:path extrusionOk="0" h="1015" w="42723">
                  <a:moveTo>
                    <a:pt x="476" y="1"/>
                  </a:moveTo>
                  <a:cubicBezTo>
                    <a:pt x="222" y="1"/>
                    <a:pt x="1" y="223"/>
                    <a:pt x="1" y="508"/>
                  </a:cubicBezTo>
                  <a:cubicBezTo>
                    <a:pt x="1" y="793"/>
                    <a:pt x="222" y="1014"/>
                    <a:pt x="476" y="1014"/>
                  </a:cubicBezTo>
                  <a:lnTo>
                    <a:pt x="42215" y="1014"/>
                  </a:lnTo>
                  <a:cubicBezTo>
                    <a:pt x="42500" y="1014"/>
                    <a:pt x="42722" y="793"/>
                    <a:pt x="42722" y="508"/>
                  </a:cubicBezTo>
                  <a:cubicBezTo>
                    <a:pt x="42722" y="223"/>
                    <a:pt x="42500" y="1"/>
                    <a:pt x="42215"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3"/>
            <p:cNvSpPr/>
            <p:nvPr/>
          </p:nvSpPr>
          <p:spPr>
            <a:xfrm>
              <a:off x="6432575" y="2697950"/>
              <a:ext cx="70500" cy="69700"/>
            </a:xfrm>
            <a:custGeom>
              <a:rect b="b" l="l" r="r" t="t"/>
              <a:pathLst>
                <a:path extrusionOk="0" h="2788" w="2820">
                  <a:moveTo>
                    <a:pt x="2154" y="665"/>
                  </a:moveTo>
                  <a:lnTo>
                    <a:pt x="2154" y="2122"/>
                  </a:lnTo>
                  <a:lnTo>
                    <a:pt x="666" y="2122"/>
                  </a:lnTo>
                  <a:lnTo>
                    <a:pt x="666" y="665"/>
                  </a:lnTo>
                  <a:close/>
                  <a:moveTo>
                    <a:pt x="349" y="0"/>
                  </a:moveTo>
                  <a:cubicBezTo>
                    <a:pt x="159" y="0"/>
                    <a:pt x="1" y="127"/>
                    <a:pt x="1" y="317"/>
                  </a:cubicBezTo>
                  <a:lnTo>
                    <a:pt x="1" y="2470"/>
                  </a:lnTo>
                  <a:cubicBezTo>
                    <a:pt x="1" y="2629"/>
                    <a:pt x="159" y="2787"/>
                    <a:pt x="349" y="2787"/>
                  </a:cubicBezTo>
                  <a:lnTo>
                    <a:pt x="2471" y="2787"/>
                  </a:lnTo>
                  <a:cubicBezTo>
                    <a:pt x="2661" y="2787"/>
                    <a:pt x="2819" y="2629"/>
                    <a:pt x="2819" y="2470"/>
                  </a:cubicBezTo>
                  <a:lnTo>
                    <a:pt x="2819" y="317"/>
                  </a:lnTo>
                  <a:cubicBezTo>
                    <a:pt x="2819" y="127"/>
                    <a:pt x="2661" y="0"/>
                    <a:pt x="2471" y="0"/>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3"/>
            <p:cNvSpPr/>
            <p:nvPr/>
          </p:nvSpPr>
          <p:spPr>
            <a:xfrm>
              <a:off x="5565650" y="3215725"/>
              <a:ext cx="68100" cy="68125"/>
            </a:xfrm>
            <a:custGeom>
              <a:rect b="b" l="l" r="r" t="t"/>
              <a:pathLst>
                <a:path extrusionOk="0" h="2725" w="2724">
                  <a:moveTo>
                    <a:pt x="2027" y="666"/>
                  </a:moveTo>
                  <a:lnTo>
                    <a:pt x="2027" y="2059"/>
                  </a:lnTo>
                  <a:lnTo>
                    <a:pt x="665" y="2059"/>
                  </a:lnTo>
                  <a:lnTo>
                    <a:pt x="665" y="666"/>
                  </a:lnTo>
                  <a:close/>
                  <a:moveTo>
                    <a:pt x="317" y="1"/>
                  </a:moveTo>
                  <a:cubicBezTo>
                    <a:pt x="127" y="1"/>
                    <a:pt x="0" y="159"/>
                    <a:pt x="0" y="349"/>
                  </a:cubicBezTo>
                  <a:lnTo>
                    <a:pt x="0" y="2408"/>
                  </a:lnTo>
                  <a:cubicBezTo>
                    <a:pt x="0" y="2566"/>
                    <a:pt x="127" y="2724"/>
                    <a:pt x="317" y="2724"/>
                  </a:cubicBezTo>
                  <a:lnTo>
                    <a:pt x="2375" y="2724"/>
                  </a:lnTo>
                  <a:cubicBezTo>
                    <a:pt x="2565" y="2724"/>
                    <a:pt x="2724" y="2566"/>
                    <a:pt x="2692" y="2408"/>
                  </a:cubicBezTo>
                  <a:lnTo>
                    <a:pt x="2692" y="349"/>
                  </a:lnTo>
                  <a:cubicBezTo>
                    <a:pt x="2692" y="159"/>
                    <a:pt x="2565" y="1"/>
                    <a:pt x="2375"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3"/>
            <p:cNvSpPr/>
            <p:nvPr/>
          </p:nvSpPr>
          <p:spPr>
            <a:xfrm>
              <a:off x="6265525" y="3410500"/>
              <a:ext cx="182125" cy="75225"/>
            </a:xfrm>
            <a:custGeom>
              <a:rect b="b" l="l" r="r" t="t"/>
              <a:pathLst>
                <a:path extrusionOk="0" h="3009" w="7285">
                  <a:moveTo>
                    <a:pt x="6619" y="665"/>
                  </a:moveTo>
                  <a:lnTo>
                    <a:pt x="6619" y="2344"/>
                  </a:lnTo>
                  <a:lnTo>
                    <a:pt x="666" y="2344"/>
                  </a:lnTo>
                  <a:lnTo>
                    <a:pt x="666" y="665"/>
                  </a:lnTo>
                  <a:close/>
                  <a:moveTo>
                    <a:pt x="349" y="0"/>
                  </a:moveTo>
                  <a:cubicBezTo>
                    <a:pt x="159" y="0"/>
                    <a:pt x="1" y="159"/>
                    <a:pt x="1" y="349"/>
                  </a:cubicBezTo>
                  <a:lnTo>
                    <a:pt x="1" y="2660"/>
                  </a:lnTo>
                  <a:cubicBezTo>
                    <a:pt x="1" y="2850"/>
                    <a:pt x="159" y="3009"/>
                    <a:pt x="349" y="3009"/>
                  </a:cubicBezTo>
                  <a:lnTo>
                    <a:pt x="6936" y="3009"/>
                  </a:lnTo>
                  <a:cubicBezTo>
                    <a:pt x="7126" y="3009"/>
                    <a:pt x="7285" y="2850"/>
                    <a:pt x="7285" y="2660"/>
                  </a:cubicBezTo>
                  <a:lnTo>
                    <a:pt x="7285" y="349"/>
                  </a:lnTo>
                  <a:cubicBezTo>
                    <a:pt x="7285" y="159"/>
                    <a:pt x="7126" y="0"/>
                    <a:pt x="6936" y="0"/>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3"/>
            <p:cNvSpPr/>
            <p:nvPr/>
          </p:nvSpPr>
          <p:spPr>
            <a:xfrm>
              <a:off x="5517350" y="4004275"/>
              <a:ext cx="148875" cy="74450"/>
            </a:xfrm>
            <a:custGeom>
              <a:rect b="b" l="l" r="r" t="t"/>
              <a:pathLst>
                <a:path extrusionOk="0" h="2978" w="5955">
                  <a:moveTo>
                    <a:pt x="5289" y="666"/>
                  </a:moveTo>
                  <a:lnTo>
                    <a:pt x="5289" y="2313"/>
                  </a:lnTo>
                  <a:lnTo>
                    <a:pt x="665" y="2313"/>
                  </a:lnTo>
                  <a:lnTo>
                    <a:pt x="665" y="666"/>
                  </a:lnTo>
                  <a:close/>
                  <a:moveTo>
                    <a:pt x="349" y="1"/>
                  </a:moveTo>
                  <a:cubicBezTo>
                    <a:pt x="159" y="1"/>
                    <a:pt x="0" y="128"/>
                    <a:pt x="0" y="318"/>
                  </a:cubicBezTo>
                  <a:lnTo>
                    <a:pt x="0" y="2629"/>
                  </a:lnTo>
                  <a:cubicBezTo>
                    <a:pt x="0" y="2819"/>
                    <a:pt x="159" y="2978"/>
                    <a:pt x="349" y="2978"/>
                  </a:cubicBezTo>
                  <a:lnTo>
                    <a:pt x="5606" y="2978"/>
                  </a:lnTo>
                  <a:cubicBezTo>
                    <a:pt x="5796" y="2978"/>
                    <a:pt x="5954" y="2819"/>
                    <a:pt x="5954" y="2629"/>
                  </a:cubicBezTo>
                  <a:lnTo>
                    <a:pt x="5954" y="318"/>
                  </a:lnTo>
                  <a:cubicBezTo>
                    <a:pt x="5954" y="128"/>
                    <a:pt x="5796" y="1"/>
                    <a:pt x="5606"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3"/>
            <p:cNvSpPr/>
            <p:nvPr/>
          </p:nvSpPr>
          <p:spPr>
            <a:xfrm>
              <a:off x="5697850" y="4004275"/>
              <a:ext cx="87125" cy="74450"/>
            </a:xfrm>
            <a:custGeom>
              <a:rect b="b" l="l" r="r" t="t"/>
              <a:pathLst>
                <a:path extrusionOk="0" h="2978" w="3485">
                  <a:moveTo>
                    <a:pt x="2819" y="666"/>
                  </a:moveTo>
                  <a:lnTo>
                    <a:pt x="2819" y="2313"/>
                  </a:lnTo>
                  <a:lnTo>
                    <a:pt x="666" y="2313"/>
                  </a:lnTo>
                  <a:lnTo>
                    <a:pt x="666" y="666"/>
                  </a:lnTo>
                  <a:close/>
                  <a:moveTo>
                    <a:pt x="318" y="1"/>
                  </a:moveTo>
                  <a:cubicBezTo>
                    <a:pt x="159" y="1"/>
                    <a:pt x="1" y="128"/>
                    <a:pt x="1" y="318"/>
                  </a:cubicBezTo>
                  <a:lnTo>
                    <a:pt x="1" y="2629"/>
                  </a:lnTo>
                  <a:cubicBezTo>
                    <a:pt x="1" y="2819"/>
                    <a:pt x="159" y="2978"/>
                    <a:pt x="318" y="2978"/>
                  </a:cubicBezTo>
                  <a:lnTo>
                    <a:pt x="3136" y="2978"/>
                  </a:lnTo>
                  <a:cubicBezTo>
                    <a:pt x="3326" y="2978"/>
                    <a:pt x="3484" y="2819"/>
                    <a:pt x="3484" y="2629"/>
                  </a:cubicBezTo>
                  <a:lnTo>
                    <a:pt x="3484" y="318"/>
                  </a:lnTo>
                  <a:cubicBezTo>
                    <a:pt x="3484" y="128"/>
                    <a:pt x="3326" y="1"/>
                    <a:pt x="3136"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3"/>
            <p:cNvSpPr/>
            <p:nvPr/>
          </p:nvSpPr>
          <p:spPr>
            <a:xfrm>
              <a:off x="6430200" y="4004275"/>
              <a:ext cx="57825" cy="57050"/>
            </a:xfrm>
            <a:custGeom>
              <a:rect b="b" l="l" r="r" t="t"/>
              <a:pathLst>
                <a:path extrusionOk="0" h="2282" w="2313">
                  <a:moveTo>
                    <a:pt x="1648" y="666"/>
                  </a:moveTo>
                  <a:lnTo>
                    <a:pt x="1648" y="1616"/>
                  </a:lnTo>
                  <a:lnTo>
                    <a:pt x="698" y="1616"/>
                  </a:lnTo>
                  <a:lnTo>
                    <a:pt x="698" y="666"/>
                  </a:lnTo>
                  <a:close/>
                  <a:moveTo>
                    <a:pt x="349" y="1"/>
                  </a:moveTo>
                  <a:cubicBezTo>
                    <a:pt x="159" y="1"/>
                    <a:pt x="1" y="128"/>
                    <a:pt x="1" y="318"/>
                  </a:cubicBezTo>
                  <a:lnTo>
                    <a:pt x="1" y="1964"/>
                  </a:lnTo>
                  <a:cubicBezTo>
                    <a:pt x="1" y="2123"/>
                    <a:pt x="159" y="2281"/>
                    <a:pt x="349" y="2281"/>
                  </a:cubicBezTo>
                  <a:lnTo>
                    <a:pt x="1964" y="2281"/>
                  </a:lnTo>
                  <a:cubicBezTo>
                    <a:pt x="2154" y="2281"/>
                    <a:pt x="2313" y="2123"/>
                    <a:pt x="2313" y="1964"/>
                  </a:cubicBezTo>
                  <a:lnTo>
                    <a:pt x="2313" y="318"/>
                  </a:lnTo>
                  <a:cubicBezTo>
                    <a:pt x="2313" y="128"/>
                    <a:pt x="2154" y="1"/>
                    <a:pt x="1964"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3"/>
            <p:cNvSpPr/>
            <p:nvPr/>
          </p:nvSpPr>
          <p:spPr>
            <a:xfrm>
              <a:off x="3492900" y="3838025"/>
              <a:ext cx="2062475" cy="228050"/>
            </a:xfrm>
            <a:custGeom>
              <a:rect b="b" l="l" r="r" t="t"/>
              <a:pathLst>
                <a:path extrusionOk="0" h="9122" w="82499">
                  <a:moveTo>
                    <a:pt x="1" y="0"/>
                  </a:moveTo>
                  <a:lnTo>
                    <a:pt x="1" y="5004"/>
                  </a:lnTo>
                  <a:cubicBezTo>
                    <a:pt x="1" y="7284"/>
                    <a:pt x="1837" y="9121"/>
                    <a:pt x="4118" y="9121"/>
                  </a:cubicBezTo>
                  <a:lnTo>
                    <a:pt x="78350" y="9121"/>
                  </a:lnTo>
                  <a:cubicBezTo>
                    <a:pt x="80630" y="9121"/>
                    <a:pt x="82498" y="7284"/>
                    <a:pt x="82498" y="5004"/>
                  </a:cubicBezTo>
                  <a:lnTo>
                    <a:pt x="82498" y="0"/>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3"/>
            <p:cNvSpPr/>
            <p:nvPr/>
          </p:nvSpPr>
          <p:spPr>
            <a:xfrm>
              <a:off x="3492900" y="2784250"/>
              <a:ext cx="2061675" cy="1053800"/>
            </a:xfrm>
            <a:custGeom>
              <a:rect b="b" l="l" r="r" t="t"/>
              <a:pathLst>
                <a:path extrusionOk="0" h="42152" w="82467">
                  <a:moveTo>
                    <a:pt x="4118" y="0"/>
                  </a:moveTo>
                  <a:cubicBezTo>
                    <a:pt x="1837" y="0"/>
                    <a:pt x="1" y="1837"/>
                    <a:pt x="1" y="4117"/>
                  </a:cubicBezTo>
                  <a:lnTo>
                    <a:pt x="1" y="42151"/>
                  </a:lnTo>
                  <a:lnTo>
                    <a:pt x="82467" y="42151"/>
                  </a:lnTo>
                  <a:lnTo>
                    <a:pt x="82467" y="4117"/>
                  </a:lnTo>
                  <a:cubicBezTo>
                    <a:pt x="82467" y="1837"/>
                    <a:pt x="80630" y="0"/>
                    <a:pt x="78350" y="0"/>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3"/>
            <p:cNvSpPr/>
            <p:nvPr/>
          </p:nvSpPr>
          <p:spPr>
            <a:xfrm>
              <a:off x="4313125" y="4066050"/>
              <a:ext cx="437850" cy="106900"/>
            </a:xfrm>
            <a:custGeom>
              <a:rect b="b" l="l" r="r" t="t"/>
              <a:pathLst>
                <a:path extrusionOk="0" h="4276" w="17514">
                  <a:moveTo>
                    <a:pt x="1" y="0"/>
                  </a:moveTo>
                  <a:lnTo>
                    <a:pt x="8425" y="2059"/>
                  </a:lnTo>
                  <a:lnTo>
                    <a:pt x="17514" y="4275"/>
                  </a:lnTo>
                  <a:cubicBezTo>
                    <a:pt x="17102" y="3040"/>
                    <a:pt x="16849" y="1647"/>
                    <a:pt x="16849" y="0"/>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3"/>
            <p:cNvSpPr/>
            <p:nvPr/>
          </p:nvSpPr>
          <p:spPr>
            <a:xfrm>
              <a:off x="4103325" y="4066050"/>
              <a:ext cx="841625" cy="291375"/>
            </a:xfrm>
            <a:custGeom>
              <a:rect b="b" l="l" r="r" t="t"/>
              <a:pathLst>
                <a:path extrusionOk="0" h="11655" w="33665">
                  <a:moveTo>
                    <a:pt x="8393" y="0"/>
                  </a:moveTo>
                  <a:cubicBezTo>
                    <a:pt x="8393" y="9596"/>
                    <a:pt x="0" y="11654"/>
                    <a:pt x="0" y="11654"/>
                  </a:cubicBezTo>
                  <a:lnTo>
                    <a:pt x="33665" y="11654"/>
                  </a:lnTo>
                  <a:cubicBezTo>
                    <a:pt x="33665" y="11654"/>
                    <a:pt x="27869" y="10229"/>
                    <a:pt x="25906" y="4275"/>
                  </a:cubicBezTo>
                  <a:lnTo>
                    <a:pt x="16817" y="2059"/>
                  </a:lnTo>
                  <a:lnTo>
                    <a:pt x="8393" y="0"/>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3"/>
            <p:cNvSpPr/>
            <p:nvPr/>
          </p:nvSpPr>
          <p:spPr>
            <a:xfrm>
              <a:off x="4098575" y="4344725"/>
              <a:ext cx="850325" cy="71275"/>
            </a:xfrm>
            <a:custGeom>
              <a:rect b="b" l="l" r="r" t="t"/>
              <a:pathLst>
                <a:path extrusionOk="0" h="2851" w="34013">
                  <a:moveTo>
                    <a:pt x="1045" y="1"/>
                  </a:moveTo>
                  <a:cubicBezTo>
                    <a:pt x="475" y="1"/>
                    <a:pt x="0" y="476"/>
                    <a:pt x="0" y="1046"/>
                  </a:cubicBezTo>
                  <a:lnTo>
                    <a:pt x="0" y="1806"/>
                  </a:lnTo>
                  <a:cubicBezTo>
                    <a:pt x="0" y="2376"/>
                    <a:pt x="475" y="2851"/>
                    <a:pt x="1045" y="2851"/>
                  </a:cubicBezTo>
                  <a:lnTo>
                    <a:pt x="32968" y="2851"/>
                  </a:lnTo>
                  <a:cubicBezTo>
                    <a:pt x="33538" y="2851"/>
                    <a:pt x="34013" y="2376"/>
                    <a:pt x="34013" y="1806"/>
                  </a:cubicBezTo>
                  <a:lnTo>
                    <a:pt x="34013" y="1046"/>
                  </a:lnTo>
                  <a:cubicBezTo>
                    <a:pt x="34013" y="476"/>
                    <a:pt x="33538" y="1"/>
                    <a:pt x="329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3"/>
            <p:cNvSpPr/>
            <p:nvPr/>
          </p:nvSpPr>
          <p:spPr>
            <a:xfrm>
              <a:off x="2780350" y="3284150"/>
              <a:ext cx="666650" cy="397925"/>
            </a:xfrm>
            <a:custGeom>
              <a:rect b="b" l="l" r="r" t="t"/>
              <a:pathLst>
                <a:path extrusionOk="0" h="15917" w="26666">
                  <a:moveTo>
                    <a:pt x="23392" y="0"/>
                  </a:moveTo>
                  <a:cubicBezTo>
                    <a:pt x="23034" y="0"/>
                    <a:pt x="22670" y="78"/>
                    <a:pt x="22327" y="241"/>
                  </a:cubicBezTo>
                  <a:lnTo>
                    <a:pt x="1711" y="10470"/>
                  </a:lnTo>
                  <a:cubicBezTo>
                    <a:pt x="507" y="11040"/>
                    <a:pt x="0" y="12496"/>
                    <a:pt x="602" y="13700"/>
                  </a:cubicBezTo>
                  <a:lnTo>
                    <a:pt x="1711" y="15917"/>
                  </a:lnTo>
                  <a:lnTo>
                    <a:pt x="26666" y="3566"/>
                  </a:lnTo>
                  <a:lnTo>
                    <a:pt x="25589" y="1349"/>
                  </a:lnTo>
                  <a:cubicBezTo>
                    <a:pt x="25159" y="489"/>
                    <a:pt x="24292" y="0"/>
                    <a:pt x="23392"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3"/>
            <p:cNvSpPr/>
            <p:nvPr/>
          </p:nvSpPr>
          <p:spPr>
            <a:xfrm>
              <a:off x="2823100" y="3373275"/>
              <a:ext cx="950100" cy="969100"/>
            </a:xfrm>
            <a:custGeom>
              <a:rect b="b" l="l" r="r" t="t"/>
              <a:pathLst>
                <a:path extrusionOk="0" h="38764" w="38004">
                  <a:moveTo>
                    <a:pt x="24956" y="1"/>
                  </a:moveTo>
                  <a:lnTo>
                    <a:pt x="1" y="12352"/>
                  </a:lnTo>
                  <a:lnTo>
                    <a:pt x="13048" y="38764"/>
                  </a:lnTo>
                  <a:lnTo>
                    <a:pt x="38003" y="26413"/>
                  </a:lnTo>
                  <a:lnTo>
                    <a:pt x="24956" y="1"/>
                  </a:ln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3"/>
            <p:cNvSpPr/>
            <p:nvPr/>
          </p:nvSpPr>
          <p:spPr>
            <a:xfrm>
              <a:off x="3149300" y="4032775"/>
              <a:ext cx="674575" cy="414925"/>
            </a:xfrm>
            <a:custGeom>
              <a:rect b="b" l="l" r="r" t="t"/>
              <a:pathLst>
                <a:path extrusionOk="0" h="16597" w="26983">
                  <a:moveTo>
                    <a:pt x="24987" y="1"/>
                  </a:moveTo>
                  <a:lnTo>
                    <a:pt x="0" y="12384"/>
                  </a:lnTo>
                  <a:lnTo>
                    <a:pt x="1425" y="15234"/>
                  </a:lnTo>
                  <a:cubicBezTo>
                    <a:pt x="1854" y="16092"/>
                    <a:pt x="2719" y="16596"/>
                    <a:pt x="3616" y="16596"/>
                  </a:cubicBezTo>
                  <a:cubicBezTo>
                    <a:pt x="3976" y="16596"/>
                    <a:pt x="4342" y="16515"/>
                    <a:pt x="4687" y="16342"/>
                  </a:cubicBezTo>
                  <a:lnTo>
                    <a:pt x="25304" y="6145"/>
                  </a:lnTo>
                  <a:cubicBezTo>
                    <a:pt x="26507" y="5543"/>
                    <a:pt x="26982" y="4086"/>
                    <a:pt x="26412" y="2883"/>
                  </a:cubicBezTo>
                  <a:lnTo>
                    <a:pt x="24987" y="1"/>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3"/>
            <p:cNvSpPr/>
            <p:nvPr/>
          </p:nvSpPr>
          <p:spPr>
            <a:xfrm>
              <a:off x="3043200" y="3436475"/>
              <a:ext cx="129075" cy="73150"/>
            </a:xfrm>
            <a:custGeom>
              <a:rect b="b" l="l" r="r" t="t"/>
              <a:pathLst>
                <a:path extrusionOk="0" h="2926" w="5163">
                  <a:moveTo>
                    <a:pt x="4691" y="1"/>
                  </a:moveTo>
                  <a:cubicBezTo>
                    <a:pt x="4636" y="1"/>
                    <a:pt x="4580" y="13"/>
                    <a:pt x="4529" y="38"/>
                  </a:cubicBezTo>
                  <a:lnTo>
                    <a:pt x="286" y="2160"/>
                  </a:lnTo>
                  <a:cubicBezTo>
                    <a:pt x="96" y="2255"/>
                    <a:pt x="1" y="2476"/>
                    <a:pt x="96" y="2698"/>
                  </a:cubicBezTo>
                  <a:cubicBezTo>
                    <a:pt x="165" y="2837"/>
                    <a:pt x="319" y="2925"/>
                    <a:pt x="472" y="2925"/>
                  </a:cubicBezTo>
                  <a:cubicBezTo>
                    <a:pt x="528" y="2925"/>
                    <a:pt x="583" y="2914"/>
                    <a:pt x="634" y="2888"/>
                  </a:cubicBezTo>
                  <a:lnTo>
                    <a:pt x="4878" y="766"/>
                  </a:lnTo>
                  <a:cubicBezTo>
                    <a:pt x="5099" y="671"/>
                    <a:pt x="5163" y="418"/>
                    <a:pt x="5068" y="228"/>
                  </a:cubicBezTo>
                  <a:cubicBezTo>
                    <a:pt x="4998" y="89"/>
                    <a:pt x="4844" y="1"/>
                    <a:pt x="4691" y="1"/>
                  </a:cubicBezTo>
                  <a:close/>
                </a:path>
              </a:pathLst>
            </a:custGeom>
            <a:solidFill>
              <a:srgbClr val="252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3"/>
            <p:cNvSpPr/>
            <p:nvPr/>
          </p:nvSpPr>
          <p:spPr>
            <a:xfrm>
              <a:off x="3424825" y="4200850"/>
              <a:ext cx="148075" cy="97975"/>
            </a:xfrm>
            <a:custGeom>
              <a:rect b="b" l="l" r="r" t="t"/>
              <a:pathLst>
                <a:path extrusionOk="0" h="3919" w="5923">
                  <a:moveTo>
                    <a:pt x="4624" y="340"/>
                  </a:moveTo>
                  <a:cubicBezTo>
                    <a:pt x="4909" y="340"/>
                    <a:pt x="5194" y="498"/>
                    <a:pt x="5352" y="783"/>
                  </a:cubicBezTo>
                  <a:cubicBezTo>
                    <a:pt x="5542" y="1195"/>
                    <a:pt x="5384" y="1670"/>
                    <a:pt x="4972" y="1860"/>
                  </a:cubicBezTo>
                  <a:lnTo>
                    <a:pt x="1678" y="3507"/>
                  </a:lnTo>
                  <a:cubicBezTo>
                    <a:pt x="1562" y="3561"/>
                    <a:pt x="1440" y="3587"/>
                    <a:pt x="1320" y="3587"/>
                  </a:cubicBezTo>
                  <a:cubicBezTo>
                    <a:pt x="1018" y="3587"/>
                    <a:pt x="729" y="3422"/>
                    <a:pt x="570" y="3127"/>
                  </a:cubicBezTo>
                  <a:cubicBezTo>
                    <a:pt x="380" y="2747"/>
                    <a:pt x="538" y="2240"/>
                    <a:pt x="950" y="2050"/>
                  </a:cubicBezTo>
                  <a:lnTo>
                    <a:pt x="4244" y="403"/>
                  </a:lnTo>
                  <a:cubicBezTo>
                    <a:pt x="4370" y="372"/>
                    <a:pt x="4497" y="340"/>
                    <a:pt x="4624" y="340"/>
                  </a:cubicBezTo>
                  <a:close/>
                  <a:moveTo>
                    <a:pt x="4614" y="0"/>
                  </a:moveTo>
                  <a:cubicBezTo>
                    <a:pt x="4448" y="0"/>
                    <a:pt x="4279" y="38"/>
                    <a:pt x="4117" y="118"/>
                  </a:cubicBezTo>
                  <a:lnTo>
                    <a:pt x="823" y="1765"/>
                  </a:lnTo>
                  <a:cubicBezTo>
                    <a:pt x="253" y="2019"/>
                    <a:pt x="0" y="2715"/>
                    <a:pt x="285" y="3285"/>
                  </a:cubicBezTo>
                  <a:cubicBezTo>
                    <a:pt x="475" y="3697"/>
                    <a:pt x="887" y="3919"/>
                    <a:pt x="1330" y="3919"/>
                  </a:cubicBezTo>
                  <a:cubicBezTo>
                    <a:pt x="1488" y="3919"/>
                    <a:pt x="1678" y="3887"/>
                    <a:pt x="1837" y="3792"/>
                  </a:cubicBezTo>
                  <a:lnTo>
                    <a:pt x="5130" y="2177"/>
                  </a:lnTo>
                  <a:cubicBezTo>
                    <a:pt x="5700" y="1892"/>
                    <a:pt x="5922" y="1195"/>
                    <a:pt x="5637" y="625"/>
                  </a:cubicBezTo>
                  <a:cubicBezTo>
                    <a:pt x="5433" y="239"/>
                    <a:pt x="5034" y="0"/>
                    <a:pt x="4614" y="0"/>
                  </a:cubicBezTo>
                  <a:close/>
                </a:path>
              </a:pathLst>
            </a:custGeom>
            <a:solidFill>
              <a:srgbClr val="252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3"/>
            <p:cNvSpPr/>
            <p:nvPr/>
          </p:nvSpPr>
          <p:spPr>
            <a:xfrm>
              <a:off x="3085150" y="3823775"/>
              <a:ext cx="149675" cy="126700"/>
            </a:xfrm>
            <a:custGeom>
              <a:rect b="b" l="l" r="r" t="t"/>
              <a:pathLst>
                <a:path extrusionOk="0" h="5068" w="5987">
                  <a:moveTo>
                    <a:pt x="3770" y="0"/>
                  </a:moveTo>
                  <a:lnTo>
                    <a:pt x="1" y="3959"/>
                  </a:lnTo>
                  <a:lnTo>
                    <a:pt x="539" y="5067"/>
                  </a:lnTo>
                  <a:lnTo>
                    <a:pt x="5986" y="4497"/>
                  </a:lnTo>
                  <a:lnTo>
                    <a:pt x="5448" y="3389"/>
                  </a:lnTo>
                  <a:lnTo>
                    <a:pt x="1711" y="3801"/>
                  </a:lnTo>
                  <a:lnTo>
                    <a:pt x="4308" y="1109"/>
                  </a:lnTo>
                  <a:lnTo>
                    <a:pt x="3770" y="0"/>
                  </a:ln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3"/>
            <p:cNvSpPr/>
            <p:nvPr/>
          </p:nvSpPr>
          <p:spPr>
            <a:xfrm>
              <a:off x="3259350" y="3683625"/>
              <a:ext cx="58600" cy="311975"/>
            </a:xfrm>
            <a:custGeom>
              <a:rect b="b" l="l" r="r" t="t"/>
              <a:pathLst>
                <a:path extrusionOk="0" h="12479" w="2344">
                  <a:moveTo>
                    <a:pt x="1330" y="1"/>
                  </a:moveTo>
                  <a:lnTo>
                    <a:pt x="0" y="666"/>
                  </a:lnTo>
                  <a:lnTo>
                    <a:pt x="982" y="12479"/>
                  </a:lnTo>
                  <a:lnTo>
                    <a:pt x="2344" y="11813"/>
                  </a:lnTo>
                  <a:lnTo>
                    <a:pt x="1330" y="1"/>
                  </a:ln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3"/>
            <p:cNvSpPr/>
            <p:nvPr/>
          </p:nvSpPr>
          <p:spPr>
            <a:xfrm>
              <a:off x="3342475" y="3728775"/>
              <a:ext cx="149650" cy="126700"/>
            </a:xfrm>
            <a:custGeom>
              <a:rect b="b" l="l" r="r" t="t"/>
              <a:pathLst>
                <a:path extrusionOk="0" h="5068" w="5986">
                  <a:moveTo>
                    <a:pt x="5416" y="0"/>
                  </a:moveTo>
                  <a:lnTo>
                    <a:pt x="0" y="570"/>
                  </a:lnTo>
                  <a:lnTo>
                    <a:pt x="539" y="1710"/>
                  </a:lnTo>
                  <a:lnTo>
                    <a:pt x="4276" y="1267"/>
                  </a:lnTo>
                  <a:lnTo>
                    <a:pt x="1647" y="3959"/>
                  </a:lnTo>
                  <a:lnTo>
                    <a:pt x="2217" y="5067"/>
                  </a:lnTo>
                  <a:lnTo>
                    <a:pt x="5986" y="1109"/>
                  </a:lnTo>
                  <a:lnTo>
                    <a:pt x="5416" y="0"/>
                  </a:ln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3"/>
            <p:cNvSpPr/>
            <p:nvPr/>
          </p:nvSpPr>
          <p:spPr>
            <a:xfrm>
              <a:off x="3644925" y="3248200"/>
              <a:ext cx="1771100" cy="341250"/>
            </a:xfrm>
            <a:custGeom>
              <a:rect b="b" l="l" r="r" t="t"/>
              <a:pathLst>
                <a:path extrusionOk="0" h="13650" w="70844">
                  <a:moveTo>
                    <a:pt x="23340" y="0"/>
                  </a:moveTo>
                  <a:cubicBezTo>
                    <a:pt x="21123" y="0"/>
                    <a:pt x="19001" y="887"/>
                    <a:pt x="17418" y="2470"/>
                  </a:cubicBezTo>
                  <a:lnTo>
                    <a:pt x="9374" y="10483"/>
                  </a:lnTo>
                  <a:cubicBezTo>
                    <a:pt x="8012" y="11876"/>
                    <a:pt x="6144" y="12668"/>
                    <a:pt x="4180" y="12668"/>
                  </a:cubicBezTo>
                  <a:lnTo>
                    <a:pt x="0" y="12668"/>
                  </a:lnTo>
                  <a:lnTo>
                    <a:pt x="0" y="13649"/>
                  </a:lnTo>
                  <a:lnTo>
                    <a:pt x="4180" y="13649"/>
                  </a:lnTo>
                  <a:cubicBezTo>
                    <a:pt x="6429" y="13649"/>
                    <a:pt x="8519" y="12794"/>
                    <a:pt x="10102" y="11211"/>
                  </a:cubicBezTo>
                  <a:lnTo>
                    <a:pt x="18146" y="3167"/>
                  </a:lnTo>
                  <a:cubicBezTo>
                    <a:pt x="19571" y="1726"/>
                    <a:pt x="21456" y="1006"/>
                    <a:pt x="23344" y="1006"/>
                  </a:cubicBezTo>
                  <a:cubicBezTo>
                    <a:pt x="25232" y="1006"/>
                    <a:pt x="27125" y="1726"/>
                    <a:pt x="28566" y="3167"/>
                  </a:cubicBezTo>
                  <a:lnTo>
                    <a:pt x="32841" y="7474"/>
                  </a:lnTo>
                  <a:cubicBezTo>
                    <a:pt x="34424" y="9057"/>
                    <a:pt x="36546" y="9912"/>
                    <a:pt x="38763" y="9912"/>
                  </a:cubicBezTo>
                  <a:cubicBezTo>
                    <a:pt x="41011" y="9912"/>
                    <a:pt x="43102" y="9057"/>
                    <a:pt x="44685" y="7474"/>
                  </a:cubicBezTo>
                  <a:cubicBezTo>
                    <a:pt x="46079" y="6081"/>
                    <a:pt x="47947" y="5320"/>
                    <a:pt x="49910" y="5320"/>
                  </a:cubicBezTo>
                  <a:cubicBezTo>
                    <a:pt x="51874" y="5320"/>
                    <a:pt x="53711" y="6081"/>
                    <a:pt x="55104" y="7474"/>
                  </a:cubicBezTo>
                  <a:lnTo>
                    <a:pt x="55706" y="8076"/>
                  </a:lnTo>
                  <a:cubicBezTo>
                    <a:pt x="57337" y="9707"/>
                    <a:pt x="59482" y="10522"/>
                    <a:pt x="61628" y="10522"/>
                  </a:cubicBezTo>
                  <a:cubicBezTo>
                    <a:pt x="63774" y="10522"/>
                    <a:pt x="65919" y="9707"/>
                    <a:pt x="67550" y="8076"/>
                  </a:cubicBezTo>
                  <a:lnTo>
                    <a:pt x="70844" y="4782"/>
                  </a:lnTo>
                  <a:lnTo>
                    <a:pt x="70147" y="4054"/>
                  </a:lnTo>
                  <a:lnTo>
                    <a:pt x="66853" y="7379"/>
                  </a:lnTo>
                  <a:cubicBezTo>
                    <a:pt x="65412" y="8804"/>
                    <a:pt x="63528" y="9517"/>
                    <a:pt x="61644" y="9517"/>
                  </a:cubicBezTo>
                  <a:cubicBezTo>
                    <a:pt x="59760" y="9517"/>
                    <a:pt x="57875" y="8804"/>
                    <a:pt x="56434" y="7379"/>
                  </a:cubicBezTo>
                  <a:lnTo>
                    <a:pt x="55833" y="6746"/>
                  </a:lnTo>
                  <a:cubicBezTo>
                    <a:pt x="54249" y="5194"/>
                    <a:pt x="52127" y="4307"/>
                    <a:pt x="49910" y="4307"/>
                  </a:cubicBezTo>
                  <a:cubicBezTo>
                    <a:pt x="47662" y="4307"/>
                    <a:pt x="45572" y="5194"/>
                    <a:pt x="43988" y="6777"/>
                  </a:cubicBezTo>
                  <a:cubicBezTo>
                    <a:pt x="42547" y="8202"/>
                    <a:pt x="40663" y="8915"/>
                    <a:pt x="38779" y="8915"/>
                  </a:cubicBezTo>
                  <a:cubicBezTo>
                    <a:pt x="36894" y="8915"/>
                    <a:pt x="35010" y="8202"/>
                    <a:pt x="33569" y="6777"/>
                  </a:cubicBezTo>
                  <a:lnTo>
                    <a:pt x="29262" y="2470"/>
                  </a:lnTo>
                  <a:cubicBezTo>
                    <a:pt x="27679" y="887"/>
                    <a:pt x="25589" y="0"/>
                    <a:pt x="23340" y="0"/>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3"/>
            <p:cNvSpPr/>
            <p:nvPr/>
          </p:nvSpPr>
          <p:spPr>
            <a:xfrm>
              <a:off x="4161125" y="3203850"/>
              <a:ext cx="114025" cy="114025"/>
            </a:xfrm>
            <a:custGeom>
              <a:rect b="b" l="l" r="r" t="t"/>
              <a:pathLst>
                <a:path extrusionOk="0" h="4561" w="4561">
                  <a:moveTo>
                    <a:pt x="2280" y="349"/>
                  </a:moveTo>
                  <a:cubicBezTo>
                    <a:pt x="3325" y="349"/>
                    <a:pt x="4212" y="1204"/>
                    <a:pt x="4212" y="2281"/>
                  </a:cubicBezTo>
                  <a:cubicBezTo>
                    <a:pt x="4212" y="3358"/>
                    <a:pt x="3325" y="4213"/>
                    <a:pt x="2280" y="4213"/>
                  </a:cubicBezTo>
                  <a:cubicBezTo>
                    <a:pt x="1204" y="4213"/>
                    <a:pt x="317" y="3358"/>
                    <a:pt x="317" y="2281"/>
                  </a:cubicBezTo>
                  <a:cubicBezTo>
                    <a:pt x="317" y="1204"/>
                    <a:pt x="1204" y="349"/>
                    <a:pt x="2280" y="349"/>
                  </a:cubicBezTo>
                  <a:close/>
                  <a:moveTo>
                    <a:pt x="2280" y="1"/>
                  </a:moveTo>
                  <a:cubicBezTo>
                    <a:pt x="1014" y="1"/>
                    <a:pt x="0" y="1014"/>
                    <a:pt x="0" y="2281"/>
                  </a:cubicBezTo>
                  <a:cubicBezTo>
                    <a:pt x="0" y="3548"/>
                    <a:pt x="1014" y="4561"/>
                    <a:pt x="2280" y="4561"/>
                  </a:cubicBezTo>
                  <a:cubicBezTo>
                    <a:pt x="3516" y="4561"/>
                    <a:pt x="4561" y="3548"/>
                    <a:pt x="4561" y="2281"/>
                  </a:cubicBezTo>
                  <a:cubicBezTo>
                    <a:pt x="4561" y="1014"/>
                    <a:pt x="3516" y="1"/>
                    <a:pt x="2280"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a:off x="4571225" y="3445325"/>
              <a:ext cx="75250" cy="76025"/>
            </a:xfrm>
            <a:custGeom>
              <a:rect b="b" l="l" r="r" t="t"/>
              <a:pathLst>
                <a:path extrusionOk="0" h="3041" w="3010">
                  <a:moveTo>
                    <a:pt x="1489" y="349"/>
                  </a:moveTo>
                  <a:cubicBezTo>
                    <a:pt x="2154" y="349"/>
                    <a:pt x="2661" y="887"/>
                    <a:pt x="2661" y="1521"/>
                  </a:cubicBezTo>
                  <a:cubicBezTo>
                    <a:pt x="2661" y="2186"/>
                    <a:pt x="2154" y="2693"/>
                    <a:pt x="1489" y="2693"/>
                  </a:cubicBezTo>
                  <a:cubicBezTo>
                    <a:pt x="856" y="2693"/>
                    <a:pt x="318" y="2186"/>
                    <a:pt x="318" y="1521"/>
                  </a:cubicBezTo>
                  <a:cubicBezTo>
                    <a:pt x="318" y="887"/>
                    <a:pt x="856" y="349"/>
                    <a:pt x="1489" y="349"/>
                  </a:cubicBezTo>
                  <a:close/>
                  <a:moveTo>
                    <a:pt x="1489" y="1"/>
                  </a:moveTo>
                  <a:cubicBezTo>
                    <a:pt x="666" y="1"/>
                    <a:pt x="1" y="697"/>
                    <a:pt x="1" y="1521"/>
                  </a:cubicBezTo>
                  <a:cubicBezTo>
                    <a:pt x="1" y="2376"/>
                    <a:pt x="666" y="3041"/>
                    <a:pt x="1489" y="3041"/>
                  </a:cubicBezTo>
                  <a:cubicBezTo>
                    <a:pt x="2344" y="3041"/>
                    <a:pt x="3009" y="2376"/>
                    <a:pt x="3009" y="1521"/>
                  </a:cubicBezTo>
                  <a:cubicBezTo>
                    <a:pt x="3009" y="697"/>
                    <a:pt x="2344" y="1"/>
                    <a:pt x="1489"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p:nvPr/>
          </p:nvSpPr>
          <p:spPr>
            <a:xfrm>
              <a:off x="5119100" y="3445325"/>
              <a:ext cx="105325" cy="105325"/>
            </a:xfrm>
            <a:custGeom>
              <a:rect b="b" l="l" r="r" t="t"/>
              <a:pathLst>
                <a:path extrusionOk="0" h="4213" w="4213">
                  <a:moveTo>
                    <a:pt x="2123" y="349"/>
                  </a:moveTo>
                  <a:cubicBezTo>
                    <a:pt x="3073" y="349"/>
                    <a:pt x="3864" y="1141"/>
                    <a:pt x="3864" y="2122"/>
                  </a:cubicBezTo>
                  <a:cubicBezTo>
                    <a:pt x="3864" y="3073"/>
                    <a:pt x="3073" y="3864"/>
                    <a:pt x="2123" y="3864"/>
                  </a:cubicBezTo>
                  <a:cubicBezTo>
                    <a:pt x="1141" y="3864"/>
                    <a:pt x="349" y="3073"/>
                    <a:pt x="349" y="2122"/>
                  </a:cubicBezTo>
                  <a:cubicBezTo>
                    <a:pt x="349" y="1141"/>
                    <a:pt x="1141" y="349"/>
                    <a:pt x="2123" y="349"/>
                  </a:cubicBezTo>
                  <a:close/>
                  <a:moveTo>
                    <a:pt x="2123" y="1"/>
                  </a:moveTo>
                  <a:cubicBezTo>
                    <a:pt x="951" y="1"/>
                    <a:pt x="1" y="951"/>
                    <a:pt x="1" y="2122"/>
                  </a:cubicBezTo>
                  <a:cubicBezTo>
                    <a:pt x="1" y="3263"/>
                    <a:pt x="951" y="4213"/>
                    <a:pt x="2123" y="4213"/>
                  </a:cubicBezTo>
                  <a:cubicBezTo>
                    <a:pt x="3263" y="4213"/>
                    <a:pt x="4213" y="3263"/>
                    <a:pt x="4213" y="2122"/>
                  </a:cubicBezTo>
                  <a:cubicBezTo>
                    <a:pt x="4213" y="951"/>
                    <a:pt x="3263" y="1"/>
                    <a:pt x="2123"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a:off x="5355050" y="3305975"/>
              <a:ext cx="105325" cy="105325"/>
            </a:xfrm>
            <a:custGeom>
              <a:rect b="b" l="l" r="r" t="t"/>
              <a:pathLst>
                <a:path extrusionOk="0" h="4213" w="4213">
                  <a:moveTo>
                    <a:pt x="2090" y="349"/>
                  </a:moveTo>
                  <a:cubicBezTo>
                    <a:pt x="3072" y="349"/>
                    <a:pt x="3864" y="1141"/>
                    <a:pt x="3864" y="2123"/>
                  </a:cubicBezTo>
                  <a:cubicBezTo>
                    <a:pt x="3864" y="3073"/>
                    <a:pt x="3072" y="3865"/>
                    <a:pt x="2090" y="3865"/>
                  </a:cubicBezTo>
                  <a:cubicBezTo>
                    <a:pt x="1140" y="3865"/>
                    <a:pt x="349" y="3073"/>
                    <a:pt x="349" y="2091"/>
                  </a:cubicBezTo>
                  <a:cubicBezTo>
                    <a:pt x="349" y="1141"/>
                    <a:pt x="1140" y="349"/>
                    <a:pt x="2090" y="349"/>
                  </a:cubicBezTo>
                  <a:close/>
                  <a:moveTo>
                    <a:pt x="2090" y="1"/>
                  </a:moveTo>
                  <a:cubicBezTo>
                    <a:pt x="950" y="1"/>
                    <a:pt x="0" y="951"/>
                    <a:pt x="0" y="2123"/>
                  </a:cubicBezTo>
                  <a:cubicBezTo>
                    <a:pt x="0" y="3263"/>
                    <a:pt x="950" y="4213"/>
                    <a:pt x="2090" y="4213"/>
                  </a:cubicBezTo>
                  <a:cubicBezTo>
                    <a:pt x="3262" y="4213"/>
                    <a:pt x="4212" y="3263"/>
                    <a:pt x="4212" y="2123"/>
                  </a:cubicBezTo>
                  <a:cubicBezTo>
                    <a:pt x="4212" y="951"/>
                    <a:pt x="3262" y="1"/>
                    <a:pt x="2090"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a:off x="5377200" y="3328150"/>
              <a:ext cx="61000" cy="61000"/>
            </a:xfrm>
            <a:custGeom>
              <a:rect b="b" l="l" r="r" t="t"/>
              <a:pathLst>
                <a:path extrusionOk="0" h="2440" w="2440">
                  <a:moveTo>
                    <a:pt x="1204" y="1"/>
                  </a:moveTo>
                  <a:cubicBezTo>
                    <a:pt x="539" y="1"/>
                    <a:pt x="1" y="539"/>
                    <a:pt x="1" y="1204"/>
                  </a:cubicBezTo>
                  <a:cubicBezTo>
                    <a:pt x="1" y="1901"/>
                    <a:pt x="539" y="2439"/>
                    <a:pt x="1204" y="2439"/>
                  </a:cubicBezTo>
                  <a:cubicBezTo>
                    <a:pt x="1869" y="2439"/>
                    <a:pt x="2439" y="1901"/>
                    <a:pt x="2439" y="1204"/>
                  </a:cubicBezTo>
                  <a:cubicBezTo>
                    <a:pt x="2439" y="539"/>
                    <a:pt x="1869" y="1"/>
                    <a:pt x="1204"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a:off x="3592650" y="3524500"/>
              <a:ext cx="104550" cy="105325"/>
            </a:xfrm>
            <a:custGeom>
              <a:rect b="b" l="l" r="r" t="t"/>
              <a:pathLst>
                <a:path extrusionOk="0" h="4213" w="4182">
                  <a:moveTo>
                    <a:pt x="2091" y="349"/>
                  </a:moveTo>
                  <a:cubicBezTo>
                    <a:pt x="3073" y="349"/>
                    <a:pt x="3864" y="1109"/>
                    <a:pt x="3864" y="2091"/>
                  </a:cubicBezTo>
                  <a:cubicBezTo>
                    <a:pt x="3864" y="3072"/>
                    <a:pt x="3073" y="3864"/>
                    <a:pt x="2091" y="3864"/>
                  </a:cubicBezTo>
                  <a:cubicBezTo>
                    <a:pt x="1141" y="3864"/>
                    <a:pt x="349" y="3072"/>
                    <a:pt x="349" y="2091"/>
                  </a:cubicBezTo>
                  <a:cubicBezTo>
                    <a:pt x="349" y="1141"/>
                    <a:pt x="1109" y="349"/>
                    <a:pt x="2091" y="349"/>
                  </a:cubicBezTo>
                  <a:close/>
                  <a:moveTo>
                    <a:pt x="2091" y="1"/>
                  </a:moveTo>
                  <a:cubicBezTo>
                    <a:pt x="951" y="1"/>
                    <a:pt x="1" y="951"/>
                    <a:pt x="1" y="2091"/>
                  </a:cubicBezTo>
                  <a:cubicBezTo>
                    <a:pt x="1" y="3262"/>
                    <a:pt x="951" y="4213"/>
                    <a:pt x="2091" y="4213"/>
                  </a:cubicBezTo>
                  <a:cubicBezTo>
                    <a:pt x="3263" y="4213"/>
                    <a:pt x="4181" y="3262"/>
                    <a:pt x="4181" y="2091"/>
                  </a:cubicBezTo>
                  <a:cubicBezTo>
                    <a:pt x="4181" y="951"/>
                    <a:pt x="3263" y="1"/>
                    <a:pt x="2091"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a:off x="3614825" y="3546675"/>
              <a:ext cx="61000" cy="60975"/>
            </a:xfrm>
            <a:custGeom>
              <a:rect b="b" l="l" r="r" t="t"/>
              <a:pathLst>
                <a:path extrusionOk="0" h="2439" w="2440">
                  <a:moveTo>
                    <a:pt x="1204" y="0"/>
                  </a:moveTo>
                  <a:cubicBezTo>
                    <a:pt x="539" y="0"/>
                    <a:pt x="1" y="539"/>
                    <a:pt x="1" y="1204"/>
                  </a:cubicBezTo>
                  <a:cubicBezTo>
                    <a:pt x="1" y="1900"/>
                    <a:pt x="539" y="2439"/>
                    <a:pt x="1204" y="2439"/>
                  </a:cubicBezTo>
                  <a:cubicBezTo>
                    <a:pt x="1869" y="2439"/>
                    <a:pt x="2439" y="1900"/>
                    <a:pt x="2439" y="1204"/>
                  </a:cubicBezTo>
                  <a:cubicBezTo>
                    <a:pt x="2439" y="539"/>
                    <a:pt x="1869" y="0"/>
                    <a:pt x="1204" y="0"/>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a:off x="4880000" y="2948925"/>
              <a:ext cx="173425" cy="24550"/>
            </a:xfrm>
            <a:custGeom>
              <a:rect b="b" l="l" r="r" t="t"/>
              <a:pathLst>
                <a:path extrusionOk="0" h="982" w="6937">
                  <a:moveTo>
                    <a:pt x="507" y="0"/>
                  </a:moveTo>
                  <a:cubicBezTo>
                    <a:pt x="222" y="0"/>
                    <a:pt x="1" y="222"/>
                    <a:pt x="1" y="507"/>
                  </a:cubicBezTo>
                  <a:cubicBezTo>
                    <a:pt x="1" y="760"/>
                    <a:pt x="222" y="982"/>
                    <a:pt x="507" y="982"/>
                  </a:cubicBezTo>
                  <a:lnTo>
                    <a:pt x="6430" y="982"/>
                  </a:lnTo>
                  <a:cubicBezTo>
                    <a:pt x="6715" y="982"/>
                    <a:pt x="6936" y="760"/>
                    <a:pt x="6936" y="507"/>
                  </a:cubicBezTo>
                  <a:cubicBezTo>
                    <a:pt x="6936" y="222"/>
                    <a:pt x="6715" y="0"/>
                    <a:pt x="6430" y="0"/>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a:off x="5108025" y="2948925"/>
              <a:ext cx="81575" cy="24550"/>
            </a:xfrm>
            <a:custGeom>
              <a:rect b="b" l="l" r="r" t="t"/>
              <a:pathLst>
                <a:path extrusionOk="0" h="982" w="3263">
                  <a:moveTo>
                    <a:pt x="507" y="0"/>
                  </a:moveTo>
                  <a:cubicBezTo>
                    <a:pt x="222" y="0"/>
                    <a:pt x="0" y="222"/>
                    <a:pt x="0" y="507"/>
                  </a:cubicBezTo>
                  <a:cubicBezTo>
                    <a:pt x="0" y="760"/>
                    <a:pt x="222" y="982"/>
                    <a:pt x="507" y="982"/>
                  </a:cubicBezTo>
                  <a:lnTo>
                    <a:pt x="2756" y="982"/>
                  </a:lnTo>
                  <a:cubicBezTo>
                    <a:pt x="3041" y="982"/>
                    <a:pt x="3262" y="760"/>
                    <a:pt x="3262" y="507"/>
                  </a:cubicBezTo>
                  <a:cubicBezTo>
                    <a:pt x="3262" y="222"/>
                    <a:pt x="3041" y="0"/>
                    <a:pt x="2756" y="0"/>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a:off x="5300425" y="2948925"/>
              <a:ext cx="58600" cy="24550"/>
            </a:xfrm>
            <a:custGeom>
              <a:rect b="b" l="l" r="r" t="t"/>
              <a:pathLst>
                <a:path extrusionOk="0" h="982" w="2344">
                  <a:moveTo>
                    <a:pt x="507" y="0"/>
                  </a:moveTo>
                  <a:cubicBezTo>
                    <a:pt x="222" y="0"/>
                    <a:pt x="0" y="222"/>
                    <a:pt x="0" y="507"/>
                  </a:cubicBezTo>
                  <a:cubicBezTo>
                    <a:pt x="0" y="760"/>
                    <a:pt x="222" y="982"/>
                    <a:pt x="507" y="982"/>
                  </a:cubicBezTo>
                  <a:lnTo>
                    <a:pt x="1837" y="982"/>
                  </a:lnTo>
                  <a:cubicBezTo>
                    <a:pt x="2122" y="982"/>
                    <a:pt x="2344" y="760"/>
                    <a:pt x="2344" y="507"/>
                  </a:cubicBezTo>
                  <a:cubicBezTo>
                    <a:pt x="2344" y="222"/>
                    <a:pt x="2122" y="0"/>
                    <a:pt x="1837" y="0"/>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a:off x="5127025" y="3021750"/>
              <a:ext cx="197950" cy="25375"/>
            </a:xfrm>
            <a:custGeom>
              <a:rect b="b" l="l" r="r" t="t"/>
              <a:pathLst>
                <a:path extrusionOk="0" h="1015" w="7918">
                  <a:moveTo>
                    <a:pt x="507" y="1"/>
                  </a:moveTo>
                  <a:cubicBezTo>
                    <a:pt x="222" y="1"/>
                    <a:pt x="1" y="222"/>
                    <a:pt x="1" y="508"/>
                  </a:cubicBezTo>
                  <a:cubicBezTo>
                    <a:pt x="1" y="793"/>
                    <a:pt x="222" y="1014"/>
                    <a:pt x="507" y="1014"/>
                  </a:cubicBezTo>
                  <a:lnTo>
                    <a:pt x="7443" y="1014"/>
                  </a:lnTo>
                  <a:cubicBezTo>
                    <a:pt x="7696" y="1014"/>
                    <a:pt x="7918" y="793"/>
                    <a:pt x="7918" y="508"/>
                  </a:cubicBezTo>
                  <a:cubicBezTo>
                    <a:pt x="7918" y="222"/>
                    <a:pt x="7696" y="1"/>
                    <a:pt x="7443"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a:off x="3979025" y="3617125"/>
              <a:ext cx="119575" cy="24575"/>
            </a:xfrm>
            <a:custGeom>
              <a:rect b="b" l="l" r="r" t="t"/>
              <a:pathLst>
                <a:path extrusionOk="0" h="983" w="4783">
                  <a:moveTo>
                    <a:pt x="507" y="1"/>
                  </a:moveTo>
                  <a:cubicBezTo>
                    <a:pt x="222" y="1"/>
                    <a:pt x="0" y="222"/>
                    <a:pt x="0" y="508"/>
                  </a:cubicBezTo>
                  <a:cubicBezTo>
                    <a:pt x="0" y="761"/>
                    <a:pt x="222" y="983"/>
                    <a:pt x="507" y="983"/>
                  </a:cubicBezTo>
                  <a:lnTo>
                    <a:pt x="4307" y="983"/>
                  </a:lnTo>
                  <a:cubicBezTo>
                    <a:pt x="4561" y="983"/>
                    <a:pt x="4782" y="761"/>
                    <a:pt x="4782" y="508"/>
                  </a:cubicBezTo>
                  <a:cubicBezTo>
                    <a:pt x="4782" y="222"/>
                    <a:pt x="4561" y="1"/>
                    <a:pt x="4307"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a:off x="4148450" y="3617125"/>
              <a:ext cx="50700" cy="24575"/>
            </a:xfrm>
            <a:custGeom>
              <a:rect b="b" l="l" r="r" t="t"/>
              <a:pathLst>
                <a:path extrusionOk="0" h="983" w="2028">
                  <a:moveTo>
                    <a:pt x="507" y="1"/>
                  </a:moveTo>
                  <a:cubicBezTo>
                    <a:pt x="222" y="1"/>
                    <a:pt x="1" y="222"/>
                    <a:pt x="1" y="508"/>
                  </a:cubicBezTo>
                  <a:cubicBezTo>
                    <a:pt x="1" y="761"/>
                    <a:pt x="222" y="983"/>
                    <a:pt x="507" y="983"/>
                  </a:cubicBezTo>
                  <a:lnTo>
                    <a:pt x="1521" y="983"/>
                  </a:lnTo>
                  <a:cubicBezTo>
                    <a:pt x="1806" y="983"/>
                    <a:pt x="2027" y="761"/>
                    <a:pt x="2027" y="508"/>
                  </a:cubicBezTo>
                  <a:cubicBezTo>
                    <a:pt x="2027" y="222"/>
                    <a:pt x="1806" y="1"/>
                    <a:pt x="1521"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a:off x="4750175" y="3617125"/>
              <a:ext cx="136975" cy="24575"/>
            </a:xfrm>
            <a:custGeom>
              <a:rect b="b" l="l" r="r" t="t"/>
              <a:pathLst>
                <a:path extrusionOk="0" h="983" w="5479">
                  <a:moveTo>
                    <a:pt x="475" y="1"/>
                  </a:moveTo>
                  <a:cubicBezTo>
                    <a:pt x="222" y="1"/>
                    <a:pt x="0" y="222"/>
                    <a:pt x="0" y="508"/>
                  </a:cubicBezTo>
                  <a:cubicBezTo>
                    <a:pt x="0" y="761"/>
                    <a:pt x="222" y="983"/>
                    <a:pt x="475" y="983"/>
                  </a:cubicBezTo>
                  <a:lnTo>
                    <a:pt x="4972" y="983"/>
                  </a:lnTo>
                  <a:cubicBezTo>
                    <a:pt x="5257" y="983"/>
                    <a:pt x="5479" y="761"/>
                    <a:pt x="5479" y="508"/>
                  </a:cubicBezTo>
                  <a:cubicBezTo>
                    <a:pt x="5479" y="222"/>
                    <a:pt x="5257" y="1"/>
                    <a:pt x="4972"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a:off x="4933850" y="3617125"/>
              <a:ext cx="58600" cy="24575"/>
            </a:xfrm>
            <a:custGeom>
              <a:rect b="b" l="l" r="r" t="t"/>
              <a:pathLst>
                <a:path extrusionOk="0" h="983" w="2344">
                  <a:moveTo>
                    <a:pt x="507" y="1"/>
                  </a:moveTo>
                  <a:cubicBezTo>
                    <a:pt x="222" y="1"/>
                    <a:pt x="0" y="222"/>
                    <a:pt x="0" y="508"/>
                  </a:cubicBezTo>
                  <a:cubicBezTo>
                    <a:pt x="0" y="761"/>
                    <a:pt x="222" y="983"/>
                    <a:pt x="507" y="983"/>
                  </a:cubicBezTo>
                  <a:lnTo>
                    <a:pt x="1837" y="983"/>
                  </a:lnTo>
                  <a:cubicBezTo>
                    <a:pt x="2122" y="983"/>
                    <a:pt x="2344" y="761"/>
                    <a:pt x="2344" y="508"/>
                  </a:cubicBezTo>
                  <a:cubicBezTo>
                    <a:pt x="2344" y="222"/>
                    <a:pt x="2122" y="1"/>
                    <a:pt x="18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a:off x="5163450" y="3617125"/>
              <a:ext cx="73650" cy="24575"/>
            </a:xfrm>
            <a:custGeom>
              <a:rect b="b" l="l" r="r" t="t"/>
              <a:pathLst>
                <a:path extrusionOk="0" h="983" w="2946">
                  <a:moveTo>
                    <a:pt x="507" y="1"/>
                  </a:moveTo>
                  <a:cubicBezTo>
                    <a:pt x="222" y="1"/>
                    <a:pt x="0" y="222"/>
                    <a:pt x="0" y="508"/>
                  </a:cubicBezTo>
                  <a:cubicBezTo>
                    <a:pt x="0" y="761"/>
                    <a:pt x="222" y="983"/>
                    <a:pt x="507" y="983"/>
                  </a:cubicBezTo>
                  <a:lnTo>
                    <a:pt x="2439" y="983"/>
                  </a:lnTo>
                  <a:cubicBezTo>
                    <a:pt x="2724" y="983"/>
                    <a:pt x="2946" y="761"/>
                    <a:pt x="2946" y="508"/>
                  </a:cubicBezTo>
                  <a:cubicBezTo>
                    <a:pt x="2946" y="222"/>
                    <a:pt x="2724" y="1"/>
                    <a:pt x="2439"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p:nvPr/>
          </p:nvSpPr>
          <p:spPr>
            <a:xfrm>
              <a:off x="3676575" y="2937825"/>
              <a:ext cx="139375" cy="25375"/>
            </a:xfrm>
            <a:custGeom>
              <a:rect b="b" l="l" r="r" t="t"/>
              <a:pathLst>
                <a:path extrusionOk="0" h="1015" w="5575">
                  <a:moveTo>
                    <a:pt x="507" y="1"/>
                  </a:moveTo>
                  <a:cubicBezTo>
                    <a:pt x="222" y="1"/>
                    <a:pt x="1" y="254"/>
                    <a:pt x="1" y="508"/>
                  </a:cubicBezTo>
                  <a:cubicBezTo>
                    <a:pt x="1" y="793"/>
                    <a:pt x="222" y="1014"/>
                    <a:pt x="507" y="1014"/>
                  </a:cubicBezTo>
                  <a:lnTo>
                    <a:pt x="5068" y="1014"/>
                  </a:lnTo>
                  <a:cubicBezTo>
                    <a:pt x="5321" y="1014"/>
                    <a:pt x="5575" y="793"/>
                    <a:pt x="5543" y="508"/>
                  </a:cubicBezTo>
                  <a:cubicBezTo>
                    <a:pt x="5543" y="223"/>
                    <a:pt x="5321" y="1"/>
                    <a:pt x="5068"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a:off x="3852350" y="2937825"/>
              <a:ext cx="68100" cy="25375"/>
            </a:xfrm>
            <a:custGeom>
              <a:rect b="b" l="l" r="r" t="t"/>
              <a:pathLst>
                <a:path extrusionOk="0" h="1015" w="2724">
                  <a:moveTo>
                    <a:pt x="507" y="1"/>
                  </a:moveTo>
                  <a:cubicBezTo>
                    <a:pt x="222" y="1"/>
                    <a:pt x="0" y="254"/>
                    <a:pt x="0" y="508"/>
                  </a:cubicBezTo>
                  <a:cubicBezTo>
                    <a:pt x="0" y="793"/>
                    <a:pt x="222" y="1014"/>
                    <a:pt x="507" y="1014"/>
                  </a:cubicBezTo>
                  <a:lnTo>
                    <a:pt x="2217" y="1014"/>
                  </a:lnTo>
                  <a:cubicBezTo>
                    <a:pt x="2502" y="1014"/>
                    <a:pt x="2724" y="793"/>
                    <a:pt x="2724" y="508"/>
                  </a:cubicBezTo>
                  <a:cubicBezTo>
                    <a:pt x="2724" y="223"/>
                    <a:pt x="2502" y="1"/>
                    <a:pt x="2217"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3"/>
            <p:cNvSpPr/>
            <p:nvPr/>
          </p:nvSpPr>
          <p:spPr>
            <a:xfrm>
              <a:off x="2966400" y="2846400"/>
              <a:ext cx="266050" cy="531650"/>
            </a:xfrm>
            <a:custGeom>
              <a:rect b="b" l="l" r="r" t="t"/>
              <a:pathLst>
                <a:path extrusionOk="0" h="21266" w="10642">
                  <a:moveTo>
                    <a:pt x="191" y="0"/>
                  </a:moveTo>
                  <a:cubicBezTo>
                    <a:pt x="143" y="0"/>
                    <a:pt x="96" y="16"/>
                    <a:pt x="64" y="48"/>
                  </a:cubicBezTo>
                  <a:cubicBezTo>
                    <a:pt x="1" y="111"/>
                    <a:pt x="1" y="238"/>
                    <a:pt x="64" y="301"/>
                  </a:cubicBezTo>
                  <a:lnTo>
                    <a:pt x="10293" y="10530"/>
                  </a:lnTo>
                  <a:lnTo>
                    <a:pt x="10293" y="21076"/>
                  </a:lnTo>
                  <a:cubicBezTo>
                    <a:pt x="10293" y="21171"/>
                    <a:pt x="10388" y="21266"/>
                    <a:pt x="10483" y="21266"/>
                  </a:cubicBezTo>
                  <a:cubicBezTo>
                    <a:pt x="10546" y="21266"/>
                    <a:pt x="10641" y="21171"/>
                    <a:pt x="10641" y="21076"/>
                  </a:cubicBezTo>
                  <a:lnTo>
                    <a:pt x="10641" y="10435"/>
                  </a:lnTo>
                  <a:cubicBezTo>
                    <a:pt x="10641" y="10403"/>
                    <a:pt x="10610" y="10372"/>
                    <a:pt x="10578" y="10340"/>
                  </a:cubicBezTo>
                  <a:lnTo>
                    <a:pt x="317" y="48"/>
                  </a:lnTo>
                  <a:cubicBezTo>
                    <a:pt x="286" y="16"/>
                    <a:pt x="238" y="0"/>
                    <a:pt x="191" y="0"/>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3"/>
            <p:cNvSpPr/>
            <p:nvPr/>
          </p:nvSpPr>
          <p:spPr>
            <a:xfrm>
              <a:off x="2741550" y="2634600"/>
              <a:ext cx="266850" cy="266850"/>
            </a:xfrm>
            <a:custGeom>
              <a:rect b="b" l="l" r="r" t="t"/>
              <a:pathLst>
                <a:path extrusionOk="0" h="10674" w="10674">
                  <a:moveTo>
                    <a:pt x="5321" y="317"/>
                  </a:moveTo>
                  <a:cubicBezTo>
                    <a:pt x="8076" y="317"/>
                    <a:pt x="10325" y="2566"/>
                    <a:pt x="10325" y="5353"/>
                  </a:cubicBezTo>
                  <a:cubicBezTo>
                    <a:pt x="10325" y="8108"/>
                    <a:pt x="8076" y="10356"/>
                    <a:pt x="5321" y="10356"/>
                  </a:cubicBezTo>
                  <a:cubicBezTo>
                    <a:pt x="2566" y="10356"/>
                    <a:pt x="317" y="8108"/>
                    <a:pt x="317" y="5353"/>
                  </a:cubicBezTo>
                  <a:cubicBezTo>
                    <a:pt x="317" y="2566"/>
                    <a:pt x="2566" y="317"/>
                    <a:pt x="5321" y="317"/>
                  </a:cubicBezTo>
                  <a:close/>
                  <a:moveTo>
                    <a:pt x="5321" y="1"/>
                  </a:moveTo>
                  <a:cubicBezTo>
                    <a:pt x="2376" y="1"/>
                    <a:pt x="1" y="2408"/>
                    <a:pt x="1" y="5353"/>
                  </a:cubicBezTo>
                  <a:cubicBezTo>
                    <a:pt x="1" y="8298"/>
                    <a:pt x="2376" y="10673"/>
                    <a:pt x="5321" y="10673"/>
                  </a:cubicBezTo>
                  <a:cubicBezTo>
                    <a:pt x="8266" y="10673"/>
                    <a:pt x="10673" y="8298"/>
                    <a:pt x="10673" y="5353"/>
                  </a:cubicBezTo>
                  <a:cubicBezTo>
                    <a:pt x="10673" y="2408"/>
                    <a:pt x="8266" y="1"/>
                    <a:pt x="5321" y="1"/>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3"/>
            <p:cNvSpPr/>
            <p:nvPr/>
          </p:nvSpPr>
          <p:spPr>
            <a:xfrm>
              <a:off x="2770850" y="2673800"/>
              <a:ext cx="207450" cy="188450"/>
            </a:xfrm>
            <a:custGeom>
              <a:rect b="b" l="l" r="r" t="t"/>
              <a:pathLst>
                <a:path extrusionOk="0" h="7538" w="8298">
                  <a:moveTo>
                    <a:pt x="4161" y="0"/>
                  </a:moveTo>
                  <a:cubicBezTo>
                    <a:pt x="3199" y="0"/>
                    <a:pt x="2233" y="365"/>
                    <a:pt x="1489" y="1093"/>
                  </a:cubicBezTo>
                  <a:cubicBezTo>
                    <a:pt x="0" y="2581"/>
                    <a:pt x="0" y="4957"/>
                    <a:pt x="1489" y="6445"/>
                  </a:cubicBezTo>
                  <a:cubicBezTo>
                    <a:pt x="2233" y="7173"/>
                    <a:pt x="3199" y="7538"/>
                    <a:pt x="4161" y="7538"/>
                  </a:cubicBezTo>
                  <a:cubicBezTo>
                    <a:pt x="5123" y="7538"/>
                    <a:pt x="6081" y="7173"/>
                    <a:pt x="6809" y="6445"/>
                  </a:cubicBezTo>
                  <a:cubicBezTo>
                    <a:pt x="8298" y="4957"/>
                    <a:pt x="8298" y="2581"/>
                    <a:pt x="6809" y="1093"/>
                  </a:cubicBezTo>
                  <a:cubicBezTo>
                    <a:pt x="6081" y="365"/>
                    <a:pt x="5123" y="0"/>
                    <a:pt x="4161" y="0"/>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3"/>
            <p:cNvSpPr/>
            <p:nvPr/>
          </p:nvSpPr>
          <p:spPr>
            <a:xfrm>
              <a:off x="3700325" y="2547525"/>
              <a:ext cx="8750" cy="292150"/>
            </a:xfrm>
            <a:custGeom>
              <a:rect b="b" l="l" r="r" t="t"/>
              <a:pathLst>
                <a:path extrusionOk="0" h="11686" w="350">
                  <a:moveTo>
                    <a:pt x="191" y="0"/>
                  </a:moveTo>
                  <a:cubicBezTo>
                    <a:pt x="96" y="0"/>
                    <a:pt x="1" y="63"/>
                    <a:pt x="1" y="158"/>
                  </a:cubicBezTo>
                  <a:lnTo>
                    <a:pt x="1" y="11528"/>
                  </a:lnTo>
                  <a:cubicBezTo>
                    <a:pt x="1" y="11623"/>
                    <a:pt x="96" y="11686"/>
                    <a:pt x="191" y="11686"/>
                  </a:cubicBezTo>
                  <a:cubicBezTo>
                    <a:pt x="254" y="11686"/>
                    <a:pt x="349" y="11623"/>
                    <a:pt x="349" y="11528"/>
                  </a:cubicBezTo>
                  <a:lnTo>
                    <a:pt x="349" y="158"/>
                  </a:lnTo>
                  <a:cubicBezTo>
                    <a:pt x="349" y="63"/>
                    <a:pt x="254" y="0"/>
                    <a:pt x="191" y="0"/>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3"/>
            <p:cNvSpPr/>
            <p:nvPr/>
          </p:nvSpPr>
          <p:spPr>
            <a:xfrm>
              <a:off x="2598250" y="3306775"/>
              <a:ext cx="424400" cy="669025"/>
            </a:xfrm>
            <a:custGeom>
              <a:rect b="b" l="l" r="r" t="t"/>
              <a:pathLst>
                <a:path extrusionOk="0" h="26761" w="16976">
                  <a:moveTo>
                    <a:pt x="159" y="1"/>
                  </a:moveTo>
                  <a:cubicBezTo>
                    <a:pt x="64" y="1"/>
                    <a:pt x="0" y="64"/>
                    <a:pt x="0" y="159"/>
                  </a:cubicBezTo>
                  <a:lnTo>
                    <a:pt x="0" y="16532"/>
                  </a:lnTo>
                  <a:cubicBezTo>
                    <a:pt x="0" y="16563"/>
                    <a:pt x="32" y="16595"/>
                    <a:pt x="64" y="16627"/>
                  </a:cubicBezTo>
                  <a:lnTo>
                    <a:pt x="10103" y="26697"/>
                  </a:lnTo>
                  <a:cubicBezTo>
                    <a:pt x="10135" y="26729"/>
                    <a:pt x="10198" y="26761"/>
                    <a:pt x="10230" y="26761"/>
                  </a:cubicBezTo>
                  <a:lnTo>
                    <a:pt x="16817" y="26761"/>
                  </a:lnTo>
                  <a:cubicBezTo>
                    <a:pt x="16912" y="26761"/>
                    <a:pt x="16975" y="26666"/>
                    <a:pt x="16975" y="26571"/>
                  </a:cubicBezTo>
                  <a:cubicBezTo>
                    <a:pt x="16975" y="26476"/>
                    <a:pt x="16880" y="26412"/>
                    <a:pt x="16785" y="26412"/>
                  </a:cubicBezTo>
                  <a:lnTo>
                    <a:pt x="10293" y="26412"/>
                  </a:lnTo>
                  <a:lnTo>
                    <a:pt x="349" y="16437"/>
                  </a:lnTo>
                  <a:lnTo>
                    <a:pt x="349" y="159"/>
                  </a:lnTo>
                  <a:cubicBezTo>
                    <a:pt x="349" y="64"/>
                    <a:pt x="254" y="1"/>
                    <a:pt x="159"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3"/>
            <p:cNvSpPr/>
            <p:nvPr/>
          </p:nvSpPr>
          <p:spPr>
            <a:xfrm>
              <a:off x="5914000" y="2241900"/>
              <a:ext cx="8725" cy="249425"/>
            </a:xfrm>
            <a:custGeom>
              <a:rect b="b" l="l" r="r" t="t"/>
              <a:pathLst>
                <a:path extrusionOk="0" h="9977" w="349">
                  <a:moveTo>
                    <a:pt x="191" y="1"/>
                  </a:moveTo>
                  <a:cubicBezTo>
                    <a:pt x="96" y="1"/>
                    <a:pt x="1" y="96"/>
                    <a:pt x="1" y="191"/>
                  </a:cubicBezTo>
                  <a:lnTo>
                    <a:pt x="1" y="9787"/>
                  </a:lnTo>
                  <a:cubicBezTo>
                    <a:pt x="1" y="9882"/>
                    <a:pt x="96" y="9977"/>
                    <a:pt x="191" y="9977"/>
                  </a:cubicBezTo>
                  <a:cubicBezTo>
                    <a:pt x="286" y="9977"/>
                    <a:pt x="349" y="9882"/>
                    <a:pt x="349" y="9787"/>
                  </a:cubicBezTo>
                  <a:lnTo>
                    <a:pt x="349" y="191"/>
                  </a:lnTo>
                  <a:cubicBezTo>
                    <a:pt x="349" y="96"/>
                    <a:pt x="286" y="1"/>
                    <a:pt x="191" y="1"/>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3"/>
            <p:cNvSpPr/>
            <p:nvPr/>
          </p:nvSpPr>
          <p:spPr>
            <a:xfrm>
              <a:off x="4192800" y="2458050"/>
              <a:ext cx="240700" cy="240700"/>
            </a:xfrm>
            <a:custGeom>
              <a:rect b="b" l="l" r="r" t="t"/>
              <a:pathLst>
                <a:path extrusionOk="0" h="9628" w="9628">
                  <a:moveTo>
                    <a:pt x="4814" y="1014"/>
                  </a:moveTo>
                  <a:cubicBezTo>
                    <a:pt x="6936" y="1014"/>
                    <a:pt x="8646" y="2724"/>
                    <a:pt x="8646" y="4814"/>
                  </a:cubicBezTo>
                  <a:cubicBezTo>
                    <a:pt x="8646" y="6904"/>
                    <a:pt x="6936" y="8614"/>
                    <a:pt x="4814" y="8614"/>
                  </a:cubicBezTo>
                  <a:cubicBezTo>
                    <a:pt x="2724" y="8614"/>
                    <a:pt x="1013" y="6904"/>
                    <a:pt x="1013" y="4814"/>
                  </a:cubicBezTo>
                  <a:cubicBezTo>
                    <a:pt x="1013" y="2724"/>
                    <a:pt x="2724" y="1014"/>
                    <a:pt x="4814" y="1014"/>
                  </a:cubicBezTo>
                  <a:close/>
                  <a:moveTo>
                    <a:pt x="4814" y="1"/>
                  </a:moveTo>
                  <a:cubicBezTo>
                    <a:pt x="2185" y="1"/>
                    <a:pt x="0" y="2154"/>
                    <a:pt x="0" y="4814"/>
                  </a:cubicBezTo>
                  <a:cubicBezTo>
                    <a:pt x="0" y="7474"/>
                    <a:pt x="2185" y="9628"/>
                    <a:pt x="4814" y="9628"/>
                  </a:cubicBezTo>
                  <a:cubicBezTo>
                    <a:pt x="7474" y="9628"/>
                    <a:pt x="9627" y="7474"/>
                    <a:pt x="9627" y="4814"/>
                  </a:cubicBezTo>
                  <a:cubicBezTo>
                    <a:pt x="9627" y="2154"/>
                    <a:pt x="7474" y="1"/>
                    <a:pt x="4814" y="1"/>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3"/>
            <p:cNvSpPr/>
            <p:nvPr/>
          </p:nvSpPr>
          <p:spPr>
            <a:xfrm>
              <a:off x="4135000" y="1664750"/>
              <a:ext cx="438625" cy="438625"/>
            </a:xfrm>
            <a:custGeom>
              <a:rect b="b" l="l" r="r" t="t"/>
              <a:pathLst>
                <a:path extrusionOk="0" h="17545" w="17545">
                  <a:moveTo>
                    <a:pt x="8772" y="1362"/>
                  </a:moveTo>
                  <a:cubicBezTo>
                    <a:pt x="12858" y="1362"/>
                    <a:pt x="16183" y="4687"/>
                    <a:pt x="16183" y="8773"/>
                  </a:cubicBezTo>
                  <a:cubicBezTo>
                    <a:pt x="16183" y="12858"/>
                    <a:pt x="12858" y="16183"/>
                    <a:pt x="8772" y="16183"/>
                  </a:cubicBezTo>
                  <a:cubicBezTo>
                    <a:pt x="4687" y="16183"/>
                    <a:pt x="1362" y="12858"/>
                    <a:pt x="1362" y="8773"/>
                  </a:cubicBezTo>
                  <a:cubicBezTo>
                    <a:pt x="1362" y="4687"/>
                    <a:pt x="4687" y="1362"/>
                    <a:pt x="8772" y="1362"/>
                  </a:cubicBezTo>
                  <a:close/>
                  <a:moveTo>
                    <a:pt x="8772" y="0"/>
                  </a:moveTo>
                  <a:cubicBezTo>
                    <a:pt x="3959" y="0"/>
                    <a:pt x="0" y="3927"/>
                    <a:pt x="0" y="8773"/>
                  </a:cubicBezTo>
                  <a:cubicBezTo>
                    <a:pt x="0" y="13618"/>
                    <a:pt x="3959" y="17545"/>
                    <a:pt x="8772" y="17545"/>
                  </a:cubicBezTo>
                  <a:cubicBezTo>
                    <a:pt x="13618" y="17545"/>
                    <a:pt x="17545" y="13586"/>
                    <a:pt x="17545" y="8773"/>
                  </a:cubicBezTo>
                  <a:cubicBezTo>
                    <a:pt x="17545" y="3927"/>
                    <a:pt x="13618" y="0"/>
                    <a:pt x="8772" y="0"/>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3"/>
            <p:cNvSpPr/>
            <p:nvPr/>
          </p:nvSpPr>
          <p:spPr>
            <a:xfrm>
              <a:off x="3285475" y="2764450"/>
              <a:ext cx="172625" cy="172625"/>
            </a:xfrm>
            <a:custGeom>
              <a:rect b="b" l="l" r="r" t="t"/>
              <a:pathLst>
                <a:path extrusionOk="0" h="6905" w="6905">
                  <a:moveTo>
                    <a:pt x="3452" y="1014"/>
                  </a:moveTo>
                  <a:cubicBezTo>
                    <a:pt x="4814" y="1014"/>
                    <a:pt x="5891" y="2091"/>
                    <a:pt x="5891" y="3452"/>
                  </a:cubicBezTo>
                  <a:cubicBezTo>
                    <a:pt x="5891" y="4782"/>
                    <a:pt x="4782" y="5891"/>
                    <a:pt x="3452" y="5891"/>
                  </a:cubicBezTo>
                  <a:cubicBezTo>
                    <a:pt x="2090" y="5891"/>
                    <a:pt x="1014" y="4782"/>
                    <a:pt x="1014" y="3452"/>
                  </a:cubicBezTo>
                  <a:cubicBezTo>
                    <a:pt x="1014" y="2091"/>
                    <a:pt x="2122" y="1014"/>
                    <a:pt x="3452" y="1014"/>
                  </a:cubicBezTo>
                  <a:close/>
                  <a:moveTo>
                    <a:pt x="3452" y="0"/>
                  </a:moveTo>
                  <a:cubicBezTo>
                    <a:pt x="1552" y="0"/>
                    <a:pt x="0" y="1552"/>
                    <a:pt x="0" y="3452"/>
                  </a:cubicBezTo>
                  <a:cubicBezTo>
                    <a:pt x="0" y="5352"/>
                    <a:pt x="1552" y="6904"/>
                    <a:pt x="3452" y="6904"/>
                  </a:cubicBezTo>
                  <a:cubicBezTo>
                    <a:pt x="5352" y="6904"/>
                    <a:pt x="6904" y="5352"/>
                    <a:pt x="6904" y="3452"/>
                  </a:cubicBezTo>
                  <a:cubicBezTo>
                    <a:pt x="6904" y="1552"/>
                    <a:pt x="5352" y="0"/>
                    <a:pt x="3452" y="0"/>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3"/>
            <p:cNvSpPr/>
            <p:nvPr/>
          </p:nvSpPr>
          <p:spPr>
            <a:xfrm>
              <a:off x="5016975" y="1886425"/>
              <a:ext cx="254950" cy="254950"/>
            </a:xfrm>
            <a:custGeom>
              <a:rect b="b" l="l" r="r" t="t"/>
              <a:pathLst>
                <a:path extrusionOk="0" h="10198" w="10198">
                  <a:moveTo>
                    <a:pt x="5099" y="982"/>
                  </a:moveTo>
                  <a:cubicBezTo>
                    <a:pt x="7348" y="982"/>
                    <a:pt x="9185" y="2819"/>
                    <a:pt x="9185" y="5099"/>
                  </a:cubicBezTo>
                  <a:cubicBezTo>
                    <a:pt x="9185" y="7348"/>
                    <a:pt x="7348" y="9185"/>
                    <a:pt x="5099" y="9185"/>
                  </a:cubicBezTo>
                  <a:cubicBezTo>
                    <a:pt x="2851" y="9185"/>
                    <a:pt x="1014" y="7348"/>
                    <a:pt x="1014" y="5099"/>
                  </a:cubicBezTo>
                  <a:cubicBezTo>
                    <a:pt x="1014" y="2819"/>
                    <a:pt x="2851" y="982"/>
                    <a:pt x="5099" y="982"/>
                  </a:cubicBezTo>
                  <a:close/>
                  <a:moveTo>
                    <a:pt x="5099" y="1"/>
                  </a:moveTo>
                  <a:cubicBezTo>
                    <a:pt x="2281" y="1"/>
                    <a:pt x="1" y="2281"/>
                    <a:pt x="1" y="5099"/>
                  </a:cubicBezTo>
                  <a:cubicBezTo>
                    <a:pt x="1" y="7886"/>
                    <a:pt x="2281" y="10198"/>
                    <a:pt x="5099" y="10198"/>
                  </a:cubicBezTo>
                  <a:cubicBezTo>
                    <a:pt x="7918" y="10198"/>
                    <a:pt x="10198" y="7886"/>
                    <a:pt x="10198" y="5099"/>
                  </a:cubicBezTo>
                  <a:cubicBezTo>
                    <a:pt x="10198" y="2281"/>
                    <a:pt x="7918" y="1"/>
                    <a:pt x="5099" y="1"/>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3"/>
            <p:cNvSpPr/>
            <p:nvPr/>
          </p:nvSpPr>
          <p:spPr>
            <a:xfrm>
              <a:off x="6183975" y="1449400"/>
              <a:ext cx="254975" cy="254950"/>
            </a:xfrm>
            <a:custGeom>
              <a:rect b="b" l="l" r="r" t="t"/>
              <a:pathLst>
                <a:path extrusionOk="0" h="10198" w="10199">
                  <a:moveTo>
                    <a:pt x="5099" y="1014"/>
                  </a:moveTo>
                  <a:cubicBezTo>
                    <a:pt x="7348" y="1014"/>
                    <a:pt x="9185" y="2851"/>
                    <a:pt x="9185" y="5099"/>
                  </a:cubicBezTo>
                  <a:cubicBezTo>
                    <a:pt x="9185" y="7379"/>
                    <a:pt x="7348" y="9216"/>
                    <a:pt x="5099" y="9216"/>
                  </a:cubicBezTo>
                  <a:cubicBezTo>
                    <a:pt x="2819" y="9216"/>
                    <a:pt x="982" y="7379"/>
                    <a:pt x="982" y="5099"/>
                  </a:cubicBezTo>
                  <a:cubicBezTo>
                    <a:pt x="982" y="2851"/>
                    <a:pt x="2819" y="1014"/>
                    <a:pt x="5099" y="1014"/>
                  </a:cubicBezTo>
                  <a:close/>
                  <a:moveTo>
                    <a:pt x="5099" y="0"/>
                  </a:moveTo>
                  <a:cubicBezTo>
                    <a:pt x="2281" y="0"/>
                    <a:pt x="1" y="2312"/>
                    <a:pt x="1" y="5099"/>
                  </a:cubicBezTo>
                  <a:cubicBezTo>
                    <a:pt x="1" y="7918"/>
                    <a:pt x="2281" y="10198"/>
                    <a:pt x="5099" y="10198"/>
                  </a:cubicBezTo>
                  <a:cubicBezTo>
                    <a:pt x="7886" y="10198"/>
                    <a:pt x="10198" y="7918"/>
                    <a:pt x="10198" y="5099"/>
                  </a:cubicBezTo>
                  <a:cubicBezTo>
                    <a:pt x="10198" y="2312"/>
                    <a:pt x="7886" y="0"/>
                    <a:pt x="5099" y="0"/>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3"/>
            <p:cNvSpPr/>
            <p:nvPr/>
          </p:nvSpPr>
          <p:spPr>
            <a:xfrm>
              <a:off x="6605975" y="3315475"/>
              <a:ext cx="394300" cy="394325"/>
            </a:xfrm>
            <a:custGeom>
              <a:rect b="b" l="l" r="r" t="t"/>
              <a:pathLst>
                <a:path extrusionOk="0" h="15773" w="15772">
                  <a:moveTo>
                    <a:pt x="7886" y="1014"/>
                  </a:moveTo>
                  <a:cubicBezTo>
                    <a:pt x="11686" y="1014"/>
                    <a:pt x="14790" y="4118"/>
                    <a:pt x="14790" y="7887"/>
                  </a:cubicBezTo>
                  <a:cubicBezTo>
                    <a:pt x="14790" y="11687"/>
                    <a:pt x="11686" y="14790"/>
                    <a:pt x="7886" y="14790"/>
                  </a:cubicBezTo>
                  <a:cubicBezTo>
                    <a:pt x="4086" y="14790"/>
                    <a:pt x="1014" y="11687"/>
                    <a:pt x="1014" y="7887"/>
                  </a:cubicBezTo>
                  <a:cubicBezTo>
                    <a:pt x="1014" y="4118"/>
                    <a:pt x="4086" y="1014"/>
                    <a:pt x="7886" y="1014"/>
                  </a:cubicBezTo>
                  <a:close/>
                  <a:moveTo>
                    <a:pt x="7886" y="1"/>
                  </a:moveTo>
                  <a:cubicBezTo>
                    <a:pt x="3547" y="1"/>
                    <a:pt x="0" y="3548"/>
                    <a:pt x="0" y="7887"/>
                  </a:cubicBezTo>
                  <a:cubicBezTo>
                    <a:pt x="0" y="12257"/>
                    <a:pt x="3547" y="15772"/>
                    <a:pt x="7886" y="15772"/>
                  </a:cubicBezTo>
                  <a:cubicBezTo>
                    <a:pt x="12256" y="15772"/>
                    <a:pt x="15772" y="12257"/>
                    <a:pt x="15772" y="7887"/>
                  </a:cubicBezTo>
                  <a:cubicBezTo>
                    <a:pt x="15772" y="3548"/>
                    <a:pt x="12225" y="1"/>
                    <a:pt x="7886" y="1"/>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3"/>
            <p:cNvSpPr/>
            <p:nvPr/>
          </p:nvSpPr>
          <p:spPr>
            <a:xfrm>
              <a:off x="6647150" y="2157200"/>
              <a:ext cx="178150" cy="178150"/>
            </a:xfrm>
            <a:custGeom>
              <a:rect b="b" l="l" r="r" t="t"/>
              <a:pathLst>
                <a:path extrusionOk="0" h="7126" w="7126">
                  <a:moveTo>
                    <a:pt x="3579" y="1014"/>
                  </a:moveTo>
                  <a:cubicBezTo>
                    <a:pt x="4972" y="1014"/>
                    <a:pt x="6144" y="2154"/>
                    <a:pt x="6144" y="3579"/>
                  </a:cubicBezTo>
                  <a:cubicBezTo>
                    <a:pt x="6144" y="4972"/>
                    <a:pt x="4972" y="6112"/>
                    <a:pt x="3579" y="6112"/>
                  </a:cubicBezTo>
                  <a:cubicBezTo>
                    <a:pt x="2154" y="6112"/>
                    <a:pt x="1014" y="4972"/>
                    <a:pt x="1014" y="3579"/>
                  </a:cubicBezTo>
                  <a:cubicBezTo>
                    <a:pt x="1014" y="2154"/>
                    <a:pt x="2154" y="1014"/>
                    <a:pt x="3579" y="1014"/>
                  </a:cubicBezTo>
                  <a:close/>
                  <a:moveTo>
                    <a:pt x="3579" y="0"/>
                  </a:moveTo>
                  <a:cubicBezTo>
                    <a:pt x="1615" y="0"/>
                    <a:pt x="0" y="1615"/>
                    <a:pt x="0" y="3579"/>
                  </a:cubicBezTo>
                  <a:cubicBezTo>
                    <a:pt x="0" y="5542"/>
                    <a:pt x="1615" y="7126"/>
                    <a:pt x="3579" y="7126"/>
                  </a:cubicBezTo>
                  <a:cubicBezTo>
                    <a:pt x="5542" y="7126"/>
                    <a:pt x="7126" y="5542"/>
                    <a:pt x="7126" y="3579"/>
                  </a:cubicBezTo>
                  <a:cubicBezTo>
                    <a:pt x="7126" y="1615"/>
                    <a:pt x="5542" y="0"/>
                    <a:pt x="3579" y="0"/>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3"/>
            <p:cNvSpPr/>
            <p:nvPr/>
          </p:nvSpPr>
          <p:spPr>
            <a:xfrm>
              <a:off x="4713750" y="2228450"/>
              <a:ext cx="91850" cy="91075"/>
            </a:xfrm>
            <a:custGeom>
              <a:rect b="b" l="l" r="r" t="t"/>
              <a:pathLst>
                <a:path extrusionOk="0" h="3643" w="3674">
                  <a:moveTo>
                    <a:pt x="1837" y="982"/>
                  </a:moveTo>
                  <a:cubicBezTo>
                    <a:pt x="2280" y="982"/>
                    <a:pt x="2660" y="1362"/>
                    <a:pt x="2660" y="1806"/>
                  </a:cubicBezTo>
                  <a:cubicBezTo>
                    <a:pt x="2660" y="2281"/>
                    <a:pt x="2280" y="2661"/>
                    <a:pt x="1837" y="2661"/>
                  </a:cubicBezTo>
                  <a:cubicBezTo>
                    <a:pt x="1394" y="2661"/>
                    <a:pt x="1014" y="2281"/>
                    <a:pt x="1014" y="1806"/>
                  </a:cubicBezTo>
                  <a:cubicBezTo>
                    <a:pt x="1014" y="1362"/>
                    <a:pt x="1394" y="982"/>
                    <a:pt x="1837" y="982"/>
                  </a:cubicBezTo>
                  <a:close/>
                  <a:moveTo>
                    <a:pt x="1837" y="1"/>
                  </a:moveTo>
                  <a:cubicBezTo>
                    <a:pt x="824" y="1"/>
                    <a:pt x="0" y="824"/>
                    <a:pt x="0" y="1806"/>
                  </a:cubicBezTo>
                  <a:cubicBezTo>
                    <a:pt x="0" y="2819"/>
                    <a:pt x="824" y="3642"/>
                    <a:pt x="1837" y="3642"/>
                  </a:cubicBezTo>
                  <a:cubicBezTo>
                    <a:pt x="2850" y="3642"/>
                    <a:pt x="3674" y="2819"/>
                    <a:pt x="3674" y="1806"/>
                  </a:cubicBezTo>
                  <a:cubicBezTo>
                    <a:pt x="3674" y="824"/>
                    <a:pt x="2850" y="1"/>
                    <a:pt x="1837" y="1"/>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3"/>
            <p:cNvSpPr/>
            <p:nvPr/>
          </p:nvSpPr>
          <p:spPr>
            <a:xfrm>
              <a:off x="3606900" y="2093075"/>
              <a:ext cx="152850" cy="153600"/>
            </a:xfrm>
            <a:custGeom>
              <a:rect b="b" l="l" r="r" t="t"/>
              <a:pathLst>
                <a:path extrusionOk="0" h="6144" w="6114">
                  <a:moveTo>
                    <a:pt x="3073" y="1014"/>
                  </a:moveTo>
                  <a:cubicBezTo>
                    <a:pt x="4181" y="1014"/>
                    <a:pt x="5131" y="1932"/>
                    <a:pt x="5131" y="3072"/>
                  </a:cubicBezTo>
                  <a:cubicBezTo>
                    <a:pt x="5131" y="4212"/>
                    <a:pt x="4181" y="5131"/>
                    <a:pt x="3073" y="5131"/>
                  </a:cubicBezTo>
                  <a:cubicBezTo>
                    <a:pt x="1933" y="5131"/>
                    <a:pt x="1014" y="4212"/>
                    <a:pt x="1014" y="3072"/>
                  </a:cubicBezTo>
                  <a:cubicBezTo>
                    <a:pt x="1014" y="1932"/>
                    <a:pt x="1933" y="1014"/>
                    <a:pt x="3073" y="1014"/>
                  </a:cubicBezTo>
                  <a:close/>
                  <a:moveTo>
                    <a:pt x="3073" y="0"/>
                  </a:moveTo>
                  <a:cubicBezTo>
                    <a:pt x="1363" y="0"/>
                    <a:pt x="1" y="1394"/>
                    <a:pt x="1" y="3072"/>
                  </a:cubicBezTo>
                  <a:cubicBezTo>
                    <a:pt x="1" y="4751"/>
                    <a:pt x="1363" y="6144"/>
                    <a:pt x="3073" y="6144"/>
                  </a:cubicBezTo>
                  <a:cubicBezTo>
                    <a:pt x="4751" y="6144"/>
                    <a:pt x="6113" y="4751"/>
                    <a:pt x="6113" y="3072"/>
                  </a:cubicBezTo>
                  <a:cubicBezTo>
                    <a:pt x="6113" y="1394"/>
                    <a:pt x="4751" y="0"/>
                    <a:pt x="3073" y="0"/>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3"/>
            <p:cNvSpPr/>
            <p:nvPr/>
          </p:nvSpPr>
          <p:spPr>
            <a:xfrm>
              <a:off x="4774700" y="1416150"/>
              <a:ext cx="152825" cy="152825"/>
            </a:xfrm>
            <a:custGeom>
              <a:rect b="b" l="l" r="r" t="t"/>
              <a:pathLst>
                <a:path extrusionOk="0" h="6113" w="6113">
                  <a:moveTo>
                    <a:pt x="3041" y="1014"/>
                  </a:moveTo>
                  <a:cubicBezTo>
                    <a:pt x="4181" y="1014"/>
                    <a:pt x="5099" y="1932"/>
                    <a:pt x="5099" y="3072"/>
                  </a:cubicBezTo>
                  <a:cubicBezTo>
                    <a:pt x="5099" y="4212"/>
                    <a:pt x="4181" y="5131"/>
                    <a:pt x="3041" y="5131"/>
                  </a:cubicBezTo>
                  <a:cubicBezTo>
                    <a:pt x="1901" y="5131"/>
                    <a:pt x="983" y="4212"/>
                    <a:pt x="983" y="3072"/>
                  </a:cubicBezTo>
                  <a:cubicBezTo>
                    <a:pt x="983" y="1932"/>
                    <a:pt x="1901" y="1014"/>
                    <a:pt x="3041" y="1014"/>
                  </a:cubicBezTo>
                  <a:close/>
                  <a:moveTo>
                    <a:pt x="3041" y="0"/>
                  </a:moveTo>
                  <a:cubicBezTo>
                    <a:pt x="1363" y="0"/>
                    <a:pt x="1" y="1394"/>
                    <a:pt x="1" y="3072"/>
                  </a:cubicBezTo>
                  <a:cubicBezTo>
                    <a:pt x="1" y="4751"/>
                    <a:pt x="1363" y="6112"/>
                    <a:pt x="3041" y="6112"/>
                  </a:cubicBezTo>
                  <a:cubicBezTo>
                    <a:pt x="4751" y="6112"/>
                    <a:pt x="6113" y="4751"/>
                    <a:pt x="6113" y="3072"/>
                  </a:cubicBezTo>
                  <a:cubicBezTo>
                    <a:pt x="6113" y="1394"/>
                    <a:pt x="4751" y="0"/>
                    <a:pt x="3041" y="0"/>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3"/>
            <p:cNvSpPr/>
            <p:nvPr/>
          </p:nvSpPr>
          <p:spPr>
            <a:xfrm>
              <a:off x="2681375" y="4073950"/>
              <a:ext cx="197975" cy="197175"/>
            </a:xfrm>
            <a:custGeom>
              <a:rect b="b" l="l" r="r" t="t"/>
              <a:pathLst>
                <a:path extrusionOk="0" h="7887" w="7919">
                  <a:moveTo>
                    <a:pt x="3959" y="982"/>
                  </a:moveTo>
                  <a:cubicBezTo>
                    <a:pt x="5575" y="982"/>
                    <a:pt x="6905" y="2313"/>
                    <a:pt x="6905" y="3928"/>
                  </a:cubicBezTo>
                  <a:cubicBezTo>
                    <a:pt x="6905" y="5574"/>
                    <a:pt x="5575" y="6873"/>
                    <a:pt x="3959" y="6873"/>
                  </a:cubicBezTo>
                  <a:cubicBezTo>
                    <a:pt x="2344" y="6873"/>
                    <a:pt x="1014" y="5574"/>
                    <a:pt x="1014" y="3928"/>
                  </a:cubicBezTo>
                  <a:cubicBezTo>
                    <a:pt x="1014" y="2313"/>
                    <a:pt x="2344" y="982"/>
                    <a:pt x="3959" y="982"/>
                  </a:cubicBezTo>
                  <a:close/>
                  <a:moveTo>
                    <a:pt x="3959" y="1"/>
                  </a:moveTo>
                  <a:cubicBezTo>
                    <a:pt x="1774" y="1"/>
                    <a:pt x="1" y="1774"/>
                    <a:pt x="1" y="3928"/>
                  </a:cubicBezTo>
                  <a:cubicBezTo>
                    <a:pt x="1" y="6113"/>
                    <a:pt x="1774" y="7886"/>
                    <a:pt x="3959" y="7886"/>
                  </a:cubicBezTo>
                  <a:cubicBezTo>
                    <a:pt x="6145" y="7886"/>
                    <a:pt x="7886" y="6113"/>
                    <a:pt x="7918" y="3928"/>
                  </a:cubicBezTo>
                  <a:cubicBezTo>
                    <a:pt x="7918" y="1774"/>
                    <a:pt x="6145" y="1"/>
                    <a:pt x="3959" y="1"/>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 name="Google Shape;164;p13"/>
          <p:cNvSpPr txBox="1"/>
          <p:nvPr/>
        </p:nvSpPr>
        <p:spPr>
          <a:xfrm>
            <a:off x="372850" y="1602992"/>
            <a:ext cx="4878000" cy="1576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3600">
                <a:latin typeface="Dela Gothic One"/>
                <a:ea typeface="Dela Gothic One"/>
                <a:cs typeface="Dela Gothic One"/>
                <a:sym typeface="Dela Gothic One"/>
              </a:rPr>
              <a:t>Автоматизация процессов</a:t>
            </a:r>
            <a:endParaRPr sz="3600">
              <a:solidFill>
                <a:srgbClr val="00002A"/>
              </a:solidFill>
              <a:highlight>
                <a:srgbClr val="FFFFFF"/>
              </a:highlight>
              <a:latin typeface="Dela Gothic One"/>
              <a:ea typeface="Dela Gothic One"/>
              <a:cs typeface="Dela Gothic One"/>
              <a:sym typeface="Dela Gothic On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4"/>
          <p:cNvSpPr txBox="1"/>
          <p:nvPr>
            <p:ph type="title"/>
          </p:nvPr>
        </p:nvSpPr>
        <p:spPr>
          <a:xfrm>
            <a:off x="457200" y="3852958"/>
            <a:ext cx="9144000" cy="176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Montserrat"/>
                <a:ea typeface="Montserrat"/>
                <a:cs typeface="Montserrat"/>
                <a:sym typeface="Montserrat"/>
              </a:rPr>
              <a:t>   Инженер по автоматизации</a:t>
            </a:r>
            <a:r>
              <a:rPr lang="en" sz="1800">
                <a:latin typeface="Montserrat"/>
                <a:ea typeface="Montserrat"/>
                <a:cs typeface="Montserrat"/>
                <a:sym typeface="Montserrat"/>
              </a:rPr>
              <a:t> — специалист, который занимается разработкой, внедрением и поддержкой систем автоматизации и управления в промышленных предприятиях.</a:t>
            </a:r>
            <a:endParaRPr sz="1800">
              <a:latin typeface="Montserrat"/>
              <a:ea typeface="Montserrat"/>
              <a:cs typeface="Montserrat"/>
              <a:sym typeface="Montserrat"/>
            </a:endParaRPr>
          </a:p>
        </p:txBody>
      </p:sp>
      <p:pic>
        <p:nvPicPr>
          <p:cNvPr id="170" name="Google Shape;170;p14"/>
          <p:cNvPicPr preferRelativeResize="0"/>
          <p:nvPr/>
        </p:nvPicPr>
        <p:blipFill>
          <a:blip r:embed="rId3">
            <a:alphaModFix/>
          </a:blip>
          <a:stretch>
            <a:fillRect/>
          </a:stretch>
        </p:blipFill>
        <p:spPr>
          <a:xfrm>
            <a:off x="1058613" y="0"/>
            <a:ext cx="7026775" cy="3953025"/>
          </a:xfrm>
          <a:prstGeom prst="flowChartOffpageConnector">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5"/>
          <p:cNvSpPr txBox="1"/>
          <p:nvPr>
            <p:ph type="title"/>
          </p:nvPr>
        </p:nvSpPr>
        <p:spPr>
          <a:xfrm>
            <a:off x="139875" y="1251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Dela Gothic One"/>
                <a:ea typeface="Dela Gothic One"/>
                <a:cs typeface="Dela Gothic One"/>
                <a:sym typeface="Dela Gothic One"/>
              </a:rPr>
              <a:t>История профессии</a:t>
            </a:r>
            <a:endParaRPr>
              <a:latin typeface="Dela Gothic One"/>
              <a:ea typeface="Dela Gothic One"/>
              <a:cs typeface="Dela Gothic One"/>
              <a:sym typeface="Dela Gothic One"/>
            </a:endParaRPr>
          </a:p>
        </p:txBody>
      </p:sp>
      <p:sp>
        <p:nvSpPr>
          <p:cNvPr id="176" name="Google Shape;176;p15"/>
          <p:cNvSpPr txBox="1"/>
          <p:nvPr/>
        </p:nvSpPr>
        <p:spPr>
          <a:xfrm>
            <a:off x="139875" y="800100"/>
            <a:ext cx="44616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Montserrat"/>
                <a:ea typeface="Montserrat"/>
                <a:cs typeface="Montserrat"/>
                <a:sym typeface="Montserrat"/>
              </a:rPr>
              <a:t>   История профессии инженера по автоматизации началась в 1960-х годах, когда появились первые системы автоматизации производства. В 1965 году американская компания General Motors начала использовать систему NUMAC для автоматизации производства автомобилей. В том же году была создана первая международная конференция по автоматизации производства (IFAC). </a:t>
            </a:r>
            <a:endParaRPr sz="16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None/>
            </a:pPr>
            <a:r>
              <a:rPr lang="en" sz="1600">
                <a:solidFill>
                  <a:schemeClr val="dk1"/>
                </a:solidFill>
                <a:latin typeface="Montserrat"/>
                <a:ea typeface="Montserrat"/>
                <a:cs typeface="Montserrat"/>
                <a:sym typeface="Montserrat"/>
              </a:rPr>
              <a:t>   В России техническими науками увлекался ещё Пётр I. В 1712 году в Москве он основал первую инженерную школу.</a:t>
            </a:r>
            <a:endParaRPr sz="1600">
              <a:solidFill>
                <a:schemeClr val="dk1"/>
              </a:solidFill>
              <a:latin typeface="Montserrat"/>
              <a:ea typeface="Montserrat"/>
              <a:cs typeface="Montserrat"/>
              <a:sym typeface="Montserrat"/>
            </a:endParaRPr>
          </a:p>
        </p:txBody>
      </p:sp>
      <p:pic>
        <p:nvPicPr>
          <p:cNvPr id="177" name="Google Shape;177;p15"/>
          <p:cNvPicPr preferRelativeResize="0"/>
          <p:nvPr/>
        </p:nvPicPr>
        <p:blipFill>
          <a:blip r:embed="rId3">
            <a:alphaModFix/>
          </a:blip>
          <a:stretch>
            <a:fillRect/>
          </a:stretch>
        </p:blipFill>
        <p:spPr>
          <a:xfrm>
            <a:off x="4601475" y="987000"/>
            <a:ext cx="4312200" cy="3063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6"/>
          <p:cNvSpPr txBox="1"/>
          <p:nvPr/>
        </p:nvSpPr>
        <p:spPr>
          <a:xfrm>
            <a:off x="708475" y="1169212"/>
            <a:ext cx="2348100" cy="10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Montserrat"/>
                <a:ea typeface="Montserrat"/>
                <a:cs typeface="Montserrat"/>
                <a:sym typeface="Montserrat"/>
              </a:rPr>
              <a:t>Разработка и внедрение автоматизированных систем</a:t>
            </a:r>
            <a:endParaRPr sz="1500">
              <a:latin typeface="Montserrat"/>
              <a:ea typeface="Montserrat"/>
              <a:cs typeface="Montserrat"/>
              <a:sym typeface="Montserrat"/>
            </a:endParaRPr>
          </a:p>
        </p:txBody>
      </p:sp>
      <p:sp>
        <p:nvSpPr>
          <p:cNvPr id="183" name="Google Shape;183;p16"/>
          <p:cNvSpPr txBox="1"/>
          <p:nvPr/>
        </p:nvSpPr>
        <p:spPr>
          <a:xfrm>
            <a:off x="904675" y="3742000"/>
            <a:ext cx="1955700" cy="63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Montserrat"/>
                <a:ea typeface="Montserrat"/>
                <a:cs typeface="Montserrat"/>
                <a:sym typeface="Montserrat"/>
              </a:rPr>
              <a:t>Тестирование и отладка</a:t>
            </a:r>
            <a:endParaRPr sz="1600">
              <a:latin typeface="Montserrat"/>
              <a:ea typeface="Montserrat"/>
              <a:cs typeface="Montserrat"/>
              <a:sym typeface="Montserrat"/>
            </a:endParaRPr>
          </a:p>
        </p:txBody>
      </p:sp>
      <p:sp>
        <p:nvSpPr>
          <p:cNvPr id="184" name="Google Shape;184;p16"/>
          <p:cNvSpPr txBox="1"/>
          <p:nvPr/>
        </p:nvSpPr>
        <p:spPr>
          <a:xfrm>
            <a:off x="577425" y="318900"/>
            <a:ext cx="7723500" cy="48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latin typeface="Dela Gothic One"/>
                <a:ea typeface="Dela Gothic One"/>
                <a:cs typeface="Dela Gothic One"/>
                <a:sym typeface="Dela Gothic One"/>
              </a:rPr>
              <a:t>Функции</a:t>
            </a:r>
            <a:endParaRPr sz="2500">
              <a:latin typeface="Dela Gothic One"/>
              <a:ea typeface="Dela Gothic One"/>
              <a:cs typeface="Dela Gothic One"/>
              <a:sym typeface="Dela Gothic One"/>
            </a:endParaRPr>
          </a:p>
        </p:txBody>
      </p:sp>
      <p:sp>
        <p:nvSpPr>
          <p:cNvPr id="185" name="Google Shape;185;p16"/>
          <p:cNvSpPr txBox="1"/>
          <p:nvPr/>
        </p:nvSpPr>
        <p:spPr>
          <a:xfrm>
            <a:off x="5837675" y="1410106"/>
            <a:ext cx="2170500" cy="5328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Montserrat"/>
                <a:ea typeface="Montserrat"/>
                <a:cs typeface="Montserrat"/>
                <a:sym typeface="Montserrat"/>
              </a:rPr>
              <a:t>Обучение и консультирование</a:t>
            </a:r>
            <a:endParaRPr sz="1500">
              <a:latin typeface="Montserrat"/>
              <a:ea typeface="Montserrat"/>
              <a:cs typeface="Montserrat"/>
              <a:sym typeface="Montserrat"/>
            </a:endParaRPr>
          </a:p>
        </p:txBody>
      </p:sp>
      <p:sp>
        <p:nvSpPr>
          <p:cNvPr id="186" name="Google Shape;186;p16"/>
          <p:cNvSpPr txBox="1"/>
          <p:nvPr/>
        </p:nvSpPr>
        <p:spPr>
          <a:xfrm>
            <a:off x="5945075" y="3693343"/>
            <a:ext cx="1955700" cy="5328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600">
                <a:latin typeface="Montserrat"/>
                <a:ea typeface="Montserrat"/>
                <a:cs typeface="Montserrat"/>
                <a:sym typeface="Montserrat"/>
              </a:rPr>
              <a:t>Поддержка и обслуживание</a:t>
            </a:r>
            <a:endParaRPr sz="1600">
              <a:latin typeface="Montserrat"/>
              <a:ea typeface="Montserrat"/>
              <a:cs typeface="Montserrat"/>
              <a:sym typeface="Montserrat"/>
            </a:endParaRPr>
          </a:p>
        </p:txBody>
      </p:sp>
      <p:grpSp>
        <p:nvGrpSpPr>
          <p:cNvPr id="187" name="Google Shape;187;p16"/>
          <p:cNvGrpSpPr/>
          <p:nvPr/>
        </p:nvGrpSpPr>
        <p:grpSpPr>
          <a:xfrm>
            <a:off x="8056664" y="1361318"/>
            <a:ext cx="630131" cy="630131"/>
            <a:chOff x="6323089" y="1361318"/>
            <a:chExt cx="630131" cy="630131"/>
          </a:xfrm>
        </p:grpSpPr>
        <p:sp>
          <p:nvSpPr>
            <p:cNvPr id="188" name="Google Shape;188;p16"/>
            <p:cNvSpPr/>
            <p:nvPr/>
          </p:nvSpPr>
          <p:spPr>
            <a:xfrm>
              <a:off x="6332385" y="1406385"/>
              <a:ext cx="612392" cy="539652"/>
            </a:xfrm>
            <a:custGeom>
              <a:rect b="b" l="l" r="r" t="t"/>
              <a:pathLst>
                <a:path extrusionOk="0" h="20261" w="22992">
                  <a:moveTo>
                    <a:pt x="11488" y="0"/>
                  </a:moveTo>
                  <a:cubicBezTo>
                    <a:pt x="7517" y="0"/>
                    <a:pt x="3747" y="2363"/>
                    <a:pt x="2122" y="6258"/>
                  </a:cubicBezTo>
                  <a:cubicBezTo>
                    <a:pt x="0" y="11420"/>
                    <a:pt x="2439" y="17342"/>
                    <a:pt x="7601" y="19495"/>
                  </a:cubicBezTo>
                  <a:cubicBezTo>
                    <a:pt x="8872" y="20014"/>
                    <a:pt x="10186" y="20261"/>
                    <a:pt x="11478" y="20261"/>
                  </a:cubicBezTo>
                  <a:cubicBezTo>
                    <a:pt x="15465" y="20261"/>
                    <a:pt x="19236" y="17915"/>
                    <a:pt x="20838" y="14017"/>
                  </a:cubicBezTo>
                  <a:cubicBezTo>
                    <a:pt x="22992" y="8823"/>
                    <a:pt x="20522" y="2901"/>
                    <a:pt x="15360" y="779"/>
                  </a:cubicBezTo>
                  <a:cubicBezTo>
                    <a:pt x="14093" y="250"/>
                    <a:pt x="12780" y="0"/>
                    <a:pt x="11488" y="0"/>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
            <p:cNvSpPr/>
            <p:nvPr/>
          </p:nvSpPr>
          <p:spPr>
            <a:xfrm>
              <a:off x="6474935" y="1526642"/>
              <a:ext cx="326465" cy="299484"/>
            </a:xfrm>
            <a:custGeom>
              <a:rect b="b" l="l" r="r" t="t"/>
              <a:pathLst>
                <a:path extrusionOk="0" h="11244" w="12257">
                  <a:moveTo>
                    <a:pt x="3896" y="1838"/>
                  </a:moveTo>
                  <a:cubicBezTo>
                    <a:pt x="4371" y="1838"/>
                    <a:pt x="4782" y="1964"/>
                    <a:pt x="5099" y="2186"/>
                  </a:cubicBezTo>
                  <a:lnTo>
                    <a:pt x="5099" y="3136"/>
                  </a:lnTo>
                  <a:cubicBezTo>
                    <a:pt x="4972" y="3294"/>
                    <a:pt x="4909" y="3484"/>
                    <a:pt x="4909" y="3674"/>
                  </a:cubicBezTo>
                  <a:lnTo>
                    <a:pt x="4909" y="4498"/>
                  </a:lnTo>
                  <a:cubicBezTo>
                    <a:pt x="4909" y="4561"/>
                    <a:pt x="4909" y="4625"/>
                    <a:pt x="4941" y="4688"/>
                  </a:cubicBezTo>
                  <a:cubicBezTo>
                    <a:pt x="4941" y="4688"/>
                    <a:pt x="4941" y="4720"/>
                    <a:pt x="4941" y="4751"/>
                  </a:cubicBezTo>
                  <a:cubicBezTo>
                    <a:pt x="4972" y="4783"/>
                    <a:pt x="4972" y="4815"/>
                    <a:pt x="4972" y="4846"/>
                  </a:cubicBezTo>
                  <a:cubicBezTo>
                    <a:pt x="5036" y="4941"/>
                    <a:pt x="5099" y="5036"/>
                    <a:pt x="5226" y="5131"/>
                  </a:cubicBezTo>
                  <a:cubicBezTo>
                    <a:pt x="5226" y="5195"/>
                    <a:pt x="5226" y="5226"/>
                    <a:pt x="5257" y="5290"/>
                  </a:cubicBezTo>
                  <a:lnTo>
                    <a:pt x="5257" y="5321"/>
                  </a:lnTo>
                  <a:cubicBezTo>
                    <a:pt x="5289" y="5353"/>
                    <a:pt x="5289" y="5353"/>
                    <a:pt x="5289" y="5353"/>
                  </a:cubicBezTo>
                  <a:cubicBezTo>
                    <a:pt x="5289" y="5385"/>
                    <a:pt x="5289" y="5385"/>
                    <a:pt x="5289" y="5416"/>
                  </a:cubicBezTo>
                  <a:cubicBezTo>
                    <a:pt x="5321" y="5448"/>
                    <a:pt x="5321" y="5480"/>
                    <a:pt x="5352" y="5543"/>
                  </a:cubicBezTo>
                  <a:cubicBezTo>
                    <a:pt x="5352" y="5543"/>
                    <a:pt x="5352" y="5575"/>
                    <a:pt x="5352" y="5575"/>
                  </a:cubicBezTo>
                  <a:cubicBezTo>
                    <a:pt x="5384" y="5638"/>
                    <a:pt x="5384" y="5670"/>
                    <a:pt x="5416" y="5701"/>
                  </a:cubicBezTo>
                  <a:cubicBezTo>
                    <a:pt x="5416" y="5701"/>
                    <a:pt x="5416" y="5733"/>
                    <a:pt x="5416" y="5733"/>
                  </a:cubicBezTo>
                  <a:lnTo>
                    <a:pt x="5447" y="5765"/>
                  </a:lnTo>
                  <a:cubicBezTo>
                    <a:pt x="5447" y="5765"/>
                    <a:pt x="5447" y="5796"/>
                    <a:pt x="5447" y="5796"/>
                  </a:cubicBezTo>
                  <a:cubicBezTo>
                    <a:pt x="5479" y="5828"/>
                    <a:pt x="5479" y="5891"/>
                    <a:pt x="5511" y="5923"/>
                  </a:cubicBezTo>
                  <a:cubicBezTo>
                    <a:pt x="5511" y="5923"/>
                    <a:pt x="5511" y="5923"/>
                    <a:pt x="5511" y="5955"/>
                  </a:cubicBezTo>
                  <a:cubicBezTo>
                    <a:pt x="5542" y="5955"/>
                    <a:pt x="5542" y="5986"/>
                    <a:pt x="5574" y="6018"/>
                  </a:cubicBezTo>
                  <a:cubicBezTo>
                    <a:pt x="5574" y="6050"/>
                    <a:pt x="5606" y="6113"/>
                    <a:pt x="5637" y="6145"/>
                  </a:cubicBezTo>
                  <a:cubicBezTo>
                    <a:pt x="5637" y="6145"/>
                    <a:pt x="5637" y="6176"/>
                    <a:pt x="5669" y="6208"/>
                  </a:cubicBezTo>
                  <a:cubicBezTo>
                    <a:pt x="5701" y="6240"/>
                    <a:pt x="5732" y="6303"/>
                    <a:pt x="5732" y="6335"/>
                  </a:cubicBezTo>
                  <a:cubicBezTo>
                    <a:pt x="5732" y="6335"/>
                    <a:pt x="5764" y="6366"/>
                    <a:pt x="5764" y="6366"/>
                  </a:cubicBezTo>
                  <a:cubicBezTo>
                    <a:pt x="5796" y="6430"/>
                    <a:pt x="5859" y="6493"/>
                    <a:pt x="5891" y="6556"/>
                  </a:cubicBezTo>
                  <a:lnTo>
                    <a:pt x="5922" y="6588"/>
                  </a:lnTo>
                  <a:lnTo>
                    <a:pt x="5922" y="7285"/>
                  </a:lnTo>
                  <a:cubicBezTo>
                    <a:pt x="5922" y="7475"/>
                    <a:pt x="5827" y="7665"/>
                    <a:pt x="5637" y="7760"/>
                  </a:cubicBezTo>
                  <a:lnTo>
                    <a:pt x="5099" y="8045"/>
                  </a:lnTo>
                  <a:lnTo>
                    <a:pt x="5004" y="8045"/>
                  </a:lnTo>
                  <a:lnTo>
                    <a:pt x="4972" y="8108"/>
                  </a:lnTo>
                  <a:lnTo>
                    <a:pt x="3832" y="8742"/>
                  </a:lnTo>
                  <a:cubicBezTo>
                    <a:pt x="3230" y="9090"/>
                    <a:pt x="2850" y="9692"/>
                    <a:pt x="2850" y="10357"/>
                  </a:cubicBezTo>
                  <a:lnTo>
                    <a:pt x="2850" y="10832"/>
                  </a:lnTo>
                  <a:lnTo>
                    <a:pt x="412" y="10832"/>
                  </a:lnTo>
                  <a:lnTo>
                    <a:pt x="412" y="10452"/>
                  </a:lnTo>
                  <a:cubicBezTo>
                    <a:pt x="412" y="10008"/>
                    <a:pt x="665" y="9597"/>
                    <a:pt x="1045" y="9375"/>
                  </a:cubicBezTo>
                  <a:lnTo>
                    <a:pt x="2407" y="8520"/>
                  </a:lnTo>
                  <a:cubicBezTo>
                    <a:pt x="2692" y="8393"/>
                    <a:pt x="2850" y="8108"/>
                    <a:pt x="2850" y="7791"/>
                  </a:cubicBezTo>
                  <a:lnTo>
                    <a:pt x="2850" y="7063"/>
                  </a:lnTo>
                  <a:lnTo>
                    <a:pt x="2787" y="7000"/>
                  </a:lnTo>
                  <a:cubicBezTo>
                    <a:pt x="2787" y="7000"/>
                    <a:pt x="2249" y="6493"/>
                    <a:pt x="2090" y="5796"/>
                  </a:cubicBezTo>
                  <a:lnTo>
                    <a:pt x="2059" y="5701"/>
                  </a:lnTo>
                  <a:lnTo>
                    <a:pt x="1995" y="5670"/>
                  </a:lnTo>
                  <a:cubicBezTo>
                    <a:pt x="1900" y="5606"/>
                    <a:pt x="1837" y="5511"/>
                    <a:pt x="1837" y="5385"/>
                  </a:cubicBezTo>
                  <a:lnTo>
                    <a:pt x="1837" y="4688"/>
                  </a:lnTo>
                  <a:cubicBezTo>
                    <a:pt x="1837" y="4593"/>
                    <a:pt x="1900" y="4530"/>
                    <a:pt x="1995" y="4435"/>
                  </a:cubicBezTo>
                  <a:lnTo>
                    <a:pt x="2059" y="4371"/>
                  </a:lnTo>
                  <a:lnTo>
                    <a:pt x="2059" y="3294"/>
                  </a:lnTo>
                  <a:cubicBezTo>
                    <a:pt x="2059" y="3231"/>
                    <a:pt x="2154" y="1838"/>
                    <a:pt x="3896" y="1838"/>
                  </a:cubicBezTo>
                  <a:close/>
                  <a:moveTo>
                    <a:pt x="7569" y="413"/>
                  </a:moveTo>
                  <a:cubicBezTo>
                    <a:pt x="8361" y="413"/>
                    <a:pt x="8931" y="634"/>
                    <a:pt x="9279" y="1014"/>
                  </a:cubicBezTo>
                  <a:cubicBezTo>
                    <a:pt x="9659" y="1458"/>
                    <a:pt x="9596" y="2028"/>
                    <a:pt x="9596" y="2028"/>
                  </a:cubicBezTo>
                  <a:lnTo>
                    <a:pt x="9596" y="3326"/>
                  </a:lnTo>
                  <a:lnTo>
                    <a:pt x="9659" y="3389"/>
                  </a:lnTo>
                  <a:cubicBezTo>
                    <a:pt x="9754" y="3484"/>
                    <a:pt x="9818" y="3579"/>
                    <a:pt x="9818" y="3706"/>
                  </a:cubicBezTo>
                  <a:lnTo>
                    <a:pt x="9818" y="4530"/>
                  </a:lnTo>
                  <a:cubicBezTo>
                    <a:pt x="9818" y="4688"/>
                    <a:pt x="9691" y="4846"/>
                    <a:pt x="9533" y="4910"/>
                  </a:cubicBezTo>
                  <a:lnTo>
                    <a:pt x="9406" y="4941"/>
                  </a:lnTo>
                  <a:lnTo>
                    <a:pt x="9374" y="5036"/>
                  </a:lnTo>
                  <a:cubicBezTo>
                    <a:pt x="9248" y="5448"/>
                    <a:pt x="9058" y="5860"/>
                    <a:pt x="8804" y="6208"/>
                  </a:cubicBezTo>
                  <a:cubicBezTo>
                    <a:pt x="8741" y="6303"/>
                    <a:pt x="8678" y="6366"/>
                    <a:pt x="8646" y="6430"/>
                  </a:cubicBezTo>
                  <a:lnTo>
                    <a:pt x="8583" y="6493"/>
                  </a:lnTo>
                  <a:lnTo>
                    <a:pt x="8583" y="7316"/>
                  </a:lnTo>
                  <a:cubicBezTo>
                    <a:pt x="8583" y="7696"/>
                    <a:pt x="8773" y="8013"/>
                    <a:pt x="9121" y="8171"/>
                  </a:cubicBezTo>
                  <a:lnTo>
                    <a:pt x="11053" y="9153"/>
                  </a:lnTo>
                  <a:cubicBezTo>
                    <a:pt x="11559" y="9407"/>
                    <a:pt x="11844" y="9882"/>
                    <a:pt x="11844" y="10420"/>
                  </a:cubicBezTo>
                  <a:lnTo>
                    <a:pt x="11844" y="10832"/>
                  </a:lnTo>
                  <a:lnTo>
                    <a:pt x="3262" y="10832"/>
                  </a:lnTo>
                  <a:lnTo>
                    <a:pt x="3262" y="10388"/>
                  </a:lnTo>
                  <a:cubicBezTo>
                    <a:pt x="3262" y="9850"/>
                    <a:pt x="3547" y="9375"/>
                    <a:pt x="4022" y="9122"/>
                  </a:cubicBezTo>
                  <a:lnTo>
                    <a:pt x="5859" y="8108"/>
                  </a:lnTo>
                  <a:cubicBezTo>
                    <a:pt x="6144" y="7950"/>
                    <a:pt x="6334" y="7633"/>
                    <a:pt x="6334" y="7285"/>
                  </a:cubicBezTo>
                  <a:lnTo>
                    <a:pt x="6334" y="6461"/>
                  </a:lnTo>
                  <a:lnTo>
                    <a:pt x="6302" y="6430"/>
                  </a:lnTo>
                  <a:lnTo>
                    <a:pt x="6302" y="6398"/>
                  </a:lnTo>
                  <a:cubicBezTo>
                    <a:pt x="6302" y="6398"/>
                    <a:pt x="6271" y="6398"/>
                    <a:pt x="6271" y="6366"/>
                  </a:cubicBezTo>
                  <a:lnTo>
                    <a:pt x="6239" y="6366"/>
                  </a:lnTo>
                  <a:cubicBezTo>
                    <a:pt x="6239" y="6335"/>
                    <a:pt x="6239" y="6335"/>
                    <a:pt x="6207" y="6303"/>
                  </a:cubicBezTo>
                  <a:cubicBezTo>
                    <a:pt x="6176" y="6271"/>
                    <a:pt x="6144" y="6208"/>
                    <a:pt x="6112" y="6145"/>
                  </a:cubicBezTo>
                  <a:cubicBezTo>
                    <a:pt x="6081" y="6113"/>
                    <a:pt x="6049" y="6081"/>
                    <a:pt x="6049" y="6050"/>
                  </a:cubicBezTo>
                  <a:lnTo>
                    <a:pt x="6017" y="6050"/>
                  </a:lnTo>
                  <a:cubicBezTo>
                    <a:pt x="5986" y="5955"/>
                    <a:pt x="5922" y="5860"/>
                    <a:pt x="5891" y="5765"/>
                  </a:cubicBezTo>
                  <a:cubicBezTo>
                    <a:pt x="5859" y="5733"/>
                    <a:pt x="5827" y="5670"/>
                    <a:pt x="5796" y="5606"/>
                  </a:cubicBezTo>
                  <a:lnTo>
                    <a:pt x="5796" y="5575"/>
                  </a:lnTo>
                  <a:cubicBezTo>
                    <a:pt x="5796" y="5575"/>
                    <a:pt x="5764" y="5543"/>
                    <a:pt x="5764" y="5511"/>
                  </a:cubicBezTo>
                  <a:cubicBezTo>
                    <a:pt x="5764" y="5511"/>
                    <a:pt x="5764" y="5480"/>
                    <a:pt x="5764" y="5480"/>
                  </a:cubicBezTo>
                  <a:cubicBezTo>
                    <a:pt x="5732" y="5448"/>
                    <a:pt x="5732" y="5416"/>
                    <a:pt x="5701" y="5385"/>
                  </a:cubicBezTo>
                  <a:cubicBezTo>
                    <a:pt x="5701" y="5353"/>
                    <a:pt x="5669" y="5290"/>
                    <a:pt x="5669" y="5226"/>
                  </a:cubicBezTo>
                  <a:lnTo>
                    <a:pt x="5637" y="5195"/>
                  </a:lnTo>
                  <a:cubicBezTo>
                    <a:pt x="5637" y="5163"/>
                    <a:pt x="5637" y="5163"/>
                    <a:pt x="5637" y="5163"/>
                  </a:cubicBezTo>
                  <a:cubicBezTo>
                    <a:pt x="5637" y="5100"/>
                    <a:pt x="5606" y="5036"/>
                    <a:pt x="5606" y="4973"/>
                  </a:cubicBezTo>
                  <a:lnTo>
                    <a:pt x="5574" y="4910"/>
                  </a:lnTo>
                  <a:lnTo>
                    <a:pt x="5511" y="4846"/>
                  </a:lnTo>
                  <a:cubicBezTo>
                    <a:pt x="5384" y="4783"/>
                    <a:pt x="5321" y="4656"/>
                    <a:pt x="5321" y="4498"/>
                  </a:cubicBezTo>
                  <a:lnTo>
                    <a:pt x="5321" y="3706"/>
                  </a:lnTo>
                  <a:cubicBezTo>
                    <a:pt x="5321" y="3579"/>
                    <a:pt x="5352" y="3484"/>
                    <a:pt x="5447" y="3389"/>
                  </a:cubicBezTo>
                  <a:lnTo>
                    <a:pt x="5511" y="3326"/>
                  </a:lnTo>
                  <a:lnTo>
                    <a:pt x="5511" y="1996"/>
                  </a:lnTo>
                  <a:cubicBezTo>
                    <a:pt x="5511" y="1838"/>
                    <a:pt x="5511" y="1394"/>
                    <a:pt x="5827" y="1014"/>
                  </a:cubicBezTo>
                  <a:cubicBezTo>
                    <a:pt x="6176" y="634"/>
                    <a:pt x="6746" y="413"/>
                    <a:pt x="7569" y="413"/>
                  </a:cubicBezTo>
                  <a:close/>
                  <a:moveTo>
                    <a:pt x="7569" y="1"/>
                  </a:moveTo>
                  <a:cubicBezTo>
                    <a:pt x="6651" y="1"/>
                    <a:pt x="5954" y="254"/>
                    <a:pt x="5542" y="729"/>
                  </a:cubicBezTo>
                  <a:cubicBezTo>
                    <a:pt x="5257" y="1046"/>
                    <a:pt x="5131" y="1426"/>
                    <a:pt x="5131" y="1711"/>
                  </a:cubicBezTo>
                  <a:cubicBezTo>
                    <a:pt x="4782" y="1521"/>
                    <a:pt x="4339" y="1426"/>
                    <a:pt x="3896" y="1426"/>
                  </a:cubicBezTo>
                  <a:cubicBezTo>
                    <a:pt x="1774" y="1426"/>
                    <a:pt x="1647" y="3231"/>
                    <a:pt x="1647" y="3263"/>
                  </a:cubicBezTo>
                  <a:lnTo>
                    <a:pt x="1647" y="4213"/>
                  </a:lnTo>
                  <a:cubicBezTo>
                    <a:pt x="1520" y="4340"/>
                    <a:pt x="1425" y="4530"/>
                    <a:pt x="1425" y="4688"/>
                  </a:cubicBezTo>
                  <a:lnTo>
                    <a:pt x="1425" y="5385"/>
                  </a:lnTo>
                  <a:cubicBezTo>
                    <a:pt x="1425" y="5606"/>
                    <a:pt x="1520" y="5828"/>
                    <a:pt x="1710" y="5955"/>
                  </a:cubicBezTo>
                  <a:cubicBezTo>
                    <a:pt x="1869" y="6588"/>
                    <a:pt x="2280" y="7063"/>
                    <a:pt x="2439" y="7253"/>
                  </a:cubicBezTo>
                  <a:lnTo>
                    <a:pt x="2439" y="7791"/>
                  </a:lnTo>
                  <a:cubicBezTo>
                    <a:pt x="2439" y="7950"/>
                    <a:pt x="2344" y="8108"/>
                    <a:pt x="2217" y="8203"/>
                  </a:cubicBezTo>
                  <a:lnTo>
                    <a:pt x="855" y="9027"/>
                  </a:lnTo>
                  <a:cubicBezTo>
                    <a:pt x="317" y="9312"/>
                    <a:pt x="0" y="9882"/>
                    <a:pt x="0" y="10452"/>
                  </a:cubicBezTo>
                  <a:lnTo>
                    <a:pt x="0" y="11243"/>
                  </a:lnTo>
                  <a:lnTo>
                    <a:pt x="12256" y="11243"/>
                  </a:lnTo>
                  <a:lnTo>
                    <a:pt x="12256" y="10420"/>
                  </a:lnTo>
                  <a:cubicBezTo>
                    <a:pt x="12256" y="9723"/>
                    <a:pt x="11876" y="9090"/>
                    <a:pt x="11243" y="8773"/>
                  </a:cubicBezTo>
                  <a:lnTo>
                    <a:pt x="9279" y="7791"/>
                  </a:lnTo>
                  <a:cubicBezTo>
                    <a:pt x="9121" y="7696"/>
                    <a:pt x="8994" y="7506"/>
                    <a:pt x="8994" y="7316"/>
                  </a:cubicBezTo>
                  <a:lnTo>
                    <a:pt x="8994" y="6620"/>
                  </a:lnTo>
                  <a:cubicBezTo>
                    <a:pt x="9058" y="6556"/>
                    <a:pt x="9089" y="6493"/>
                    <a:pt x="9153" y="6430"/>
                  </a:cubicBezTo>
                  <a:cubicBezTo>
                    <a:pt x="9406" y="6081"/>
                    <a:pt x="9596" y="5670"/>
                    <a:pt x="9754" y="5226"/>
                  </a:cubicBezTo>
                  <a:cubicBezTo>
                    <a:pt x="10039" y="5100"/>
                    <a:pt x="10229" y="4815"/>
                    <a:pt x="10229" y="4498"/>
                  </a:cubicBezTo>
                  <a:lnTo>
                    <a:pt x="10229" y="3674"/>
                  </a:lnTo>
                  <a:cubicBezTo>
                    <a:pt x="10229" y="3484"/>
                    <a:pt x="10134" y="3294"/>
                    <a:pt x="10008" y="3136"/>
                  </a:cubicBezTo>
                  <a:lnTo>
                    <a:pt x="10008" y="2059"/>
                  </a:lnTo>
                  <a:cubicBezTo>
                    <a:pt x="10039" y="1964"/>
                    <a:pt x="10071" y="1268"/>
                    <a:pt x="9596" y="729"/>
                  </a:cubicBezTo>
                  <a:cubicBezTo>
                    <a:pt x="9153" y="254"/>
                    <a:pt x="8488" y="1"/>
                    <a:pt x="756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
            <p:cNvSpPr/>
            <p:nvPr/>
          </p:nvSpPr>
          <p:spPr>
            <a:xfrm>
              <a:off x="6533133" y="1361318"/>
              <a:ext cx="420087" cy="535656"/>
            </a:xfrm>
            <a:custGeom>
              <a:rect b="b" l="l" r="r" t="t"/>
              <a:pathLst>
                <a:path extrusionOk="0" fill="none" h="20111" w="15772">
                  <a:moveTo>
                    <a:pt x="12383" y="20111"/>
                  </a:moveTo>
                  <a:cubicBezTo>
                    <a:pt x="14473" y="17989"/>
                    <a:pt x="15772" y="15044"/>
                    <a:pt x="15772" y="11813"/>
                  </a:cubicBezTo>
                  <a:cubicBezTo>
                    <a:pt x="15772" y="5289"/>
                    <a:pt x="10483" y="1"/>
                    <a:pt x="3959" y="1"/>
                  </a:cubicBezTo>
                  <a:cubicBezTo>
                    <a:pt x="2566" y="1"/>
                    <a:pt x="1235" y="254"/>
                    <a:pt x="0" y="698"/>
                  </a:cubicBezTo>
                </a:path>
              </a:pathLst>
            </a:custGeom>
            <a:noFill/>
            <a:ln cap="flat" cmpd="sng" w="792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
            <p:cNvSpPr/>
            <p:nvPr/>
          </p:nvSpPr>
          <p:spPr>
            <a:xfrm>
              <a:off x="6323089" y="1446524"/>
              <a:ext cx="315518" cy="544925"/>
            </a:xfrm>
            <a:custGeom>
              <a:rect b="b" l="l" r="r" t="t"/>
              <a:pathLst>
                <a:path extrusionOk="0" fill="none" h="20459" w="11846">
                  <a:moveTo>
                    <a:pt x="3738" y="0"/>
                  </a:moveTo>
                  <a:cubicBezTo>
                    <a:pt x="1458" y="2154"/>
                    <a:pt x="1" y="5226"/>
                    <a:pt x="1" y="8614"/>
                  </a:cubicBezTo>
                  <a:cubicBezTo>
                    <a:pt x="1" y="15138"/>
                    <a:pt x="5321" y="20458"/>
                    <a:pt x="11845" y="20458"/>
                  </a:cubicBezTo>
                </a:path>
              </a:pathLst>
            </a:custGeom>
            <a:noFill/>
            <a:ln cap="flat" cmpd="sng" w="792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 name="Google Shape;192;p16"/>
          <p:cNvGrpSpPr/>
          <p:nvPr/>
        </p:nvGrpSpPr>
        <p:grpSpPr>
          <a:xfrm>
            <a:off x="8008309" y="3693354"/>
            <a:ext cx="630131" cy="630104"/>
            <a:chOff x="6323089" y="2499219"/>
            <a:chExt cx="630131" cy="630104"/>
          </a:xfrm>
        </p:grpSpPr>
        <p:sp>
          <p:nvSpPr>
            <p:cNvPr id="193" name="Google Shape;193;p16"/>
            <p:cNvSpPr/>
            <p:nvPr/>
          </p:nvSpPr>
          <p:spPr>
            <a:xfrm>
              <a:off x="6368635" y="2544765"/>
              <a:ext cx="539039" cy="539012"/>
            </a:xfrm>
            <a:custGeom>
              <a:rect b="b" l="l" r="r" t="t"/>
              <a:pathLst>
                <a:path extrusionOk="0" h="20237" w="20238">
                  <a:moveTo>
                    <a:pt x="10135" y="0"/>
                  </a:moveTo>
                  <a:cubicBezTo>
                    <a:pt x="4530" y="0"/>
                    <a:pt x="1" y="4529"/>
                    <a:pt x="1" y="10103"/>
                  </a:cubicBezTo>
                  <a:cubicBezTo>
                    <a:pt x="1" y="15708"/>
                    <a:pt x="4530" y="20237"/>
                    <a:pt x="10135" y="20237"/>
                  </a:cubicBezTo>
                  <a:cubicBezTo>
                    <a:pt x="15709" y="20237"/>
                    <a:pt x="20237" y="15708"/>
                    <a:pt x="20237" y="10103"/>
                  </a:cubicBezTo>
                  <a:cubicBezTo>
                    <a:pt x="20237" y="4529"/>
                    <a:pt x="15709" y="0"/>
                    <a:pt x="10135" y="0"/>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
            <p:cNvSpPr/>
            <p:nvPr/>
          </p:nvSpPr>
          <p:spPr>
            <a:xfrm>
              <a:off x="6544932" y="2639239"/>
              <a:ext cx="186445" cy="350064"/>
            </a:xfrm>
            <a:custGeom>
              <a:rect b="b" l="l" r="r" t="t"/>
              <a:pathLst>
                <a:path extrusionOk="0" h="13143" w="7000">
                  <a:moveTo>
                    <a:pt x="4371" y="444"/>
                  </a:moveTo>
                  <a:lnTo>
                    <a:pt x="4371" y="887"/>
                  </a:lnTo>
                  <a:lnTo>
                    <a:pt x="2629" y="887"/>
                  </a:lnTo>
                  <a:lnTo>
                    <a:pt x="2629" y="444"/>
                  </a:lnTo>
                  <a:close/>
                  <a:moveTo>
                    <a:pt x="6240" y="1299"/>
                  </a:moveTo>
                  <a:cubicBezTo>
                    <a:pt x="6430" y="1299"/>
                    <a:pt x="6588" y="1457"/>
                    <a:pt x="6588" y="1615"/>
                  </a:cubicBezTo>
                  <a:lnTo>
                    <a:pt x="6588" y="12383"/>
                  </a:lnTo>
                  <a:cubicBezTo>
                    <a:pt x="6588" y="12573"/>
                    <a:pt x="6430" y="12699"/>
                    <a:pt x="6240" y="12699"/>
                  </a:cubicBezTo>
                  <a:lnTo>
                    <a:pt x="761" y="12699"/>
                  </a:lnTo>
                  <a:cubicBezTo>
                    <a:pt x="571" y="12699"/>
                    <a:pt x="444" y="12573"/>
                    <a:pt x="444" y="12383"/>
                  </a:cubicBezTo>
                  <a:lnTo>
                    <a:pt x="444" y="1615"/>
                  </a:lnTo>
                  <a:cubicBezTo>
                    <a:pt x="444" y="1457"/>
                    <a:pt x="571" y="1299"/>
                    <a:pt x="761" y="1299"/>
                  </a:cubicBezTo>
                  <a:close/>
                  <a:moveTo>
                    <a:pt x="2186" y="0"/>
                  </a:moveTo>
                  <a:lnTo>
                    <a:pt x="2186" y="855"/>
                  </a:lnTo>
                  <a:lnTo>
                    <a:pt x="761" y="855"/>
                  </a:lnTo>
                  <a:cubicBezTo>
                    <a:pt x="349" y="855"/>
                    <a:pt x="1" y="1204"/>
                    <a:pt x="1" y="1615"/>
                  </a:cubicBezTo>
                  <a:lnTo>
                    <a:pt x="1" y="12383"/>
                  </a:lnTo>
                  <a:cubicBezTo>
                    <a:pt x="1" y="12794"/>
                    <a:pt x="349" y="13143"/>
                    <a:pt x="761" y="13143"/>
                  </a:cubicBezTo>
                  <a:lnTo>
                    <a:pt x="6240" y="13143"/>
                  </a:lnTo>
                  <a:cubicBezTo>
                    <a:pt x="6683" y="13143"/>
                    <a:pt x="7000" y="12794"/>
                    <a:pt x="7000" y="12383"/>
                  </a:cubicBezTo>
                  <a:lnTo>
                    <a:pt x="7000" y="1615"/>
                  </a:lnTo>
                  <a:cubicBezTo>
                    <a:pt x="7000" y="1204"/>
                    <a:pt x="6683" y="855"/>
                    <a:pt x="6240" y="855"/>
                  </a:cubicBezTo>
                  <a:lnTo>
                    <a:pt x="4814" y="855"/>
                  </a:lnTo>
                  <a:lnTo>
                    <a:pt x="48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6"/>
            <p:cNvSpPr/>
            <p:nvPr/>
          </p:nvSpPr>
          <p:spPr>
            <a:xfrm>
              <a:off x="6587122" y="2731183"/>
              <a:ext cx="102092" cy="188949"/>
            </a:xfrm>
            <a:custGeom>
              <a:rect b="b" l="l" r="r" t="t"/>
              <a:pathLst>
                <a:path extrusionOk="0" h="7094" w="3833">
                  <a:moveTo>
                    <a:pt x="2344" y="1013"/>
                  </a:moveTo>
                  <a:lnTo>
                    <a:pt x="2344" y="3325"/>
                  </a:lnTo>
                  <a:lnTo>
                    <a:pt x="3104" y="3325"/>
                  </a:lnTo>
                  <a:lnTo>
                    <a:pt x="1710" y="5985"/>
                  </a:lnTo>
                  <a:lnTo>
                    <a:pt x="1710" y="3547"/>
                  </a:lnTo>
                  <a:lnTo>
                    <a:pt x="792" y="3547"/>
                  </a:lnTo>
                  <a:lnTo>
                    <a:pt x="2344" y="1013"/>
                  </a:lnTo>
                  <a:close/>
                  <a:moveTo>
                    <a:pt x="2502" y="0"/>
                  </a:moveTo>
                  <a:lnTo>
                    <a:pt x="2375" y="127"/>
                  </a:lnTo>
                  <a:lnTo>
                    <a:pt x="0" y="3990"/>
                  </a:lnTo>
                  <a:lnTo>
                    <a:pt x="1267" y="3990"/>
                  </a:lnTo>
                  <a:lnTo>
                    <a:pt x="1267" y="6809"/>
                  </a:lnTo>
                  <a:cubicBezTo>
                    <a:pt x="1267" y="6904"/>
                    <a:pt x="1299" y="6999"/>
                    <a:pt x="1394" y="7031"/>
                  </a:cubicBezTo>
                  <a:lnTo>
                    <a:pt x="1584" y="7094"/>
                  </a:lnTo>
                  <a:lnTo>
                    <a:pt x="1679" y="6967"/>
                  </a:lnTo>
                  <a:lnTo>
                    <a:pt x="3832" y="2882"/>
                  </a:lnTo>
                  <a:lnTo>
                    <a:pt x="2787" y="2882"/>
                  </a:lnTo>
                  <a:lnTo>
                    <a:pt x="2787" y="285"/>
                  </a:lnTo>
                  <a:cubicBezTo>
                    <a:pt x="2787" y="190"/>
                    <a:pt x="2755" y="95"/>
                    <a:pt x="2660" y="63"/>
                  </a:cubicBezTo>
                  <a:lnTo>
                    <a:pt x="250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6"/>
            <p:cNvSpPr/>
            <p:nvPr/>
          </p:nvSpPr>
          <p:spPr>
            <a:xfrm>
              <a:off x="6533133" y="2499219"/>
              <a:ext cx="420087" cy="535630"/>
            </a:xfrm>
            <a:custGeom>
              <a:rect b="b" l="l" r="r" t="t"/>
              <a:pathLst>
                <a:path extrusionOk="0" fill="none" h="20110" w="15772">
                  <a:moveTo>
                    <a:pt x="12383" y="20110"/>
                  </a:moveTo>
                  <a:cubicBezTo>
                    <a:pt x="14473" y="17988"/>
                    <a:pt x="15772" y="15043"/>
                    <a:pt x="15772" y="11813"/>
                  </a:cubicBezTo>
                  <a:cubicBezTo>
                    <a:pt x="15772" y="5289"/>
                    <a:pt x="10483" y="0"/>
                    <a:pt x="3959" y="0"/>
                  </a:cubicBezTo>
                  <a:cubicBezTo>
                    <a:pt x="2566" y="0"/>
                    <a:pt x="1235" y="253"/>
                    <a:pt x="0" y="697"/>
                  </a:cubicBezTo>
                </a:path>
              </a:pathLst>
            </a:custGeom>
            <a:noFill/>
            <a:ln cap="flat" cmpd="sng" w="792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6"/>
            <p:cNvSpPr/>
            <p:nvPr/>
          </p:nvSpPr>
          <p:spPr>
            <a:xfrm>
              <a:off x="6323089" y="2584398"/>
              <a:ext cx="315518" cy="544925"/>
            </a:xfrm>
            <a:custGeom>
              <a:rect b="b" l="l" r="r" t="t"/>
              <a:pathLst>
                <a:path extrusionOk="0" fill="none" h="20459" w="11846">
                  <a:moveTo>
                    <a:pt x="3738" y="1"/>
                  </a:moveTo>
                  <a:cubicBezTo>
                    <a:pt x="1458" y="2154"/>
                    <a:pt x="1" y="5226"/>
                    <a:pt x="1" y="8615"/>
                  </a:cubicBezTo>
                  <a:cubicBezTo>
                    <a:pt x="1" y="15138"/>
                    <a:pt x="5321" y="20459"/>
                    <a:pt x="11845" y="20459"/>
                  </a:cubicBezTo>
                </a:path>
              </a:pathLst>
            </a:custGeom>
            <a:noFill/>
            <a:ln cap="flat" cmpd="sng" w="792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6"/>
          <p:cNvGrpSpPr/>
          <p:nvPr/>
        </p:nvGrpSpPr>
        <p:grpSpPr>
          <a:xfrm>
            <a:off x="78376" y="1361331"/>
            <a:ext cx="630104" cy="630131"/>
            <a:chOff x="2190776" y="1361318"/>
            <a:chExt cx="630104" cy="630131"/>
          </a:xfrm>
        </p:grpSpPr>
        <p:sp>
          <p:nvSpPr>
            <p:cNvPr id="199" name="Google Shape;199;p16"/>
            <p:cNvSpPr/>
            <p:nvPr/>
          </p:nvSpPr>
          <p:spPr>
            <a:xfrm>
              <a:off x="2200045" y="1406731"/>
              <a:ext cx="611566" cy="539305"/>
            </a:xfrm>
            <a:custGeom>
              <a:rect b="b" l="l" r="r" t="t"/>
              <a:pathLst>
                <a:path extrusionOk="0" h="20248" w="22961">
                  <a:moveTo>
                    <a:pt x="11461" y="1"/>
                  </a:moveTo>
                  <a:cubicBezTo>
                    <a:pt x="10173" y="1"/>
                    <a:pt x="8864" y="247"/>
                    <a:pt x="7601" y="766"/>
                  </a:cubicBezTo>
                  <a:cubicBezTo>
                    <a:pt x="2439" y="2919"/>
                    <a:pt x="0" y="8842"/>
                    <a:pt x="2122" y="14004"/>
                  </a:cubicBezTo>
                  <a:cubicBezTo>
                    <a:pt x="3749" y="17902"/>
                    <a:pt x="7525" y="20248"/>
                    <a:pt x="11500" y="20248"/>
                  </a:cubicBezTo>
                  <a:cubicBezTo>
                    <a:pt x="12788" y="20248"/>
                    <a:pt x="14097" y="20001"/>
                    <a:pt x="15360" y="19482"/>
                  </a:cubicBezTo>
                  <a:cubicBezTo>
                    <a:pt x="20522" y="17329"/>
                    <a:pt x="22960" y="11407"/>
                    <a:pt x="20839" y="6245"/>
                  </a:cubicBezTo>
                  <a:cubicBezTo>
                    <a:pt x="19212" y="2346"/>
                    <a:pt x="15436" y="1"/>
                    <a:pt x="11461"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6"/>
            <p:cNvSpPr/>
            <p:nvPr/>
          </p:nvSpPr>
          <p:spPr>
            <a:xfrm>
              <a:off x="2331621" y="1552797"/>
              <a:ext cx="348412" cy="81849"/>
            </a:xfrm>
            <a:custGeom>
              <a:rect b="b" l="l" r="r" t="t"/>
              <a:pathLst>
                <a:path extrusionOk="0" h="3073" w="13081">
                  <a:moveTo>
                    <a:pt x="6556" y="1"/>
                  </a:moveTo>
                  <a:cubicBezTo>
                    <a:pt x="4118" y="1"/>
                    <a:pt x="1806" y="951"/>
                    <a:pt x="96" y="2661"/>
                  </a:cubicBezTo>
                  <a:cubicBezTo>
                    <a:pt x="1" y="2756"/>
                    <a:pt x="1" y="2882"/>
                    <a:pt x="96" y="2978"/>
                  </a:cubicBezTo>
                  <a:cubicBezTo>
                    <a:pt x="143" y="3025"/>
                    <a:pt x="207" y="3049"/>
                    <a:pt x="266" y="3049"/>
                  </a:cubicBezTo>
                  <a:cubicBezTo>
                    <a:pt x="325" y="3049"/>
                    <a:pt x="381" y="3025"/>
                    <a:pt x="412" y="2978"/>
                  </a:cubicBezTo>
                  <a:cubicBezTo>
                    <a:pt x="2059" y="1362"/>
                    <a:pt x="4213" y="476"/>
                    <a:pt x="6556" y="476"/>
                  </a:cubicBezTo>
                  <a:cubicBezTo>
                    <a:pt x="8868" y="476"/>
                    <a:pt x="11022" y="1362"/>
                    <a:pt x="12668" y="2978"/>
                  </a:cubicBezTo>
                  <a:cubicBezTo>
                    <a:pt x="12700" y="3041"/>
                    <a:pt x="12763" y="3073"/>
                    <a:pt x="12827" y="3073"/>
                  </a:cubicBezTo>
                  <a:cubicBezTo>
                    <a:pt x="12890" y="3073"/>
                    <a:pt x="12953" y="3041"/>
                    <a:pt x="12985" y="2978"/>
                  </a:cubicBezTo>
                  <a:cubicBezTo>
                    <a:pt x="13080" y="2882"/>
                    <a:pt x="13080" y="2756"/>
                    <a:pt x="12985" y="2661"/>
                  </a:cubicBezTo>
                  <a:cubicBezTo>
                    <a:pt x="11275" y="951"/>
                    <a:pt x="8995" y="1"/>
                    <a:pt x="655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6"/>
            <p:cNvSpPr/>
            <p:nvPr/>
          </p:nvSpPr>
          <p:spPr>
            <a:xfrm>
              <a:off x="2368751" y="1605109"/>
              <a:ext cx="274154" cy="66641"/>
            </a:xfrm>
            <a:custGeom>
              <a:rect b="b" l="l" r="r" t="t"/>
              <a:pathLst>
                <a:path extrusionOk="0" h="2502" w="10293">
                  <a:moveTo>
                    <a:pt x="5146" y="0"/>
                  </a:moveTo>
                  <a:cubicBezTo>
                    <a:pt x="3318" y="0"/>
                    <a:pt x="1489" y="697"/>
                    <a:pt x="95" y="2090"/>
                  </a:cubicBezTo>
                  <a:cubicBezTo>
                    <a:pt x="0" y="2185"/>
                    <a:pt x="0" y="2344"/>
                    <a:pt x="95" y="2439"/>
                  </a:cubicBezTo>
                  <a:cubicBezTo>
                    <a:pt x="127" y="2470"/>
                    <a:pt x="190" y="2502"/>
                    <a:pt x="254" y="2502"/>
                  </a:cubicBezTo>
                  <a:cubicBezTo>
                    <a:pt x="317" y="2502"/>
                    <a:pt x="380" y="2470"/>
                    <a:pt x="412" y="2439"/>
                  </a:cubicBezTo>
                  <a:cubicBezTo>
                    <a:pt x="1710" y="1124"/>
                    <a:pt x="3420" y="467"/>
                    <a:pt x="5131" y="467"/>
                  </a:cubicBezTo>
                  <a:cubicBezTo>
                    <a:pt x="6841" y="467"/>
                    <a:pt x="8551" y="1124"/>
                    <a:pt x="9849" y="2439"/>
                  </a:cubicBezTo>
                  <a:cubicBezTo>
                    <a:pt x="9897" y="2470"/>
                    <a:pt x="9960" y="2486"/>
                    <a:pt x="10023" y="2486"/>
                  </a:cubicBezTo>
                  <a:cubicBezTo>
                    <a:pt x="10087" y="2486"/>
                    <a:pt x="10150" y="2470"/>
                    <a:pt x="10198" y="2439"/>
                  </a:cubicBezTo>
                  <a:cubicBezTo>
                    <a:pt x="10293" y="2344"/>
                    <a:pt x="10293" y="2185"/>
                    <a:pt x="10198" y="2090"/>
                  </a:cubicBezTo>
                  <a:cubicBezTo>
                    <a:pt x="8804" y="697"/>
                    <a:pt x="6975" y="0"/>
                    <a:pt x="514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6"/>
            <p:cNvSpPr/>
            <p:nvPr/>
          </p:nvSpPr>
          <p:spPr>
            <a:xfrm>
              <a:off x="2405853" y="1657393"/>
              <a:ext cx="199949" cy="51485"/>
            </a:xfrm>
            <a:custGeom>
              <a:rect b="b" l="l" r="r" t="t"/>
              <a:pathLst>
                <a:path extrusionOk="0" h="1933" w="7507">
                  <a:moveTo>
                    <a:pt x="3738" y="1"/>
                  </a:moveTo>
                  <a:cubicBezTo>
                    <a:pt x="2376" y="1"/>
                    <a:pt x="1077" y="539"/>
                    <a:pt x="96" y="1521"/>
                  </a:cubicBezTo>
                  <a:cubicBezTo>
                    <a:pt x="1" y="1616"/>
                    <a:pt x="1" y="1774"/>
                    <a:pt x="96" y="1869"/>
                  </a:cubicBezTo>
                  <a:cubicBezTo>
                    <a:pt x="143" y="1901"/>
                    <a:pt x="206" y="1917"/>
                    <a:pt x="266" y="1917"/>
                  </a:cubicBezTo>
                  <a:cubicBezTo>
                    <a:pt x="325" y="1917"/>
                    <a:pt x="381" y="1901"/>
                    <a:pt x="412" y="1869"/>
                  </a:cubicBezTo>
                  <a:cubicBezTo>
                    <a:pt x="1331" y="982"/>
                    <a:pt x="2502" y="476"/>
                    <a:pt x="3769" y="476"/>
                  </a:cubicBezTo>
                  <a:cubicBezTo>
                    <a:pt x="5004" y="476"/>
                    <a:pt x="6208" y="982"/>
                    <a:pt x="7063" y="1869"/>
                  </a:cubicBezTo>
                  <a:cubicBezTo>
                    <a:pt x="7126" y="1901"/>
                    <a:pt x="7190" y="1932"/>
                    <a:pt x="7253" y="1932"/>
                  </a:cubicBezTo>
                  <a:cubicBezTo>
                    <a:pt x="7316" y="1932"/>
                    <a:pt x="7380" y="1901"/>
                    <a:pt x="7411" y="1869"/>
                  </a:cubicBezTo>
                  <a:cubicBezTo>
                    <a:pt x="7506" y="1774"/>
                    <a:pt x="7506" y="1616"/>
                    <a:pt x="7411" y="1521"/>
                  </a:cubicBezTo>
                  <a:cubicBezTo>
                    <a:pt x="6429" y="539"/>
                    <a:pt x="5131" y="1"/>
                    <a:pt x="373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6"/>
            <p:cNvSpPr/>
            <p:nvPr/>
          </p:nvSpPr>
          <p:spPr>
            <a:xfrm>
              <a:off x="2464051" y="1717295"/>
              <a:ext cx="83554" cy="82675"/>
            </a:xfrm>
            <a:custGeom>
              <a:rect b="b" l="l" r="r" t="t"/>
              <a:pathLst>
                <a:path extrusionOk="0" h="3104" w="3137">
                  <a:moveTo>
                    <a:pt x="1553" y="475"/>
                  </a:moveTo>
                  <a:cubicBezTo>
                    <a:pt x="2154" y="475"/>
                    <a:pt x="2661" y="950"/>
                    <a:pt x="2661" y="1552"/>
                  </a:cubicBezTo>
                  <a:cubicBezTo>
                    <a:pt x="2661" y="2154"/>
                    <a:pt x="2154" y="2629"/>
                    <a:pt x="1553" y="2629"/>
                  </a:cubicBezTo>
                  <a:cubicBezTo>
                    <a:pt x="983" y="2629"/>
                    <a:pt x="476" y="2154"/>
                    <a:pt x="476" y="1552"/>
                  </a:cubicBezTo>
                  <a:cubicBezTo>
                    <a:pt x="476" y="950"/>
                    <a:pt x="983" y="475"/>
                    <a:pt x="1553" y="475"/>
                  </a:cubicBezTo>
                  <a:close/>
                  <a:moveTo>
                    <a:pt x="1553" y="0"/>
                  </a:moveTo>
                  <a:cubicBezTo>
                    <a:pt x="698" y="0"/>
                    <a:pt x="1" y="697"/>
                    <a:pt x="1" y="1552"/>
                  </a:cubicBezTo>
                  <a:cubicBezTo>
                    <a:pt x="1" y="2407"/>
                    <a:pt x="698" y="3104"/>
                    <a:pt x="1553" y="3104"/>
                  </a:cubicBezTo>
                  <a:cubicBezTo>
                    <a:pt x="2439" y="3104"/>
                    <a:pt x="3136" y="2407"/>
                    <a:pt x="3136" y="1552"/>
                  </a:cubicBezTo>
                  <a:cubicBezTo>
                    <a:pt x="3136" y="697"/>
                    <a:pt x="2439" y="0"/>
                    <a:pt x="155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6"/>
            <p:cNvSpPr/>
            <p:nvPr/>
          </p:nvSpPr>
          <p:spPr>
            <a:xfrm>
              <a:off x="2190776" y="1361318"/>
              <a:ext cx="420087" cy="535656"/>
            </a:xfrm>
            <a:custGeom>
              <a:rect b="b" l="l" r="r" t="t"/>
              <a:pathLst>
                <a:path extrusionOk="0" fill="none" h="20111" w="15772">
                  <a:moveTo>
                    <a:pt x="3389" y="20111"/>
                  </a:moveTo>
                  <a:cubicBezTo>
                    <a:pt x="1298" y="17989"/>
                    <a:pt x="0" y="15044"/>
                    <a:pt x="0" y="11813"/>
                  </a:cubicBezTo>
                  <a:cubicBezTo>
                    <a:pt x="0" y="5289"/>
                    <a:pt x="5289" y="1"/>
                    <a:pt x="11813" y="1"/>
                  </a:cubicBezTo>
                  <a:cubicBezTo>
                    <a:pt x="13206" y="1"/>
                    <a:pt x="14536" y="254"/>
                    <a:pt x="15771" y="698"/>
                  </a:cubicBezTo>
                </a:path>
              </a:pathLst>
            </a:custGeom>
            <a:noFill/>
            <a:ln cap="flat" cmpd="sng" w="792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6"/>
            <p:cNvSpPr/>
            <p:nvPr/>
          </p:nvSpPr>
          <p:spPr>
            <a:xfrm>
              <a:off x="2505388" y="1446524"/>
              <a:ext cx="315492" cy="544925"/>
            </a:xfrm>
            <a:custGeom>
              <a:rect b="b" l="l" r="r" t="t"/>
              <a:pathLst>
                <a:path extrusionOk="0" fill="none" h="20459" w="11845">
                  <a:moveTo>
                    <a:pt x="8108" y="0"/>
                  </a:moveTo>
                  <a:cubicBezTo>
                    <a:pt x="10388" y="2154"/>
                    <a:pt x="11845" y="5226"/>
                    <a:pt x="11845" y="8614"/>
                  </a:cubicBezTo>
                  <a:cubicBezTo>
                    <a:pt x="11845" y="15138"/>
                    <a:pt x="6556" y="20458"/>
                    <a:pt x="1" y="20458"/>
                  </a:cubicBezTo>
                </a:path>
              </a:pathLst>
            </a:custGeom>
            <a:noFill/>
            <a:ln cap="flat" cmpd="sng" w="792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 name="Google Shape;206;p16"/>
          <p:cNvGrpSpPr/>
          <p:nvPr/>
        </p:nvGrpSpPr>
        <p:grpSpPr>
          <a:xfrm>
            <a:off x="282541" y="3644694"/>
            <a:ext cx="630104" cy="630104"/>
            <a:chOff x="2190776" y="2499219"/>
            <a:chExt cx="630104" cy="630104"/>
          </a:xfrm>
        </p:grpSpPr>
        <p:sp>
          <p:nvSpPr>
            <p:cNvPr id="207" name="Google Shape;207;p16"/>
            <p:cNvSpPr/>
            <p:nvPr/>
          </p:nvSpPr>
          <p:spPr>
            <a:xfrm>
              <a:off x="2236321" y="2544765"/>
              <a:ext cx="539012" cy="539012"/>
            </a:xfrm>
            <a:custGeom>
              <a:rect b="b" l="l" r="r" t="t"/>
              <a:pathLst>
                <a:path extrusionOk="0" h="20237" w="20237">
                  <a:moveTo>
                    <a:pt x="10103" y="0"/>
                  </a:moveTo>
                  <a:cubicBezTo>
                    <a:pt x="4529" y="0"/>
                    <a:pt x="0" y="4529"/>
                    <a:pt x="0" y="10103"/>
                  </a:cubicBezTo>
                  <a:cubicBezTo>
                    <a:pt x="0" y="15708"/>
                    <a:pt x="4529" y="20237"/>
                    <a:pt x="10103" y="20237"/>
                  </a:cubicBezTo>
                  <a:cubicBezTo>
                    <a:pt x="15708" y="20237"/>
                    <a:pt x="20237" y="15708"/>
                    <a:pt x="20237" y="10103"/>
                  </a:cubicBezTo>
                  <a:cubicBezTo>
                    <a:pt x="20237" y="4529"/>
                    <a:pt x="15708" y="0"/>
                    <a:pt x="10103" y="0"/>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6"/>
            <p:cNvSpPr/>
            <p:nvPr/>
          </p:nvSpPr>
          <p:spPr>
            <a:xfrm>
              <a:off x="2434539" y="2737069"/>
              <a:ext cx="91118" cy="91118"/>
            </a:xfrm>
            <a:custGeom>
              <a:rect b="b" l="l" r="r" t="t"/>
              <a:pathLst>
                <a:path extrusionOk="0" h="3421" w="3421">
                  <a:moveTo>
                    <a:pt x="1711" y="1"/>
                  </a:moveTo>
                  <a:cubicBezTo>
                    <a:pt x="1584" y="1"/>
                    <a:pt x="1489" y="96"/>
                    <a:pt x="1489" y="222"/>
                  </a:cubicBezTo>
                  <a:lnTo>
                    <a:pt x="1489" y="1521"/>
                  </a:lnTo>
                  <a:lnTo>
                    <a:pt x="222" y="1521"/>
                  </a:lnTo>
                  <a:cubicBezTo>
                    <a:pt x="95" y="1521"/>
                    <a:pt x="0" y="1616"/>
                    <a:pt x="0" y="1711"/>
                  </a:cubicBezTo>
                  <a:cubicBezTo>
                    <a:pt x="0" y="1838"/>
                    <a:pt x="95" y="1933"/>
                    <a:pt x="222" y="1933"/>
                  </a:cubicBezTo>
                  <a:lnTo>
                    <a:pt x="1489" y="1933"/>
                  </a:lnTo>
                  <a:lnTo>
                    <a:pt x="1489" y="3231"/>
                  </a:lnTo>
                  <a:cubicBezTo>
                    <a:pt x="1489" y="3326"/>
                    <a:pt x="1584" y="3421"/>
                    <a:pt x="1711" y="3421"/>
                  </a:cubicBezTo>
                  <a:cubicBezTo>
                    <a:pt x="1837" y="3421"/>
                    <a:pt x="1932" y="3326"/>
                    <a:pt x="1932" y="3231"/>
                  </a:cubicBezTo>
                  <a:lnTo>
                    <a:pt x="1932" y="1933"/>
                  </a:lnTo>
                  <a:lnTo>
                    <a:pt x="3199" y="1933"/>
                  </a:lnTo>
                  <a:cubicBezTo>
                    <a:pt x="3326" y="1933"/>
                    <a:pt x="3421" y="1838"/>
                    <a:pt x="3421" y="1711"/>
                  </a:cubicBezTo>
                  <a:cubicBezTo>
                    <a:pt x="3421" y="1616"/>
                    <a:pt x="3326" y="1521"/>
                    <a:pt x="3199" y="1521"/>
                  </a:cubicBezTo>
                  <a:lnTo>
                    <a:pt x="1932" y="1521"/>
                  </a:lnTo>
                  <a:lnTo>
                    <a:pt x="1932" y="222"/>
                  </a:lnTo>
                  <a:cubicBezTo>
                    <a:pt x="1932" y="96"/>
                    <a:pt x="1837" y="1"/>
                    <a:pt x="171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6"/>
            <p:cNvSpPr/>
            <p:nvPr/>
          </p:nvSpPr>
          <p:spPr>
            <a:xfrm>
              <a:off x="2360307" y="2662838"/>
              <a:ext cx="291893" cy="302014"/>
            </a:xfrm>
            <a:custGeom>
              <a:rect b="b" l="l" r="r" t="t"/>
              <a:pathLst>
                <a:path extrusionOk="0" h="11339" w="10959">
                  <a:moveTo>
                    <a:pt x="4498" y="444"/>
                  </a:moveTo>
                  <a:cubicBezTo>
                    <a:pt x="6746" y="444"/>
                    <a:pt x="8583" y="2249"/>
                    <a:pt x="8583" y="4498"/>
                  </a:cubicBezTo>
                  <a:cubicBezTo>
                    <a:pt x="8583" y="6746"/>
                    <a:pt x="6746" y="8583"/>
                    <a:pt x="4498" y="8583"/>
                  </a:cubicBezTo>
                  <a:cubicBezTo>
                    <a:pt x="2249" y="8583"/>
                    <a:pt x="444" y="6746"/>
                    <a:pt x="444" y="4498"/>
                  </a:cubicBezTo>
                  <a:cubicBezTo>
                    <a:pt x="444" y="2249"/>
                    <a:pt x="2249" y="444"/>
                    <a:pt x="4498" y="444"/>
                  </a:cubicBezTo>
                  <a:close/>
                  <a:moveTo>
                    <a:pt x="4498" y="1"/>
                  </a:moveTo>
                  <a:cubicBezTo>
                    <a:pt x="2027" y="1"/>
                    <a:pt x="1" y="2028"/>
                    <a:pt x="1" y="4498"/>
                  </a:cubicBezTo>
                  <a:cubicBezTo>
                    <a:pt x="1" y="7000"/>
                    <a:pt x="2027" y="8995"/>
                    <a:pt x="4498" y="8995"/>
                  </a:cubicBezTo>
                  <a:cubicBezTo>
                    <a:pt x="5574" y="8995"/>
                    <a:pt x="6588" y="8615"/>
                    <a:pt x="7379" y="7981"/>
                  </a:cubicBezTo>
                  <a:lnTo>
                    <a:pt x="10546" y="11275"/>
                  </a:lnTo>
                  <a:cubicBezTo>
                    <a:pt x="10610" y="11338"/>
                    <a:pt x="10641" y="11338"/>
                    <a:pt x="10705" y="11338"/>
                  </a:cubicBezTo>
                  <a:cubicBezTo>
                    <a:pt x="10768" y="11338"/>
                    <a:pt x="10831" y="11338"/>
                    <a:pt x="10863" y="11275"/>
                  </a:cubicBezTo>
                  <a:cubicBezTo>
                    <a:pt x="10958" y="11212"/>
                    <a:pt x="10958" y="11085"/>
                    <a:pt x="10863" y="10990"/>
                  </a:cubicBezTo>
                  <a:lnTo>
                    <a:pt x="7696" y="7696"/>
                  </a:lnTo>
                  <a:cubicBezTo>
                    <a:pt x="8488" y="6873"/>
                    <a:pt x="8995" y="5733"/>
                    <a:pt x="8995" y="4498"/>
                  </a:cubicBezTo>
                  <a:cubicBezTo>
                    <a:pt x="8995" y="2028"/>
                    <a:pt x="6968" y="1"/>
                    <a:pt x="449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6"/>
            <p:cNvSpPr/>
            <p:nvPr/>
          </p:nvSpPr>
          <p:spPr>
            <a:xfrm>
              <a:off x="2190776" y="2499219"/>
              <a:ext cx="420087" cy="535630"/>
            </a:xfrm>
            <a:custGeom>
              <a:rect b="b" l="l" r="r" t="t"/>
              <a:pathLst>
                <a:path extrusionOk="0" fill="none" h="20110" w="15772">
                  <a:moveTo>
                    <a:pt x="3389" y="20110"/>
                  </a:moveTo>
                  <a:cubicBezTo>
                    <a:pt x="1298" y="17988"/>
                    <a:pt x="0" y="15043"/>
                    <a:pt x="0" y="11813"/>
                  </a:cubicBezTo>
                  <a:cubicBezTo>
                    <a:pt x="0" y="5289"/>
                    <a:pt x="5289" y="0"/>
                    <a:pt x="11813" y="0"/>
                  </a:cubicBezTo>
                  <a:cubicBezTo>
                    <a:pt x="13206" y="0"/>
                    <a:pt x="14536" y="253"/>
                    <a:pt x="15771" y="697"/>
                  </a:cubicBezTo>
                </a:path>
              </a:pathLst>
            </a:custGeom>
            <a:noFill/>
            <a:ln cap="flat" cmpd="sng" w="792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6"/>
            <p:cNvSpPr/>
            <p:nvPr/>
          </p:nvSpPr>
          <p:spPr>
            <a:xfrm>
              <a:off x="2505388" y="2584398"/>
              <a:ext cx="315492" cy="544925"/>
            </a:xfrm>
            <a:custGeom>
              <a:rect b="b" l="l" r="r" t="t"/>
              <a:pathLst>
                <a:path extrusionOk="0" fill="none" h="20459" w="11845">
                  <a:moveTo>
                    <a:pt x="8108" y="1"/>
                  </a:moveTo>
                  <a:cubicBezTo>
                    <a:pt x="10388" y="2154"/>
                    <a:pt x="11845" y="5226"/>
                    <a:pt x="11845" y="8615"/>
                  </a:cubicBezTo>
                  <a:cubicBezTo>
                    <a:pt x="11845" y="15138"/>
                    <a:pt x="6556" y="20459"/>
                    <a:pt x="1" y="20459"/>
                  </a:cubicBezTo>
                </a:path>
              </a:pathLst>
            </a:custGeom>
            <a:noFill/>
            <a:ln cap="flat" cmpd="sng" w="792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2" name="Google Shape;212;p16"/>
          <p:cNvGrpSpPr/>
          <p:nvPr/>
        </p:nvGrpSpPr>
        <p:grpSpPr>
          <a:xfrm>
            <a:off x="2820853" y="1403508"/>
            <a:ext cx="3502263" cy="2951424"/>
            <a:chOff x="2820853" y="1403508"/>
            <a:chExt cx="3502263" cy="2951424"/>
          </a:xfrm>
        </p:grpSpPr>
        <p:sp>
          <p:nvSpPr>
            <p:cNvPr id="213" name="Google Shape;213;p16"/>
            <p:cNvSpPr/>
            <p:nvPr/>
          </p:nvSpPr>
          <p:spPr>
            <a:xfrm>
              <a:off x="2942335" y="1403508"/>
              <a:ext cx="3260177" cy="2951424"/>
            </a:xfrm>
            <a:custGeom>
              <a:rect b="b" l="l" r="r" t="t"/>
              <a:pathLst>
                <a:path extrusionOk="0" fill="none" h="110810" w="122402">
                  <a:moveTo>
                    <a:pt x="25335" y="0"/>
                  </a:moveTo>
                  <a:cubicBezTo>
                    <a:pt x="10008" y="11148"/>
                    <a:pt x="0" y="29199"/>
                    <a:pt x="0" y="49594"/>
                  </a:cubicBezTo>
                  <a:cubicBezTo>
                    <a:pt x="0" y="83416"/>
                    <a:pt x="27394" y="110810"/>
                    <a:pt x="61185" y="110810"/>
                  </a:cubicBezTo>
                  <a:cubicBezTo>
                    <a:pt x="95007" y="110810"/>
                    <a:pt x="122401" y="83416"/>
                    <a:pt x="122401" y="49594"/>
                  </a:cubicBezTo>
                  <a:cubicBezTo>
                    <a:pt x="122401" y="29199"/>
                    <a:pt x="112394" y="11116"/>
                    <a:pt x="97034" y="0"/>
                  </a:cubicBezTo>
                </a:path>
              </a:pathLst>
            </a:custGeom>
            <a:noFill/>
            <a:ln cap="flat" cmpd="sng" w="792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6"/>
            <p:cNvSpPr/>
            <p:nvPr/>
          </p:nvSpPr>
          <p:spPr>
            <a:xfrm>
              <a:off x="2820853" y="1675958"/>
              <a:ext cx="504440" cy="27"/>
            </a:xfrm>
            <a:custGeom>
              <a:rect b="b" l="l" r="r" t="t"/>
              <a:pathLst>
                <a:path extrusionOk="0" fill="none" h="1" w="18939">
                  <a:moveTo>
                    <a:pt x="1" y="0"/>
                  </a:moveTo>
                  <a:lnTo>
                    <a:pt x="18939" y="0"/>
                  </a:lnTo>
                </a:path>
              </a:pathLst>
            </a:custGeom>
            <a:noFill/>
            <a:ln cap="flat" cmpd="sng" w="792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6"/>
            <p:cNvSpPr/>
            <p:nvPr/>
          </p:nvSpPr>
          <p:spPr>
            <a:xfrm>
              <a:off x="2820853" y="3985452"/>
              <a:ext cx="716162" cy="27"/>
            </a:xfrm>
            <a:custGeom>
              <a:rect b="b" l="l" r="r" t="t"/>
              <a:pathLst>
                <a:path extrusionOk="0" fill="none" h="1" w="26888">
                  <a:moveTo>
                    <a:pt x="1" y="1"/>
                  </a:moveTo>
                  <a:lnTo>
                    <a:pt x="26888" y="1"/>
                  </a:lnTo>
                </a:path>
              </a:pathLst>
            </a:custGeom>
            <a:noFill/>
            <a:ln cap="flat" cmpd="sng" w="792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6"/>
            <p:cNvSpPr/>
            <p:nvPr/>
          </p:nvSpPr>
          <p:spPr>
            <a:xfrm>
              <a:off x="2820853" y="2828161"/>
              <a:ext cx="127395" cy="27"/>
            </a:xfrm>
            <a:custGeom>
              <a:rect b="b" l="l" r="r" t="t"/>
              <a:pathLst>
                <a:path extrusionOk="0" fill="none" h="1" w="4783">
                  <a:moveTo>
                    <a:pt x="1" y="1"/>
                  </a:moveTo>
                  <a:lnTo>
                    <a:pt x="4783" y="1"/>
                  </a:lnTo>
                </a:path>
              </a:pathLst>
            </a:custGeom>
            <a:noFill/>
            <a:ln cap="flat" cmpd="sng" w="792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6"/>
            <p:cNvSpPr/>
            <p:nvPr/>
          </p:nvSpPr>
          <p:spPr>
            <a:xfrm>
              <a:off x="5818676" y="1675958"/>
              <a:ext cx="504440" cy="27"/>
            </a:xfrm>
            <a:custGeom>
              <a:rect b="b" l="l" r="r" t="t"/>
              <a:pathLst>
                <a:path extrusionOk="0" fill="none" h="1" w="18939">
                  <a:moveTo>
                    <a:pt x="18939" y="0"/>
                  </a:moveTo>
                  <a:lnTo>
                    <a:pt x="1" y="0"/>
                  </a:lnTo>
                </a:path>
              </a:pathLst>
            </a:custGeom>
            <a:noFill/>
            <a:ln cap="flat" cmpd="sng" w="792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p:cNvSpPr/>
            <p:nvPr/>
          </p:nvSpPr>
          <p:spPr>
            <a:xfrm>
              <a:off x="5606954" y="3985452"/>
              <a:ext cx="716162" cy="27"/>
            </a:xfrm>
            <a:custGeom>
              <a:rect b="b" l="l" r="r" t="t"/>
              <a:pathLst>
                <a:path extrusionOk="0" fill="none" h="1" w="26888">
                  <a:moveTo>
                    <a:pt x="26888" y="1"/>
                  </a:moveTo>
                  <a:lnTo>
                    <a:pt x="1" y="1"/>
                  </a:lnTo>
                </a:path>
              </a:pathLst>
            </a:custGeom>
            <a:noFill/>
            <a:ln cap="flat" cmpd="sng" w="792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6"/>
            <p:cNvSpPr/>
            <p:nvPr/>
          </p:nvSpPr>
          <p:spPr>
            <a:xfrm>
              <a:off x="6195721" y="2828161"/>
              <a:ext cx="127395" cy="27"/>
            </a:xfrm>
            <a:custGeom>
              <a:rect b="b" l="l" r="r" t="t"/>
              <a:pathLst>
                <a:path extrusionOk="0" fill="none" h="1" w="4783">
                  <a:moveTo>
                    <a:pt x="4783" y="1"/>
                  </a:moveTo>
                  <a:lnTo>
                    <a:pt x="1" y="1"/>
                  </a:lnTo>
                </a:path>
              </a:pathLst>
            </a:custGeom>
            <a:noFill/>
            <a:ln cap="flat" cmpd="sng" w="792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6"/>
            <p:cNvSpPr/>
            <p:nvPr/>
          </p:nvSpPr>
          <p:spPr>
            <a:xfrm>
              <a:off x="3623872" y="1880914"/>
              <a:ext cx="1896226" cy="1175030"/>
            </a:xfrm>
            <a:custGeom>
              <a:rect b="b" l="l" r="r" t="t"/>
              <a:pathLst>
                <a:path extrusionOk="0" h="44116" w="71193">
                  <a:moveTo>
                    <a:pt x="3421" y="1"/>
                  </a:moveTo>
                  <a:cubicBezTo>
                    <a:pt x="1553" y="1"/>
                    <a:pt x="1" y="1521"/>
                    <a:pt x="1" y="3421"/>
                  </a:cubicBezTo>
                  <a:lnTo>
                    <a:pt x="1" y="40695"/>
                  </a:lnTo>
                  <a:cubicBezTo>
                    <a:pt x="1" y="42595"/>
                    <a:pt x="1553" y="44116"/>
                    <a:pt x="3421" y="44116"/>
                  </a:cubicBezTo>
                  <a:lnTo>
                    <a:pt x="67773" y="44116"/>
                  </a:lnTo>
                  <a:cubicBezTo>
                    <a:pt x="69641" y="44116"/>
                    <a:pt x="71193" y="42595"/>
                    <a:pt x="71193" y="40695"/>
                  </a:cubicBezTo>
                  <a:lnTo>
                    <a:pt x="71193" y="3421"/>
                  </a:lnTo>
                  <a:cubicBezTo>
                    <a:pt x="71193" y="1521"/>
                    <a:pt x="69641" y="1"/>
                    <a:pt x="67773"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6"/>
            <p:cNvSpPr/>
            <p:nvPr/>
          </p:nvSpPr>
          <p:spPr>
            <a:xfrm>
              <a:off x="3331180" y="3017962"/>
              <a:ext cx="2481610" cy="455512"/>
            </a:xfrm>
            <a:custGeom>
              <a:rect b="b" l="l" r="r" t="t"/>
              <a:pathLst>
                <a:path extrusionOk="0" h="17102" w="93171">
                  <a:moveTo>
                    <a:pt x="14410" y="0"/>
                  </a:moveTo>
                  <a:cubicBezTo>
                    <a:pt x="12542" y="0"/>
                    <a:pt x="10610" y="634"/>
                    <a:pt x="10103" y="1394"/>
                  </a:cubicBezTo>
                  <a:lnTo>
                    <a:pt x="507" y="15740"/>
                  </a:lnTo>
                  <a:cubicBezTo>
                    <a:pt x="1" y="16468"/>
                    <a:pt x="1616" y="17102"/>
                    <a:pt x="4118" y="17102"/>
                  </a:cubicBezTo>
                  <a:lnTo>
                    <a:pt x="89086" y="17102"/>
                  </a:lnTo>
                  <a:cubicBezTo>
                    <a:pt x="91556" y="17102"/>
                    <a:pt x="93171" y="16468"/>
                    <a:pt x="92664" y="15740"/>
                  </a:cubicBezTo>
                  <a:lnTo>
                    <a:pt x="83069" y="1394"/>
                  </a:lnTo>
                  <a:cubicBezTo>
                    <a:pt x="82594" y="634"/>
                    <a:pt x="80630" y="0"/>
                    <a:pt x="78762" y="0"/>
                  </a:cubicBezTo>
                  <a:close/>
                </a:path>
              </a:pathLst>
            </a:custGeom>
            <a:solidFill>
              <a:srgbClr val="FFFFFF"/>
            </a:solidFill>
            <a:ln cap="flat" cmpd="sng" w="237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6"/>
            <p:cNvSpPr/>
            <p:nvPr/>
          </p:nvSpPr>
          <p:spPr>
            <a:xfrm>
              <a:off x="3338771" y="3444761"/>
              <a:ext cx="2467280" cy="81849"/>
            </a:xfrm>
            <a:custGeom>
              <a:rect b="b" l="l" r="r" t="t"/>
              <a:pathLst>
                <a:path extrusionOk="0" h="3073" w="92633">
                  <a:moveTo>
                    <a:pt x="127" y="1"/>
                  </a:moveTo>
                  <a:lnTo>
                    <a:pt x="127" y="1"/>
                  </a:lnTo>
                  <a:cubicBezTo>
                    <a:pt x="1" y="1869"/>
                    <a:pt x="3358" y="3073"/>
                    <a:pt x="5543" y="3073"/>
                  </a:cubicBezTo>
                  <a:lnTo>
                    <a:pt x="87091" y="3073"/>
                  </a:lnTo>
                  <a:cubicBezTo>
                    <a:pt x="89276" y="3073"/>
                    <a:pt x="92633" y="1869"/>
                    <a:pt x="92474" y="1"/>
                  </a:cubicBezTo>
                  <a:lnTo>
                    <a:pt x="92474" y="1"/>
                  </a:lnTo>
                  <a:cubicBezTo>
                    <a:pt x="92443" y="603"/>
                    <a:pt x="90954" y="1078"/>
                    <a:pt x="88801" y="1078"/>
                  </a:cubicBezTo>
                  <a:lnTo>
                    <a:pt x="3833" y="1078"/>
                  </a:lnTo>
                  <a:cubicBezTo>
                    <a:pt x="1679" y="1078"/>
                    <a:pt x="191" y="603"/>
                    <a:pt x="127"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
            <p:cNvSpPr/>
            <p:nvPr/>
          </p:nvSpPr>
          <p:spPr>
            <a:xfrm>
              <a:off x="3747032" y="3062656"/>
              <a:ext cx="104622" cy="22800"/>
            </a:xfrm>
            <a:custGeom>
              <a:rect b="b" l="l" r="r" t="t"/>
              <a:pathLst>
                <a:path extrusionOk="0" h="856" w="3928">
                  <a:moveTo>
                    <a:pt x="1046" y="1"/>
                  </a:moveTo>
                  <a:cubicBezTo>
                    <a:pt x="697" y="1"/>
                    <a:pt x="380" y="96"/>
                    <a:pt x="317" y="223"/>
                  </a:cubicBezTo>
                  <a:cubicBezTo>
                    <a:pt x="222" y="381"/>
                    <a:pt x="190" y="476"/>
                    <a:pt x="95" y="634"/>
                  </a:cubicBezTo>
                  <a:cubicBezTo>
                    <a:pt x="0" y="761"/>
                    <a:pt x="222" y="856"/>
                    <a:pt x="571" y="856"/>
                  </a:cubicBezTo>
                  <a:lnTo>
                    <a:pt x="2946" y="856"/>
                  </a:lnTo>
                  <a:cubicBezTo>
                    <a:pt x="3262" y="856"/>
                    <a:pt x="3579" y="761"/>
                    <a:pt x="3642" y="634"/>
                  </a:cubicBezTo>
                  <a:cubicBezTo>
                    <a:pt x="3737" y="476"/>
                    <a:pt x="3769" y="381"/>
                    <a:pt x="3864" y="223"/>
                  </a:cubicBezTo>
                  <a:cubicBezTo>
                    <a:pt x="3927" y="96"/>
                    <a:pt x="3706" y="1"/>
                    <a:pt x="3389"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6"/>
            <p:cNvSpPr/>
            <p:nvPr/>
          </p:nvSpPr>
          <p:spPr>
            <a:xfrm>
              <a:off x="3858366" y="3062656"/>
              <a:ext cx="102944" cy="22800"/>
            </a:xfrm>
            <a:custGeom>
              <a:rect b="b" l="l" r="r" t="t"/>
              <a:pathLst>
                <a:path extrusionOk="0" h="856" w="3865">
                  <a:moveTo>
                    <a:pt x="951" y="1"/>
                  </a:moveTo>
                  <a:cubicBezTo>
                    <a:pt x="634" y="1"/>
                    <a:pt x="317" y="96"/>
                    <a:pt x="286" y="223"/>
                  </a:cubicBezTo>
                  <a:cubicBezTo>
                    <a:pt x="191" y="381"/>
                    <a:pt x="127" y="476"/>
                    <a:pt x="64" y="634"/>
                  </a:cubicBezTo>
                  <a:cubicBezTo>
                    <a:pt x="1" y="761"/>
                    <a:pt x="222" y="856"/>
                    <a:pt x="539" y="856"/>
                  </a:cubicBezTo>
                  <a:lnTo>
                    <a:pt x="2946" y="856"/>
                  </a:lnTo>
                  <a:cubicBezTo>
                    <a:pt x="3263" y="856"/>
                    <a:pt x="3579" y="761"/>
                    <a:pt x="3611" y="634"/>
                  </a:cubicBezTo>
                  <a:cubicBezTo>
                    <a:pt x="3706" y="476"/>
                    <a:pt x="3738" y="381"/>
                    <a:pt x="3801" y="223"/>
                  </a:cubicBezTo>
                  <a:cubicBezTo>
                    <a:pt x="3864" y="96"/>
                    <a:pt x="3643" y="1"/>
                    <a:pt x="3326"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6"/>
            <p:cNvSpPr/>
            <p:nvPr/>
          </p:nvSpPr>
          <p:spPr>
            <a:xfrm>
              <a:off x="3968875" y="3062656"/>
              <a:ext cx="102092" cy="22800"/>
            </a:xfrm>
            <a:custGeom>
              <a:rect b="b" l="l" r="r" t="t"/>
              <a:pathLst>
                <a:path extrusionOk="0" h="856" w="3833">
                  <a:moveTo>
                    <a:pt x="919" y="1"/>
                  </a:moveTo>
                  <a:cubicBezTo>
                    <a:pt x="602" y="1"/>
                    <a:pt x="285" y="96"/>
                    <a:pt x="254" y="223"/>
                  </a:cubicBezTo>
                  <a:cubicBezTo>
                    <a:pt x="190" y="381"/>
                    <a:pt x="127" y="476"/>
                    <a:pt x="64" y="634"/>
                  </a:cubicBezTo>
                  <a:cubicBezTo>
                    <a:pt x="0" y="761"/>
                    <a:pt x="254" y="856"/>
                    <a:pt x="570" y="856"/>
                  </a:cubicBezTo>
                  <a:lnTo>
                    <a:pt x="2946" y="856"/>
                  </a:lnTo>
                  <a:cubicBezTo>
                    <a:pt x="3294" y="856"/>
                    <a:pt x="3579" y="761"/>
                    <a:pt x="3642" y="634"/>
                  </a:cubicBezTo>
                  <a:cubicBezTo>
                    <a:pt x="3706" y="476"/>
                    <a:pt x="3737" y="381"/>
                    <a:pt x="3769" y="223"/>
                  </a:cubicBezTo>
                  <a:cubicBezTo>
                    <a:pt x="3832" y="96"/>
                    <a:pt x="3611" y="1"/>
                    <a:pt x="3262"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6"/>
            <p:cNvSpPr/>
            <p:nvPr/>
          </p:nvSpPr>
          <p:spPr>
            <a:xfrm>
              <a:off x="4080209" y="3062656"/>
              <a:ext cx="100414" cy="22800"/>
            </a:xfrm>
            <a:custGeom>
              <a:rect b="b" l="l" r="r" t="t"/>
              <a:pathLst>
                <a:path extrusionOk="0" h="856" w="3770">
                  <a:moveTo>
                    <a:pt x="856" y="1"/>
                  </a:moveTo>
                  <a:cubicBezTo>
                    <a:pt x="539" y="1"/>
                    <a:pt x="222" y="96"/>
                    <a:pt x="191" y="223"/>
                  </a:cubicBezTo>
                  <a:cubicBezTo>
                    <a:pt x="127" y="381"/>
                    <a:pt x="96" y="476"/>
                    <a:pt x="64" y="634"/>
                  </a:cubicBezTo>
                  <a:cubicBezTo>
                    <a:pt x="1" y="761"/>
                    <a:pt x="254" y="856"/>
                    <a:pt x="571" y="856"/>
                  </a:cubicBezTo>
                  <a:lnTo>
                    <a:pt x="2946" y="856"/>
                  </a:lnTo>
                  <a:cubicBezTo>
                    <a:pt x="3294" y="856"/>
                    <a:pt x="3579" y="761"/>
                    <a:pt x="3611" y="634"/>
                  </a:cubicBezTo>
                  <a:cubicBezTo>
                    <a:pt x="3674" y="476"/>
                    <a:pt x="3674" y="381"/>
                    <a:pt x="3738" y="223"/>
                  </a:cubicBezTo>
                  <a:cubicBezTo>
                    <a:pt x="3769" y="96"/>
                    <a:pt x="3516" y="1"/>
                    <a:pt x="3199"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6"/>
            <p:cNvSpPr/>
            <p:nvPr/>
          </p:nvSpPr>
          <p:spPr>
            <a:xfrm>
              <a:off x="4191570" y="3062656"/>
              <a:ext cx="98709" cy="22800"/>
            </a:xfrm>
            <a:custGeom>
              <a:rect b="b" l="l" r="r" t="t"/>
              <a:pathLst>
                <a:path extrusionOk="0" h="856" w="3706">
                  <a:moveTo>
                    <a:pt x="792" y="1"/>
                  </a:moveTo>
                  <a:cubicBezTo>
                    <a:pt x="475" y="1"/>
                    <a:pt x="158" y="96"/>
                    <a:pt x="127" y="223"/>
                  </a:cubicBezTo>
                  <a:cubicBezTo>
                    <a:pt x="95" y="381"/>
                    <a:pt x="63" y="476"/>
                    <a:pt x="32" y="634"/>
                  </a:cubicBezTo>
                  <a:cubicBezTo>
                    <a:pt x="0" y="761"/>
                    <a:pt x="222" y="856"/>
                    <a:pt x="570" y="856"/>
                  </a:cubicBezTo>
                  <a:lnTo>
                    <a:pt x="2945" y="856"/>
                  </a:lnTo>
                  <a:cubicBezTo>
                    <a:pt x="3294" y="856"/>
                    <a:pt x="3579" y="761"/>
                    <a:pt x="3610" y="634"/>
                  </a:cubicBezTo>
                  <a:cubicBezTo>
                    <a:pt x="3642" y="476"/>
                    <a:pt x="3642" y="381"/>
                    <a:pt x="3674" y="223"/>
                  </a:cubicBezTo>
                  <a:cubicBezTo>
                    <a:pt x="3705" y="96"/>
                    <a:pt x="3452" y="1"/>
                    <a:pt x="3135"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6"/>
            <p:cNvSpPr/>
            <p:nvPr/>
          </p:nvSpPr>
          <p:spPr>
            <a:xfrm>
              <a:off x="4302052" y="3062656"/>
              <a:ext cx="97031" cy="22800"/>
            </a:xfrm>
            <a:custGeom>
              <a:rect b="b" l="l" r="r" t="t"/>
              <a:pathLst>
                <a:path extrusionOk="0" h="856" w="3643">
                  <a:moveTo>
                    <a:pt x="729" y="1"/>
                  </a:moveTo>
                  <a:cubicBezTo>
                    <a:pt x="412" y="1"/>
                    <a:pt x="127" y="96"/>
                    <a:pt x="96" y="223"/>
                  </a:cubicBezTo>
                  <a:cubicBezTo>
                    <a:pt x="96" y="381"/>
                    <a:pt x="64" y="476"/>
                    <a:pt x="32" y="634"/>
                  </a:cubicBezTo>
                  <a:cubicBezTo>
                    <a:pt x="1" y="761"/>
                    <a:pt x="254" y="856"/>
                    <a:pt x="602" y="856"/>
                  </a:cubicBezTo>
                  <a:lnTo>
                    <a:pt x="2978" y="856"/>
                  </a:lnTo>
                  <a:cubicBezTo>
                    <a:pt x="3294" y="856"/>
                    <a:pt x="3579" y="761"/>
                    <a:pt x="3579" y="634"/>
                  </a:cubicBezTo>
                  <a:cubicBezTo>
                    <a:pt x="3611" y="476"/>
                    <a:pt x="3611" y="381"/>
                    <a:pt x="3643" y="223"/>
                  </a:cubicBezTo>
                  <a:cubicBezTo>
                    <a:pt x="3643" y="96"/>
                    <a:pt x="3421" y="1"/>
                    <a:pt x="3073"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6"/>
            <p:cNvSpPr/>
            <p:nvPr/>
          </p:nvSpPr>
          <p:spPr>
            <a:xfrm>
              <a:off x="4413413" y="3062656"/>
              <a:ext cx="96179" cy="22800"/>
            </a:xfrm>
            <a:custGeom>
              <a:rect b="b" l="l" r="r" t="t"/>
              <a:pathLst>
                <a:path extrusionOk="0" h="856" w="3611">
                  <a:moveTo>
                    <a:pt x="665" y="1"/>
                  </a:moveTo>
                  <a:cubicBezTo>
                    <a:pt x="348" y="1"/>
                    <a:pt x="63" y="96"/>
                    <a:pt x="63" y="223"/>
                  </a:cubicBezTo>
                  <a:cubicBezTo>
                    <a:pt x="32" y="381"/>
                    <a:pt x="32" y="476"/>
                    <a:pt x="0" y="634"/>
                  </a:cubicBezTo>
                  <a:cubicBezTo>
                    <a:pt x="0" y="761"/>
                    <a:pt x="253" y="856"/>
                    <a:pt x="602" y="856"/>
                  </a:cubicBezTo>
                  <a:lnTo>
                    <a:pt x="2977" y="856"/>
                  </a:lnTo>
                  <a:cubicBezTo>
                    <a:pt x="3294" y="856"/>
                    <a:pt x="3579" y="761"/>
                    <a:pt x="3579" y="634"/>
                  </a:cubicBezTo>
                  <a:cubicBezTo>
                    <a:pt x="3579" y="476"/>
                    <a:pt x="3579" y="381"/>
                    <a:pt x="3610" y="223"/>
                  </a:cubicBezTo>
                  <a:cubicBezTo>
                    <a:pt x="3610" y="96"/>
                    <a:pt x="3357" y="1"/>
                    <a:pt x="3009"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6"/>
            <p:cNvSpPr/>
            <p:nvPr/>
          </p:nvSpPr>
          <p:spPr>
            <a:xfrm>
              <a:off x="4524747" y="3062656"/>
              <a:ext cx="95327" cy="22800"/>
            </a:xfrm>
            <a:custGeom>
              <a:rect b="b" l="l" r="r" t="t"/>
              <a:pathLst>
                <a:path extrusionOk="0" h="856" w="3579">
                  <a:moveTo>
                    <a:pt x="602" y="1"/>
                  </a:moveTo>
                  <a:cubicBezTo>
                    <a:pt x="285" y="1"/>
                    <a:pt x="0" y="96"/>
                    <a:pt x="0" y="223"/>
                  </a:cubicBezTo>
                  <a:cubicBezTo>
                    <a:pt x="0" y="381"/>
                    <a:pt x="0" y="476"/>
                    <a:pt x="0" y="634"/>
                  </a:cubicBezTo>
                  <a:cubicBezTo>
                    <a:pt x="0" y="761"/>
                    <a:pt x="254" y="856"/>
                    <a:pt x="570" y="856"/>
                  </a:cubicBezTo>
                  <a:lnTo>
                    <a:pt x="2977" y="856"/>
                  </a:lnTo>
                  <a:cubicBezTo>
                    <a:pt x="3294" y="856"/>
                    <a:pt x="3579" y="761"/>
                    <a:pt x="3547" y="634"/>
                  </a:cubicBezTo>
                  <a:cubicBezTo>
                    <a:pt x="3547" y="476"/>
                    <a:pt x="3547" y="381"/>
                    <a:pt x="3547" y="223"/>
                  </a:cubicBezTo>
                  <a:cubicBezTo>
                    <a:pt x="3547" y="96"/>
                    <a:pt x="3262" y="1"/>
                    <a:pt x="2946"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6"/>
            <p:cNvSpPr/>
            <p:nvPr/>
          </p:nvSpPr>
          <p:spPr>
            <a:xfrm>
              <a:off x="4634404" y="3062656"/>
              <a:ext cx="96179" cy="22800"/>
            </a:xfrm>
            <a:custGeom>
              <a:rect b="b" l="l" r="r" t="t"/>
              <a:pathLst>
                <a:path extrusionOk="0" h="856" w="3611">
                  <a:moveTo>
                    <a:pt x="602" y="1"/>
                  </a:moveTo>
                  <a:cubicBezTo>
                    <a:pt x="254" y="1"/>
                    <a:pt x="0" y="96"/>
                    <a:pt x="0" y="223"/>
                  </a:cubicBezTo>
                  <a:cubicBezTo>
                    <a:pt x="32" y="381"/>
                    <a:pt x="32" y="476"/>
                    <a:pt x="32" y="634"/>
                  </a:cubicBezTo>
                  <a:cubicBezTo>
                    <a:pt x="32" y="761"/>
                    <a:pt x="317" y="856"/>
                    <a:pt x="634" y="856"/>
                  </a:cubicBezTo>
                  <a:lnTo>
                    <a:pt x="3009" y="856"/>
                  </a:lnTo>
                  <a:cubicBezTo>
                    <a:pt x="3357" y="856"/>
                    <a:pt x="3611" y="761"/>
                    <a:pt x="3611" y="634"/>
                  </a:cubicBezTo>
                  <a:cubicBezTo>
                    <a:pt x="3579" y="476"/>
                    <a:pt x="3579" y="381"/>
                    <a:pt x="3547" y="223"/>
                  </a:cubicBezTo>
                  <a:cubicBezTo>
                    <a:pt x="3547" y="96"/>
                    <a:pt x="3262" y="1"/>
                    <a:pt x="2946"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6"/>
            <p:cNvSpPr/>
            <p:nvPr/>
          </p:nvSpPr>
          <p:spPr>
            <a:xfrm>
              <a:off x="4744060" y="3062656"/>
              <a:ext cx="97857" cy="22800"/>
            </a:xfrm>
            <a:custGeom>
              <a:rect b="b" l="l" r="r" t="t"/>
              <a:pathLst>
                <a:path extrusionOk="0" h="856" w="3674">
                  <a:moveTo>
                    <a:pt x="602" y="1"/>
                  </a:moveTo>
                  <a:cubicBezTo>
                    <a:pt x="254" y="1"/>
                    <a:pt x="0" y="96"/>
                    <a:pt x="32" y="223"/>
                  </a:cubicBezTo>
                  <a:cubicBezTo>
                    <a:pt x="32" y="381"/>
                    <a:pt x="64" y="476"/>
                    <a:pt x="64" y="634"/>
                  </a:cubicBezTo>
                  <a:cubicBezTo>
                    <a:pt x="95" y="761"/>
                    <a:pt x="380" y="856"/>
                    <a:pt x="697" y="856"/>
                  </a:cubicBezTo>
                  <a:lnTo>
                    <a:pt x="3072" y="856"/>
                  </a:lnTo>
                  <a:cubicBezTo>
                    <a:pt x="3421" y="856"/>
                    <a:pt x="3674" y="761"/>
                    <a:pt x="3642" y="634"/>
                  </a:cubicBezTo>
                  <a:cubicBezTo>
                    <a:pt x="3611" y="476"/>
                    <a:pt x="3579" y="381"/>
                    <a:pt x="3547" y="223"/>
                  </a:cubicBezTo>
                  <a:cubicBezTo>
                    <a:pt x="3547" y="96"/>
                    <a:pt x="3262" y="1"/>
                    <a:pt x="2946"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6"/>
            <p:cNvSpPr/>
            <p:nvPr/>
          </p:nvSpPr>
          <p:spPr>
            <a:xfrm>
              <a:off x="4853716" y="3062656"/>
              <a:ext cx="99562" cy="22800"/>
            </a:xfrm>
            <a:custGeom>
              <a:rect b="b" l="l" r="r" t="t"/>
              <a:pathLst>
                <a:path extrusionOk="0" h="856" w="3738">
                  <a:moveTo>
                    <a:pt x="570" y="1"/>
                  </a:moveTo>
                  <a:cubicBezTo>
                    <a:pt x="254" y="1"/>
                    <a:pt x="0" y="96"/>
                    <a:pt x="32" y="223"/>
                  </a:cubicBezTo>
                  <a:cubicBezTo>
                    <a:pt x="64" y="381"/>
                    <a:pt x="95" y="476"/>
                    <a:pt x="127" y="634"/>
                  </a:cubicBezTo>
                  <a:cubicBezTo>
                    <a:pt x="159" y="761"/>
                    <a:pt x="444" y="856"/>
                    <a:pt x="760" y="856"/>
                  </a:cubicBezTo>
                  <a:lnTo>
                    <a:pt x="3167" y="856"/>
                  </a:lnTo>
                  <a:cubicBezTo>
                    <a:pt x="3484" y="856"/>
                    <a:pt x="3737" y="761"/>
                    <a:pt x="3706" y="634"/>
                  </a:cubicBezTo>
                  <a:cubicBezTo>
                    <a:pt x="3642" y="476"/>
                    <a:pt x="3611" y="381"/>
                    <a:pt x="3579" y="223"/>
                  </a:cubicBezTo>
                  <a:cubicBezTo>
                    <a:pt x="3547" y="96"/>
                    <a:pt x="3262" y="1"/>
                    <a:pt x="2946"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6"/>
            <p:cNvSpPr/>
            <p:nvPr/>
          </p:nvSpPr>
          <p:spPr>
            <a:xfrm>
              <a:off x="4963373" y="3062656"/>
              <a:ext cx="100387" cy="22800"/>
            </a:xfrm>
            <a:custGeom>
              <a:rect b="b" l="l" r="r" t="t"/>
              <a:pathLst>
                <a:path extrusionOk="0" h="856" w="3769">
                  <a:moveTo>
                    <a:pt x="570" y="1"/>
                  </a:moveTo>
                  <a:cubicBezTo>
                    <a:pt x="254" y="1"/>
                    <a:pt x="0" y="96"/>
                    <a:pt x="32" y="223"/>
                  </a:cubicBezTo>
                  <a:cubicBezTo>
                    <a:pt x="95" y="381"/>
                    <a:pt x="127" y="476"/>
                    <a:pt x="159" y="634"/>
                  </a:cubicBezTo>
                  <a:cubicBezTo>
                    <a:pt x="190" y="761"/>
                    <a:pt x="475" y="856"/>
                    <a:pt x="824" y="856"/>
                  </a:cubicBezTo>
                  <a:lnTo>
                    <a:pt x="3199" y="856"/>
                  </a:lnTo>
                  <a:cubicBezTo>
                    <a:pt x="3516" y="856"/>
                    <a:pt x="3769" y="761"/>
                    <a:pt x="3737" y="634"/>
                  </a:cubicBezTo>
                  <a:cubicBezTo>
                    <a:pt x="3674" y="476"/>
                    <a:pt x="3642" y="381"/>
                    <a:pt x="3579" y="223"/>
                  </a:cubicBezTo>
                  <a:cubicBezTo>
                    <a:pt x="3547" y="96"/>
                    <a:pt x="3231" y="1"/>
                    <a:pt x="2914"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6"/>
            <p:cNvSpPr/>
            <p:nvPr/>
          </p:nvSpPr>
          <p:spPr>
            <a:xfrm>
              <a:off x="5073029" y="3062656"/>
              <a:ext cx="101240" cy="22800"/>
            </a:xfrm>
            <a:custGeom>
              <a:rect b="b" l="l" r="r" t="t"/>
              <a:pathLst>
                <a:path extrusionOk="0" h="856" w="3801">
                  <a:moveTo>
                    <a:pt x="570" y="1"/>
                  </a:moveTo>
                  <a:cubicBezTo>
                    <a:pt x="222" y="1"/>
                    <a:pt x="0" y="96"/>
                    <a:pt x="64" y="223"/>
                  </a:cubicBezTo>
                  <a:cubicBezTo>
                    <a:pt x="95" y="381"/>
                    <a:pt x="127" y="476"/>
                    <a:pt x="190" y="634"/>
                  </a:cubicBezTo>
                  <a:cubicBezTo>
                    <a:pt x="254" y="761"/>
                    <a:pt x="539" y="856"/>
                    <a:pt x="887" y="856"/>
                  </a:cubicBezTo>
                  <a:lnTo>
                    <a:pt x="3262" y="856"/>
                  </a:lnTo>
                  <a:cubicBezTo>
                    <a:pt x="3579" y="856"/>
                    <a:pt x="3801" y="761"/>
                    <a:pt x="3769" y="634"/>
                  </a:cubicBezTo>
                  <a:cubicBezTo>
                    <a:pt x="3706" y="476"/>
                    <a:pt x="3642" y="381"/>
                    <a:pt x="3579" y="223"/>
                  </a:cubicBezTo>
                  <a:cubicBezTo>
                    <a:pt x="3547" y="96"/>
                    <a:pt x="3230" y="1"/>
                    <a:pt x="2914"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6"/>
            <p:cNvSpPr/>
            <p:nvPr/>
          </p:nvSpPr>
          <p:spPr>
            <a:xfrm>
              <a:off x="5182685" y="3062656"/>
              <a:ext cx="102918" cy="22800"/>
            </a:xfrm>
            <a:custGeom>
              <a:rect b="b" l="l" r="r" t="t"/>
              <a:pathLst>
                <a:path extrusionOk="0" h="856" w="3864">
                  <a:moveTo>
                    <a:pt x="570" y="1"/>
                  </a:moveTo>
                  <a:cubicBezTo>
                    <a:pt x="222" y="1"/>
                    <a:pt x="0" y="96"/>
                    <a:pt x="64" y="223"/>
                  </a:cubicBezTo>
                  <a:cubicBezTo>
                    <a:pt x="127" y="381"/>
                    <a:pt x="159" y="476"/>
                    <a:pt x="254" y="634"/>
                  </a:cubicBezTo>
                  <a:cubicBezTo>
                    <a:pt x="285" y="761"/>
                    <a:pt x="602" y="856"/>
                    <a:pt x="919" y="856"/>
                  </a:cubicBezTo>
                  <a:lnTo>
                    <a:pt x="3325" y="856"/>
                  </a:lnTo>
                  <a:cubicBezTo>
                    <a:pt x="3642" y="856"/>
                    <a:pt x="3864" y="761"/>
                    <a:pt x="3801" y="634"/>
                  </a:cubicBezTo>
                  <a:cubicBezTo>
                    <a:pt x="3737" y="476"/>
                    <a:pt x="3674" y="381"/>
                    <a:pt x="3610" y="223"/>
                  </a:cubicBezTo>
                  <a:cubicBezTo>
                    <a:pt x="3547" y="96"/>
                    <a:pt x="3230" y="1"/>
                    <a:pt x="2914"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6"/>
            <p:cNvSpPr/>
            <p:nvPr/>
          </p:nvSpPr>
          <p:spPr>
            <a:xfrm>
              <a:off x="5292341" y="3062656"/>
              <a:ext cx="104622" cy="22800"/>
            </a:xfrm>
            <a:custGeom>
              <a:rect b="b" l="l" r="r" t="t"/>
              <a:pathLst>
                <a:path extrusionOk="0" h="856" w="3928">
                  <a:moveTo>
                    <a:pt x="539" y="1"/>
                  </a:moveTo>
                  <a:cubicBezTo>
                    <a:pt x="222" y="1"/>
                    <a:pt x="0" y="96"/>
                    <a:pt x="64" y="223"/>
                  </a:cubicBezTo>
                  <a:cubicBezTo>
                    <a:pt x="159" y="381"/>
                    <a:pt x="190" y="476"/>
                    <a:pt x="285" y="634"/>
                  </a:cubicBezTo>
                  <a:cubicBezTo>
                    <a:pt x="349" y="761"/>
                    <a:pt x="665" y="856"/>
                    <a:pt x="982" y="856"/>
                  </a:cubicBezTo>
                  <a:lnTo>
                    <a:pt x="3389" y="856"/>
                  </a:lnTo>
                  <a:cubicBezTo>
                    <a:pt x="3705" y="856"/>
                    <a:pt x="3927" y="761"/>
                    <a:pt x="3864" y="634"/>
                  </a:cubicBezTo>
                  <a:cubicBezTo>
                    <a:pt x="3737" y="476"/>
                    <a:pt x="3705" y="381"/>
                    <a:pt x="3610" y="223"/>
                  </a:cubicBezTo>
                  <a:cubicBezTo>
                    <a:pt x="3547" y="96"/>
                    <a:pt x="3230" y="1"/>
                    <a:pt x="2882"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6"/>
            <p:cNvSpPr/>
            <p:nvPr/>
          </p:nvSpPr>
          <p:spPr>
            <a:xfrm>
              <a:off x="3724259" y="3091342"/>
              <a:ext cx="80997" cy="35451"/>
            </a:xfrm>
            <a:custGeom>
              <a:rect b="b" l="l" r="r" t="t"/>
              <a:pathLst>
                <a:path extrusionOk="0" h="1331" w="3041">
                  <a:moveTo>
                    <a:pt x="1299" y="1"/>
                  </a:moveTo>
                  <a:cubicBezTo>
                    <a:pt x="950" y="1"/>
                    <a:pt x="634" y="96"/>
                    <a:pt x="570" y="222"/>
                  </a:cubicBezTo>
                  <a:cubicBezTo>
                    <a:pt x="380" y="571"/>
                    <a:pt x="285" y="761"/>
                    <a:pt x="64" y="1109"/>
                  </a:cubicBezTo>
                  <a:cubicBezTo>
                    <a:pt x="0" y="1236"/>
                    <a:pt x="222" y="1331"/>
                    <a:pt x="570" y="1331"/>
                  </a:cubicBezTo>
                  <a:lnTo>
                    <a:pt x="1806" y="1331"/>
                  </a:lnTo>
                  <a:cubicBezTo>
                    <a:pt x="2122" y="1331"/>
                    <a:pt x="2471" y="1236"/>
                    <a:pt x="2534" y="1109"/>
                  </a:cubicBezTo>
                  <a:cubicBezTo>
                    <a:pt x="2692" y="761"/>
                    <a:pt x="2787" y="571"/>
                    <a:pt x="2977" y="222"/>
                  </a:cubicBezTo>
                  <a:cubicBezTo>
                    <a:pt x="3041" y="96"/>
                    <a:pt x="2819" y="1"/>
                    <a:pt x="2471"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6"/>
            <p:cNvSpPr/>
            <p:nvPr/>
          </p:nvSpPr>
          <p:spPr>
            <a:xfrm>
              <a:off x="3806082" y="3091342"/>
              <a:ext cx="110509" cy="35451"/>
            </a:xfrm>
            <a:custGeom>
              <a:rect b="b" l="l" r="r" t="t"/>
              <a:pathLst>
                <a:path extrusionOk="0" h="1331" w="4149">
                  <a:moveTo>
                    <a:pt x="1204" y="1"/>
                  </a:moveTo>
                  <a:cubicBezTo>
                    <a:pt x="887" y="1"/>
                    <a:pt x="570" y="96"/>
                    <a:pt x="507" y="222"/>
                  </a:cubicBezTo>
                  <a:cubicBezTo>
                    <a:pt x="317" y="571"/>
                    <a:pt x="222" y="761"/>
                    <a:pt x="64" y="1109"/>
                  </a:cubicBezTo>
                  <a:cubicBezTo>
                    <a:pt x="0" y="1236"/>
                    <a:pt x="222" y="1331"/>
                    <a:pt x="570" y="1331"/>
                  </a:cubicBezTo>
                  <a:lnTo>
                    <a:pt x="3009" y="1331"/>
                  </a:lnTo>
                  <a:cubicBezTo>
                    <a:pt x="3357" y="1331"/>
                    <a:pt x="3674" y="1236"/>
                    <a:pt x="3706" y="1109"/>
                  </a:cubicBezTo>
                  <a:cubicBezTo>
                    <a:pt x="3864" y="761"/>
                    <a:pt x="3959" y="571"/>
                    <a:pt x="4117" y="222"/>
                  </a:cubicBezTo>
                  <a:cubicBezTo>
                    <a:pt x="4149" y="96"/>
                    <a:pt x="3927" y="1"/>
                    <a:pt x="3611"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6"/>
            <p:cNvSpPr/>
            <p:nvPr/>
          </p:nvSpPr>
          <p:spPr>
            <a:xfrm>
              <a:off x="3919946" y="3091342"/>
              <a:ext cx="108831" cy="35451"/>
            </a:xfrm>
            <a:custGeom>
              <a:rect b="b" l="l" r="r" t="t"/>
              <a:pathLst>
                <a:path extrusionOk="0" h="1331" w="4086">
                  <a:moveTo>
                    <a:pt x="1141" y="1"/>
                  </a:moveTo>
                  <a:cubicBezTo>
                    <a:pt x="792" y="1"/>
                    <a:pt x="476" y="96"/>
                    <a:pt x="444" y="222"/>
                  </a:cubicBezTo>
                  <a:cubicBezTo>
                    <a:pt x="286" y="571"/>
                    <a:pt x="222" y="761"/>
                    <a:pt x="64" y="1109"/>
                  </a:cubicBezTo>
                  <a:cubicBezTo>
                    <a:pt x="1" y="1236"/>
                    <a:pt x="254" y="1331"/>
                    <a:pt x="571" y="1331"/>
                  </a:cubicBezTo>
                  <a:lnTo>
                    <a:pt x="3041" y="1331"/>
                  </a:lnTo>
                  <a:cubicBezTo>
                    <a:pt x="3358" y="1331"/>
                    <a:pt x="3674" y="1236"/>
                    <a:pt x="3706" y="1109"/>
                  </a:cubicBezTo>
                  <a:cubicBezTo>
                    <a:pt x="3833" y="761"/>
                    <a:pt x="3928" y="571"/>
                    <a:pt x="4054" y="222"/>
                  </a:cubicBezTo>
                  <a:cubicBezTo>
                    <a:pt x="4086" y="96"/>
                    <a:pt x="3864" y="1"/>
                    <a:pt x="3516"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6"/>
            <p:cNvSpPr/>
            <p:nvPr/>
          </p:nvSpPr>
          <p:spPr>
            <a:xfrm>
              <a:off x="4033811" y="3091342"/>
              <a:ext cx="107153" cy="35451"/>
            </a:xfrm>
            <a:custGeom>
              <a:rect b="b" l="l" r="r" t="t"/>
              <a:pathLst>
                <a:path extrusionOk="0" h="1331" w="4023">
                  <a:moveTo>
                    <a:pt x="1046" y="1"/>
                  </a:moveTo>
                  <a:cubicBezTo>
                    <a:pt x="729" y="1"/>
                    <a:pt x="413" y="96"/>
                    <a:pt x="381" y="222"/>
                  </a:cubicBezTo>
                  <a:cubicBezTo>
                    <a:pt x="254" y="571"/>
                    <a:pt x="191" y="761"/>
                    <a:pt x="64" y="1109"/>
                  </a:cubicBezTo>
                  <a:cubicBezTo>
                    <a:pt x="1" y="1236"/>
                    <a:pt x="254" y="1331"/>
                    <a:pt x="603" y="1331"/>
                  </a:cubicBezTo>
                  <a:lnTo>
                    <a:pt x="3041" y="1331"/>
                  </a:lnTo>
                  <a:cubicBezTo>
                    <a:pt x="3390" y="1331"/>
                    <a:pt x="3675" y="1236"/>
                    <a:pt x="3738" y="1109"/>
                  </a:cubicBezTo>
                  <a:cubicBezTo>
                    <a:pt x="3833" y="761"/>
                    <a:pt x="3865" y="571"/>
                    <a:pt x="3991" y="222"/>
                  </a:cubicBezTo>
                  <a:cubicBezTo>
                    <a:pt x="4023" y="96"/>
                    <a:pt x="3770" y="1"/>
                    <a:pt x="3453"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6"/>
            <p:cNvSpPr/>
            <p:nvPr/>
          </p:nvSpPr>
          <p:spPr>
            <a:xfrm>
              <a:off x="4148528" y="3091342"/>
              <a:ext cx="103797" cy="35451"/>
            </a:xfrm>
            <a:custGeom>
              <a:rect b="b" l="l" r="r" t="t"/>
              <a:pathLst>
                <a:path extrusionOk="0" h="1331" w="3897">
                  <a:moveTo>
                    <a:pt x="919" y="1"/>
                  </a:moveTo>
                  <a:cubicBezTo>
                    <a:pt x="603" y="1"/>
                    <a:pt x="318" y="96"/>
                    <a:pt x="286" y="222"/>
                  </a:cubicBezTo>
                  <a:cubicBezTo>
                    <a:pt x="159" y="571"/>
                    <a:pt x="128" y="761"/>
                    <a:pt x="33" y="1109"/>
                  </a:cubicBezTo>
                  <a:cubicBezTo>
                    <a:pt x="1" y="1236"/>
                    <a:pt x="254" y="1331"/>
                    <a:pt x="571" y="1331"/>
                  </a:cubicBezTo>
                  <a:lnTo>
                    <a:pt x="3041" y="1331"/>
                  </a:lnTo>
                  <a:cubicBezTo>
                    <a:pt x="3358" y="1331"/>
                    <a:pt x="3675" y="1236"/>
                    <a:pt x="3675" y="1109"/>
                  </a:cubicBezTo>
                  <a:cubicBezTo>
                    <a:pt x="3770" y="761"/>
                    <a:pt x="3801" y="571"/>
                    <a:pt x="3865" y="222"/>
                  </a:cubicBezTo>
                  <a:cubicBezTo>
                    <a:pt x="3896" y="96"/>
                    <a:pt x="3643" y="1"/>
                    <a:pt x="3326"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6"/>
            <p:cNvSpPr/>
            <p:nvPr/>
          </p:nvSpPr>
          <p:spPr>
            <a:xfrm>
              <a:off x="4262419" y="3091342"/>
              <a:ext cx="102092" cy="35451"/>
            </a:xfrm>
            <a:custGeom>
              <a:rect b="b" l="l" r="r" t="t"/>
              <a:pathLst>
                <a:path extrusionOk="0" h="1331" w="3833">
                  <a:moveTo>
                    <a:pt x="855" y="1"/>
                  </a:moveTo>
                  <a:cubicBezTo>
                    <a:pt x="507" y="1"/>
                    <a:pt x="222" y="96"/>
                    <a:pt x="190" y="222"/>
                  </a:cubicBezTo>
                  <a:cubicBezTo>
                    <a:pt x="127" y="571"/>
                    <a:pt x="95" y="761"/>
                    <a:pt x="32" y="1109"/>
                  </a:cubicBezTo>
                  <a:cubicBezTo>
                    <a:pt x="0" y="1236"/>
                    <a:pt x="254" y="1331"/>
                    <a:pt x="602" y="1331"/>
                  </a:cubicBezTo>
                  <a:lnTo>
                    <a:pt x="3040" y="1331"/>
                  </a:lnTo>
                  <a:cubicBezTo>
                    <a:pt x="3389" y="1331"/>
                    <a:pt x="3674" y="1236"/>
                    <a:pt x="3674" y="1109"/>
                  </a:cubicBezTo>
                  <a:cubicBezTo>
                    <a:pt x="3737" y="761"/>
                    <a:pt x="3769" y="571"/>
                    <a:pt x="3801" y="222"/>
                  </a:cubicBezTo>
                  <a:cubicBezTo>
                    <a:pt x="3832" y="96"/>
                    <a:pt x="3579" y="1"/>
                    <a:pt x="3231"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6"/>
            <p:cNvSpPr/>
            <p:nvPr/>
          </p:nvSpPr>
          <p:spPr>
            <a:xfrm>
              <a:off x="4376284" y="3091342"/>
              <a:ext cx="99562" cy="35451"/>
            </a:xfrm>
            <a:custGeom>
              <a:rect b="b" l="l" r="r" t="t"/>
              <a:pathLst>
                <a:path extrusionOk="0" h="1331" w="3738">
                  <a:moveTo>
                    <a:pt x="761" y="1"/>
                  </a:moveTo>
                  <a:cubicBezTo>
                    <a:pt x="444" y="1"/>
                    <a:pt x="159" y="96"/>
                    <a:pt x="127" y="222"/>
                  </a:cubicBezTo>
                  <a:cubicBezTo>
                    <a:pt x="96" y="571"/>
                    <a:pt x="64" y="761"/>
                    <a:pt x="32" y="1109"/>
                  </a:cubicBezTo>
                  <a:cubicBezTo>
                    <a:pt x="1" y="1236"/>
                    <a:pt x="286" y="1331"/>
                    <a:pt x="602" y="1331"/>
                  </a:cubicBezTo>
                  <a:lnTo>
                    <a:pt x="3072" y="1331"/>
                  </a:lnTo>
                  <a:cubicBezTo>
                    <a:pt x="3389" y="1331"/>
                    <a:pt x="3674" y="1236"/>
                    <a:pt x="3674" y="1109"/>
                  </a:cubicBezTo>
                  <a:cubicBezTo>
                    <a:pt x="3706" y="761"/>
                    <a:pt x="3706" y="571"/>
                    <a:pt x="3738" y="222"/>
                  </a:cubicBezTo>
                  <a:cubicBezTo>
                    <a:pt x="3738" y="96"/>
                    <a:pt x="3484" y="1"/>
                    <a:pt x="3167"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6"/>
            <p:cNvSpPr/>
            <p:nvPr/>
          </p:nvSpPr>
          <p:spPr>
            <a:xfrm>
              <a:off x="4490148" y="3091342"/>
              <a:ext cx="97884" cy="35451"/>
            </a:xfrm>
            <a:custGeom>
              <a:rect b="b" l="l" r="r" t="t"/>
              <a:pathLst>
                <a:path extrusionOk="0" h="1331" w="3675">
                  <a:moveTo>
                    <a:pt x="666" y="1"/>
                  </a:moveTo>
                  <a:cubicBezTo>
                    <a:pt x="349" y="1"/>
                    <a:pt x="64" y="96"/>
                    <a:pt x="64" y="222"/>
                  </a:cubicBezTo>
                  <a:cubicBezTo>
                    <a:pt x="64" y="571"/>
                    <a:pt x="33" y="761"/>
                    <a:pt x="33" y="1109"/>
                  </a:cubicBezTo>
                  <a:cubicBezTo>
                    <a:pt x="1" y="1236"/>
                    <a:pt x="286" y="1331"/>
                    <a:pt x="634" y="1331"/>
                  </a:cubicBezTo>
                  <a:lnTo>
                    <a:pt x="3073" y="1331"/>
                  </a:lnTo>
                  <a:cubicBezTo>
                    <a:pt x="3421" y="1331"/>
                    <a:pt x="3675" y="1236"/>
                    <a:pt x="3675" y="1109"/>
                  </a:cubicBezTo>
                  <a:cubicBezTo>
                    <a:pt x="3675" y="761"/>
                    <a:pt x="3675" y="571"/>
                    <a:pt x="3675" y="222"/>
                  </a:cubicBezTo>
                  <a:cubicBezTo>
                    <a:pt x="3675" y="96"/>
                    <a:pt x="3390" y="1"/>
                    <a:pt x="3073"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6"/>
            <p:cNvSpPr/>
            <p:nvPr/>
          </p:nvSpPr>
          <p:spPr>
            <a:xfrm>
              <a:off x="4604040" y="3091342"/>
              <a:ext cx="98709" cy="35451"/>
            </a:xfrm>
            <a:custGeom>
              <a:rect b="b" l="l" r="r" t="t"/>
              <a:pathLst>
                <a:path extrusionOk="0" h="1331" w="3706">
                  <a:moveTo>
                    <a:pt x="602" y="1"/>
                  </a:moveTo>
                  <a:cubicBezTo>
                    <a:pt x="254" y="1"/>
                    <a:pt x="0" y="96"/>
                    <a:pt x="0" y="222"/>
                  </a:cubicBezTo>
                  <a:cubicBezTo>
                    <a:pt x="0" y="571"/>
                    <a:pt x="0" y="761"/>
                    <a:pt x="32" y="1109"/>
                  </a:cubicBezTo>
                  <a:cubicBezTo>
                    <a:pt x="32" y="1236"/>
                    <a:pt x="285" y="1331"/>
                    <a:pt x="634" y="1331"/>
                  </a:cubicBezTo>
                  <a:lnTo>
                    <a:pt x="3104" y="1331"/>
                  </a:lnTo>
                  <a:cubicBezTo>
                    <a:pt x="3420" y="1331"/>
                    <a:pt x="3706" y="1236"/>
                    <a:pt x="3674" y="1109"/>
                  </a:cubicBezTo>
                  <a:cubicBezTo>
                    <a:pt x="3642" y="761"/>
                    <a:pt x="3642" y="571"/>
                    <a:pt x="3611" y="222"/>
                  </a:cubicBezTo>
                  <a:cubicBezTo>
                    <a:pt x="3579" y="96"/>
                    <a:pt x="3325" y="1"/>
                    <a:pt x="2977"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6"/>
            <p:cNvSpPr/>
            <p:nvPr/>
          </p:nvSpPr>
          <p:spPr>
            <a:xfrm>
              <a:off x="4716226" y="3091342"/>
              <a:ext cx="100387" cy="35451"/>
            </a:xfrm>
            <a:custGeom>
              <a:rect b="b" l="l" r="r" t="t"/>
              <a:pathLst>
                <a:path extrusionOk="0" h="1331" w="3769">
                  <a:moveTo>
                    <a:pt x="570" y="1"/>
                  </a:moveTo>
                  <a:cubicBezTo>
                    <a:pt x="254" y="1"/>
                    <a:pt x="0" y="96"/>
                    <a:pt x="0" y="222"/>
                  </a:cubicBezTo>
                  <a:cubicBezTo>
                    <a:pt x="32" y="571"/>
                    <a:pt x="32" y="761"/>
                    <a:pt x="95" y="1109"/>
                  </a:cubicBezTo>
                  <a:cubicBezTo>
                    <a:pt x="95" y="1236"/>
                    <a:pt x="380" y="1331"/>
                    <a:pt x="729" y="1331"/>
                  </a:cubicBezTo>
                  <a:lnTo>
                    <a:pt x="3167" y="1331"/>
                  </a:lnTo>
                  <a:cubicBezTo>
                    <a:pt x="3515" y="1331"/>
                    <a:pt x="3769" y="1236"/>
                    <a:pt x="3737" y="1109"/>
                  </a:cubicBezTo>
                  <a:cubicBezTo>
                    <a:pt x="3674" y="761"/>
                    <a:pt x="3674" y="571"/>
                    <a:pt x="3610" y="222"/>
                  </a:cubicBezTo>
                  <a:cubicBezTo>
                    <a:pt x="3579" y="96"/>
                    <a:pt x="3294" y="1"/>
                    <a:pt x="2977"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6"/>
            <p:cNvSpPr/>
            <p:nvPr/>
          </p:nvSpPr>
          <p:spPr>
            <a:xfrm>
              <a:off x="4827561" y="3091342"/>
              <a:ext cx="102944" cy="35451"/>
            </a:xfrm>
            <a:custGeom>
              <a:rect b="b" l="l" r="r" t="t"/>
              <a:pathLst>
                <a:path extrusionOk="0" h="1331" w="3865">
                  <a:moveTo>
                    <a:pt x="602" y="1"/>
                  </a:moveTo>
                  <a:cubicBezTo>
                    <a:pt x="254" y="1"/>
                    <a:pt x="1" y="96"/>
                    <a:pt x="32" y="222"/>
                  </a:cubicBezTo>
                  <a:cubicBezTo>
                    <a:pt x="96" y="571"/>
                    <a:pt x="127" y="761"/>
                    <a:pt x="191" y="1109"/>
                  </a:cubicBezTo>
                  <a:cubicBezTo>
                    <a:pt x="191" y="1236"/>
                    <a:pt x="476" y="1331"/>
                    <a:pt x="824" y="1331"/>
                  </a:cubicBezTo>
                  <a:lnTo>
                    <a:pt x="3262" y="1331"/>
                  </a:lnTo>
                  <a:cubicBezTo>
                    <a:pt x="3611" y="1331"/>
                    <a:pt x="3864" y="1236"/>
                    <a:pt x="3832" y="1109"/>
                  </a:cubicBezTo>
                  <a:cubicBezTo>
                    <a:pt x="3769" y="761"/>
                    <a:pt x="3706" y="571"/>
                    <a:pt x="3642" y="222"/>
                  </a:cubicBezTo>
                  <a:cubicBezTo>
                    <a:pt x="3611" y="96"/>
                    <a:pt x="3326" y="1"/>
                    <a:pt x="2977"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6"/>
            <p:cNvSpPr/>
            <p:nvPr/>
          </p:nvSpPr>
          <p:spPr>
            <a:xfrm>
              <a:off x="4939747" y="3091342"/>
              <a:ext cx="104622" cy="35451"/>
            </a:xfrm>
            <a:custGeom>
              <a:rect b="b" l="l" r="r" t="t"/>
              <a:pathLst>
                <a:path extrusionOk="0" h="1331" w="3928">
                  <a:moveTo>
                    <a:pt x="571" y="1"/>
                  </a:moveTo>
                  <a:cubicBezTo>
                    <a:pt x="222" y="1"/>
                    <a:pt x="1" y="96"/>
                    <a:pt x="32" y="222"/>
                  </a:cubicBezTo>
                  <a:cubicBezTo>
                    <a:pt x="96" y="571"/>
                    <a:pt x="159" y="761"/>
                    <a:pt x="222" y="1109"/>
                  </a:cubicBezTo>
                  <a:cubicBezTo>
                    <a:pt x="254" y="1236"/>
                    <a:pt x="571" y="1331"/>
                    <a:pt x="919" y="1331"/>
                  </a:cubicBezTo>
                  <a:lnTo>
                    <a:pt x="3357" y="1331"/>
                  </a:lnTo>
                  <a:cubicBezTo>
                    <a:pt x="3706" y="1331"/>
                    <a:pt x="3927" y="1236"/>
                    <a:pt x="3896" y="1109"/>
                  </a:cubicBezTo>
                  <a:cubicBezTo>
                    <a:pt x="3801" y="761"/>
                    <a:pt x="3737" y="571"/>
                    <a:pt x="3642" y="222"/>
                  </a:cubicBezTo>
                  <a:cubicBezTo>
                    <a:pt x="3579" y="96"/>
                    <a:pt x="3294" y="1"/>
                    <a:pt x="2946"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6"/>
            <p:cNvSpPr/>
            <p:nvPr/>
          </p:nvSpPr>
          <p:spPr>
            <a:xfrm>
              <a:off x="5051082" y="3091342"/>
              <a:ext cx="108005" cy="35451"/>
            </a:xfrm>
            <a:custGeom>
              <a:rect b="b" l="l" r="r" t="t"/>
              <a:pathLst>
                <a:path extrusionOk="0" h="1331" w="4055">
                  <a:moveTo>
                    <a:pt x="571" y="1"/>
                  </a:moveTo>
                  <a:cubicBezTo>
                    <a:pt x="254" y="1"/>
                    <a:pt x="1" y="96"/>
                    <a:pt x="64" y="222"/>
                  </a:cubicBezTo>
                  <a:cubicBezTo>
                    <a:pt x="159" y="571"/>
                    <a:pt x="223" y="761"/>
                    <a:pt x="318" y="1109"/>
                  </a:cubicBezTo>
                  <a:cubicBezTo>
                    <a:pt x="381" y="1236"/>
                    <a:pt x="666" y="1331"/>
                    <a:pt x="1014" y="1331"/>
                  </a:cubicBezTo>
                  <a:lnTo>
                    <a:pt x="3484" y="1331"/>
                  </a:lnTo>
                  <a:cubicBezTo>
                    <a:pt x="3801" y="1331"/>
                    <a:pt x="4054" y="1236"/>
                    <a:pt x="3991" y="1109"/>
                  </a:cubicBezTo>
                  <a:cubicBezTo>
                    <a:pt x="3864" y="761"/>
                    <a:pt x="3801" y="571"/>
                    <a:pt x="3643" y="222"/>
                  </a:cubicBezTo>
                  <a:cubicBezTo>
                    <a:pt x="3611" y="96"/>
                    <a:pt x="3294" y="1"/>
                    <a:pt x="2978"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6"/>
            <p:cNvSpPr/>
            <p:nvPr/>
          </p:nvSpPr>
          <p:spPr>
            <a:xfrm>
              <a:off x="5163268" y="3091342"/>
              <a:ext cx="256468" cy="35451"/>
            </a:xfrm>
            <a:custGeom>
              <a:rect b="b" l="l" r="r" t="t"/>
              <a:pathLst>
                <a:path extrusionOk="0" h="1331" w="9629">
                  <a:moveTo>
                    <a:pt x="571" y="1"/>
                  </a:moveTo>
                  <a:cubicBezTo>
                    <a:pt x="223" y="1"/>
                    <a:pt x="1" y="96"/>
                    <a:pt x="32" y="222"/>
                  </a:cubicBezTo>
                  <a:cubicBezTo>
                    <a:pt x="191" y="571"/>
                    <a:pt x="254" y="761"/>
                    <a:pt x="381" y="1109"/>
                  </a:cubicBezTo>
                  <a:cubicBezTo>
                    <a:pt x="444" y="1236"/>
                    <a:pt x="761" y="1331"/>
                    <a:pt x="1109" y="1331"/>
                  </a:cubicBezTo>
                  <a:lnTo>
                    <a:pt x="9058" y="1331"/>
                  </a:lnTo>
                  <a:cubicBezTo>
                    <a:pt x="9407" y="1331"/>
                    <a:pt x="9628" y="1236"/>
                    <a:pt x="9565" y="1109"/>
                  </a:cubicBezTo>
                  <a:cubicBezTo>
                    <a:pt x="9343" y="761"/>
                    <a:pt x="9248" y="571"/>
                    <a:pt x="9058" y="222"/>
                  </a:cubicBezTo>
                  <a:cubicBezTo>
                    <a:pt x="8995" y="96"/>
                    <a:pt x="8678" y="1"/>
                    <a:pt x="8330"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6"/>
            <p:cNvSpPr/>
            <p:nvPr/>
          </p:nvSpPr>
          <p:spPr>
            <a:xfrm>
              <a:off x="3701486" y="3132679"/>
              <a:ext cx="148490" cy="35451"/>
            </a:xfrm>
            <a:custGeom>
              <a:rect b="b" l="l" r="r" t="t"/>
              <a:pathLst>
                <a:path extrusionOk="0" h="1331" w="5575">
                  <a:moveTo>
                    <a:pt x="1299" y="0"/>
                  </a:moveTo>
                  <a:cubicBezTo>
                    <a:pt x="982" y="0"/>
                    <a:pt x="634" y="95"/>
                    <a:pt x="570" y="222"/>
                  </a:cubicBezTo>
                  <a:cubicBezTo>
                    <a:pt x="380" y="571"/>
                    <a:pt x="285" y="761"/>
                    <a:pt x="64" y="1109"/>
                  </a:cubicBezTo>
                  <a:cubicBezTo>
                    <a:pt x="0" y="1236"/>
                    <a:pt x="222" y="1331"/>
                    <a:pt x="570" y="1331"/>
                  </a:cubicBezTo>
                  <a:lnTo>
                    <a:pt x="4371" y="1331"/>
                  </a:lnTo>
                  <a:cubicBezTo>
                    <a:pt x="4719" y="1331"/>
                    <a:pt x="5036" y="1236"/>
                    <a:pt x="5099" y="1109"/>
                  </a:cubicBezTo>
                  <a:cubicBezTo>
                    <a:pt x="5257" y="761"/>
                    <a:pt x="5352" y="571"/>
                    <a:pt x="5511" y="222"/>
                  </a:cubicBezTo>
                  <a:cubicBezTo>
                    <a:pt x="5574" y="95"/>
                    <a:pt x="5352" y="0"/>
                    <a:pt x="5004"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6"/>
            <p:cNvSpPr/>
            <p:nvPr/>
          </p:nvSpPr>
          <p:spPr>
            <a:xfrm>
              <a:off x="3852480" y="3132679"/>
              <a:ext cx="112213" cy="35451"/>
            </a:xfrm>
            <a:custGeom>
              <a:rect b="b" l="l" r="r" t="t"/>
              <a:pathLst>
                <a:path extrusionOk="0" h="1331" w="4213">
                  <a:moveTo>
                    <a:pt x="1172" y="0"/>
                  </a:moveTo>
                  <a:cubicBezTo>
                    <a:pt x="823" y="0"/>
                    <a:pt x="507" y="95"/>
                    <a:pt x="443" y="222"/>
                  </a:cubicBezTo>
                  <a:cubicBezTo>
                    <a:pt x="285" y="571"/>
                    <a:pt x="222" y="761"/>
                    <a:pt x="63" y="1109"/>
                  </a:cubicBezTo>
                  <a:cubicBezTo>
                    <a:pt x="0" y="1236"/>
                    <a:pt x="222" y="1331"/>
                    <a:pt x="570" y="1331"/>
                  </a:cubicBezTo>
                  <a:lnTo>
                    <a:pt x="3104" y="1331"/>
                  </a:lnTo>
                  <a:cubicBezTo>
                    <a:pt x="3452" y="1331"/>
                    <a:pt x="3769" y="1236"/>
                    <a:pt x="3800" y="1109"/>
                  </a:cubicBezTo>
                  <a:cubicBezTo>
                    <a:pt x="3959" y="761"/>
                    <a:pt x="4022" y="571"/>
                    <a:pt x="4149" y="222"/>
                  </a:cubicBezTo>
                  <a:cubicBezTo>
                    <a:pt x="4212" y="95"/>
                    <a:pt x="3990" y="0"/>
                    <a:pt x="3642"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6"/>
            <p:cNvSpPr/>
            <p:nvPr/>
          </p:nvSpPr>
          <p:spPr>
            <a:xfrm>
              <a:off x="3969727" y="3132679"/>
              <a:ext cx="109683" cy="35451"/>
            </a:xfrm>
            <a:custGeom>
              <a:rect b="b" l="l" r="r" t="t"/>
              <a:pathLst>
                <a:path extrusionOk="0" h="1331" w="4118">
                  <a:moveTo>
                    <a:pt x="1077" y="0"/>
                  </a:moveTo>
                  <a:cubicBezTo>
                    <a:pt x="728" y="0"/>
                    <a:pt x="412" y="95"/>
                    <a:pt x="380" y="222"/>
                  </a:cubicBezTo>
                  <a:cubicBezTo>
                    <a:pt x="253" y="571"/>
                    <a:pt x="158" y="761"/>
                    <a:pt x="32" y="1109"/>
                  </a:cubicBezTo>
                  <a:cubicBezTo>
                    <a:pt x="0" y="1236"/>
                    <a:pt x="222" y="1331"/>
                    <a:pt x="570" y="1331"/>
                  </a:cubicBezTo>
                  <a:lnTo>
                    <a:pt x="3104" y="1331"/>
                  </a:lnTo>
                  <a:cubicBezTo>
                    <a:pt x="3452" y="1331"/>
                    <a:pt x="3769" y="1236"/>
                    <a:pt x="3800" y="1109"/>
                  </a:cubicBezTo>
                  <a:cubicBezTo>
                    <a:pt x="3927" y="761"/>
                    <a:pt x="3959" y="571"/>
                    <a:pt x="4085" y="222"/>
                  </a:cubicBezTo>
                  <a:cubicBezTo>
                    <a:pt x="4117" y="95"/>
                    <a:pt x="3895" y="0"/>
                    <a:pt x="3547"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6"/>
            <p:cNvSpPr/>
            <p:nvPr/>
          </p:nvSpPr>
          <p:spPr>
            <a:xfrm>
              <a:off x="4086974" y="3132679"/>
              <a:ext cx="107153" cy="35451"/>
            </a:xfrm>
            <a:custGeom>
              <a:rect b="b" l="l" r="r" t="t"/>
              <a:pathLst>
                <a:path extrusionOk="0" h="1331" w="4023">
                  <a:moveTo>
                    <a:pt x="982" y="0"/>
                  </a:moveTo>
                  <a:cubicBezTo>
                    <a:pt x="633" y="0"/>
                    <a:pt x="348" y="95"/>
                    <a:pt x="285" y="222"/>
                  </a:cubicBezTo>
                  <a:cubicBezTo>
                    <a:pt x="190" y="571"/>
                    <a:pt x="127" y="761"/>
                    <a:pt x="32" y="1109"/>
                  </a:cubicBezTo>
                  <a:cubicBezTo>
                    <a:pt x="0" y="1236"/>
                    <a:pt x="253" y="1331"/>
                    <a:pt x="602" y="1331"/>
                  </a:cubicBezTo>
                  <a:lnTo>
                    <a:pt x="3104" y="1331"/>
                  </a:lnTo>
                  <a:cubicBezTo>
                    <a:pt x="3452" y="1331"/>
                    <a:pt x="3769" y="1236"/>
                    <a:pt x="3800" y="1109"/>
                  </a:cubicBezTo>
                  <a:cubicBezTo>
                    <a:pt x="3864" y="761"/>
                    <a:pt x="3927" y="571"/>
                    <a:pt x="4022" y="222"/>
                  </a:cubicBezTo>
                  <a:cubicBezTo>
                    <a:pt x="4022" y="95"/>
                    <a:pt x="3800" y="0"/>
                    <a:pt x="3452"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6"/>
            <p:cNvSpPr/>
            <p:nvPr/>
          </p:nvSpPr>
          <p:spPr>
            <a:xfrm>
              <a:off x="4204222" y="3132679"/>
              <a:ext cx="105448" cy="35451"/>
            </a:xfrm>
            <a:custGeom>
              <a:rect b="b" l="l" r="r" t="t"/>
              <a:pathLst>
                <a:path extrusionOk="0" h="1331" w="3959">
                  <a:moveTo>
                    <a:pt x="887" y="0"/>
                  </a:moveTo>
                  <a:cubicBezTo>
                    <a:pt x="538" y="0"/>
                    <a:pt x="253" y="95"/>
                    <a:pt x="222" y="222"/>
                  </a:cubicBezTo>
                  <a:cubicBezTo>
                    <a:pt x="127" y="571"/>
                    <a:pt x="95" y="761"/>
                    <a:pt x="0" y="1109"/>
                  </a:cubicBezTo>
                  <a:cubicBezTo>
                    <a:pt x="0" y="1236"/>
                    <a:pt x="253" y="1331"/>
                    <a:pt x="602" y="1331"/>
                  </a:cubicBezTo>
                  <a:lnTo>
                    <a:pt x="3104" y="1331"/>
                  </a:lnTo>
                  <a:cubicBezTo>
                    <a:pt x="3452" y="1331"/>
                    <a:pt x="3769" y="1236"/>
                    <a:pt x="3769" y="1109"/>
                  </a:cubicBezTo>
                  <a:cubicBezTo>
                    <a:pt x="3832" y="761"/>
                    <a:pt x="3864" y="571"/>
                    <a:pt x="3927" y="222"/>
                  </a:cubicBezTo>
                  <a:cubicBezTo>
                    <a:pt x="3959" y="95"/>
                    <a:pt x="3705" y="0"/>
                    <a:pt x="3357"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6"/>
            <p:cNvSpPr/>
            <p:nvPr/>
          </p:nvSpPr>
          <p:spPr>
            <a:xfrm>
              <a:off x="4320617" y="3132679"/>
              <a:ext cx="103770" cy="35451"/>
            </a:xfrm>
            <a:custGeom>
              <a:rect b="b" l="l" r="r" t="t"/>
              <a:pathLst>
                <a:path extrusionOk="0" h="1331" w="3896">
                  <a:moveTo>
                    <a:pt x="824" y="0"/>
                  </a:moveTo>
                  <a:cubicBezTo>
                    <a:pt x="475" y="0"/>
                    <a:pt x="190" y="95"/>
                    <a:pt x="190" y="222"/>
                  </a:cubicBezTo>
                  <a:cubicBezTo>
                    <a:pt x="127" y="571"/>
                    <a:pt x="95" y="761"/>
                    <a:pt x="32" y="1109"/>
                  </a:cubicBezTo>
                  <a:cubicBezTo>
                    <a:pt x="0" y="1236"/>
                    <a:pt x="285" y="1331"/>
                    <a:pt x="634" y="1331"/>
                  </a:cubicBezTo>
                  <a:lnTo>
                    <a:pt x="3136" y="1331"/>
                  </a:lnTo>
                  <a:cubicBezTo>
                    <a:pt x="3484" y="1331"/>
                    <a:pt x="3801" y="1236"/>
                    <a:pt x="3801" y="1109"/>
                  </a:cubicBezTo>
                  <a:cubicBezTo>
                    <a:pt x="3832" y="761"/>
                    <a:pt x="3832" y="571"/>
                    <a:pt x="3896" y="222"/>
                  </a:cubicBezTo>
                  <a:cubicBezTo>
                    <a:pt x="3896" y="95"/>
                    <a:pt x="3642" y="0"/>
                    <a:pt x="3294"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6"/>
            <p:cNvSpPr/>
            <p:nvPr/>
          </p:nvSpPr>
          <p:spPr>
            <a:xfrm>
              <a:off x="4437864" y="3132679"/>
              <a:ext cx="101240" cy="35451"/>
            </a:xfrm>
            <a:custGeom>
              <a:rect b="b" l="l" r="r" t="t"/>
              <a:pathLst>
                <a:path extrusionOk="0" h="1331" w="3801">
                  <a:moveTo>
                    <a:pt x="729" y="0"/>
                  </a:moveTo>
                  <a:cubicBezTo>
                    <a:pt x="380" y="0"/>
                    <a:pt x="95" y="95"/>
                    <a:pt x="95" y="222"/>
                  </a:cubicBezTo>
                  <a:cubicBezTo>
                    <a:pt x="64" y="571"/>
                    <a:pt x="64" y="761"/>
                    <a:pt x="32" y="1109"/>
                  </a:cubicBezTo>
                  <a:cubicBezTo>
                    <a:pt x="0" y="1236"/>
                    <a:pt x="285" y="1331"/>
                    <a:pt x="634" y="1331"/>
                  </a:cubicBezTo>
                  <a:lnTo>
                    <a:pt x="3136" y="1331"/>
                  </a:lnTo>
                  <a:cubicBezTo>
                    <a:pt x="3484" y="1331"/>
                    <a:pt x="3769" y="1236"/>
                    <a:pt x="3769" y="1109"/>
                  </a:cubicBezTo>
                  <a:cubicBezTo>
                    <a:pt x="3801" y="761"/>
                    <a:pt x="3801" y="571"/>
                    <a:pt x="3801" y="222"/>
                  </a:cubicBezTo>
                  <a:cubicBezTo>
                    <a:pt x="3801" y="95"/>
                    <a:pt x="3547" y="0"/>
                    <a:pt x="3199"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6"/>
            <p:cNvSpPr/>
            <p:nvPr/>
          </p:nvSpPr>
          <p:spPr>
            <a:xfrm>
              <a:off x="4555111" y="3132679"/>
              <a:ext cx="100414" cy="35451"/>
            </a:xfrm>
            <a:custGeom>
              <a:rect b="b" l="l" r="r" t="t"/>
              <a:pathLst>
                <a:path extrusionOk="0" h="1331" w="3770">
                  <a:moveTo>
                    <a:pt x="634" y="0"/>
                  </a:moveTo>
                  <a:cubicBezTo>
                    <a:pt x="285" y="0"/>
                    <a:pt x="32" y="95"/>
                    <a:pt x="32" y="222"/>
                  </a:cubicBezTo>
                  <a:cubicBezTo>
                    <a:pt x="0" y="571"/>
                    <a:pt x="0" y="761"/>
                    <a:pt x="0" y="1109"/>
                  </a:cubicBezTo>
                  <a:cubicBezTo>
                    <a:pt x="0" y="1236"/>
                    <a:pt x="285" y="1331"/>
                    <a:pt x="634" y="1331"/>
                  </a:cubicBezTo>
                  <a:lnTo>
                    <a:pt x="3167" y="1331"/>
                  </a:lnTo>
                  <a:cubicBezTo>
                    <a:pt x="3516" y="1331"/>
                    <a:pt x="3769" y="1236"/>
                    <a:pt x="3769" y="1109"/>
                  </a:cubicBezTo>
                  <a:cubicBezTo>
                    <a:pt x="3737" y="761"/>
                    <a:pt x="3737" y="571"/>
                    <a:pt x="3737" y="222"/>
                  </a:cubicBezTo>
                  <a:cubicBezTo>
                    <a:pt x="3706" y="95"/>
                    <a:pt x="3452" y="0"/>
                    <a:pt x="3104"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6"/>
            <p:cNvSpPr/>
            <p:nvPr/>
          </p:nvSpPr>
          <p:spPr>
            <a:xfrm>
              <a:off x="4670681" y="3132679"/>
              <a:ext cx="102092" cy="35451"/>
            </a:xfrm>
            <a:custGeom>
              <a:rect b="b" l="l" r="r" t="t"/>
              <a:pathLst>
                <a:path extrusionOk="0" h="1331" w="3833">
                  <a:moveTo>
                    <a:pt x="602" y="0"/>
                  </a:moveTo>
                  <a:cubicBezTo>
                    <a:pt x="253" y="0"/>
                    <a:pt x="0" y="95"/>
                    <a:pt x="0" y="222"/>
                  </a:cubicBezTo>
                  <a:cubicBezTo>
                    <a:pt x="32" y="571"/>
                    <a:pt x="32" y="761"/>
                    <a:pt x="63" y="1109"/>
                  </a:cubicBezTo>
                  <a:cubicBezTo>
                    <a:pt x="63" y="1236"/>
                    <a:pt x="348" y="1331"/>
                    <a:pt x="697" y="1331"/>
                  </a:cubicBezTo>
                  <a:lnTo>
                    <a:pt x="3230" y="1331"/>
                  </a:lnTo>
                  <a:cubicBezTo>
                    <a:pt x="3579" y="1331"/>
                    <a:pt x="3832" y="1236"/>
                    <a:pt x="3832" y="1109"/>
                  </a:cubicBezTo>
                  <a:cubicBezTo>
                    <a:pt x="3769" y="761"/>
                    <a:pt x="3769" y="571"/>
                    <a:pt x="3705" y="222"/>
                  </a:cubicBezTo>
                  <a:cubicBezTo>
                    <a:pt x="3705" y="95"/>
                    <a:pt x="3420" y="0"/>
                    <a:pt x="3072"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6"/>
            <p:cNvSpPr/>
            <p:nvPr/>
          </p:nvSpPr>
          <p:spPr>
            <a:xfrm>
              <a:off x="4785397" y="3132679"/>
              <a:ext cx="104622" cy="35451"/>
            </a:xfrm>
            <a:custGeom>
              <a:rect b="b" l="l" r="r" t="t"/>
              <a:pathLst>
                <a:path extrusionOk="0" h="1331" w="3928">
                  <a:moveTo>
                    <a:pt x="602" y="0"/>
                  </a:moveTo>
                  <a:cubicBezTo>
                    <a:pt x="253" y="0"/>
                    <a:pt x="0" y="95"/>
                    <a:pt x="32" y="222"/>
                  </a:cubicBezTo>
                  <a:cubicBezTo>
                    <a:pt x="63" y="571"/>
                    <a:pt x="95" y="761"/>
                    <a:pt x="127" y="1109"/>
                  </a:cubicBezTo>
                  <a:cubicBezTo>
                    <a:pt x="158" y="1236"/>
                    <a:pt x="443" y="1331"/>
                    <a:pt x="792" y="1331"/>
                  </a:cubicBezTo>
                  <a:lnTo>
                    <a:pt x="3325" y="1331"/>
                  </a:lnTo>
                  <a:cubicBezTo>
                    <a:pt x="3674" y="1331"/>
                    <a:pt x="3927" y="1236"/>
                    <a:pt x="3895" y="1109"/>
                  </a:cubicBezTo>
                  <a:cubicBezTo>
                    <a:pt x="3832" y="761"/>
                    <a:pt x="3800" y="571"/>
                    <a:pt x="3737" y="222"/>
                  </a:cubicBezTo>
                  <a:cubicBezTo>
                    <a:pt x="3705" y="95"/>
                    <a:pt x="3420" y="0"/>
                    <a:pt x="3072"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6"/>
            <p:cNvSpPr/>
            <p:nvPr/>
          </p:nvSpPr>
          <p:spPr>
            <a:xfrm>
              <a:off x="4900114" y="3132679"/>
              <a:ext cx="107153" cy="35451"/>
            </a:xfrm>
            <a:custGeom>
              <a:rect b="b" l="l" r="r" t="t"/>
              <a:pathLst>
                <a:path extrusionOk="0" h="1331" w="4023">
                  <a:moveTo>
                    <a:pt x="602" y="0"/>
                  </a:moveTo>
                  <a:cubicBezTo>
                    <a:pt x="253" y="0"/>
                    <a:pt x="0" y="95"/>
                    <a:pt x="32" y="222"/>
                  </a:cubicBezTo>
                  <a:cubicBezTo>
                    <a:pt x="95" y="571"/>
                    <a:pt x="158" y="761"/>
                    <a:pt x="222" y="1109"/>
                  </a:cubicBezTo>
                  <a:cubicBezTo>
                    <a:pt x="253" y="1236"/>
                    <a:pt x="538" y="1331"/>
                    <a:pt x="887" y="1331"/>
                  </a:cubicBezTo>
                  <a:lnTo>
                    <a:pt x="3420" y="1331"/>
                  </a:lnTo>
                  <a:cubicBezTo>
                    <a:pt x="3769" y="1331"/>
                    <a:pt x="4022" y="1236"/>
                    <a:pt x="3990" y="1109"/>
                  </a:cubicBezTo>
                  <a:cubicBezTo>
                    <a:pt x="3895" y="761"/>
                    <a:pt x="3832" y="571"/>
                    <a:pt x="3737" y="222"/>
                  </a:cubicBezTo>
                  <a:cubicBezTo>
                    <a:pt x="3705" y="95"/>
                    <a:pt x="3420" y="0"/>
                    <a:pt x="3072"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6"/>
            <p:cNvSpPr/>
            <p:nvPr/>
          </p:nvSpPr>
          <p:spPr>
            <a:xfrm>
              <a:off x="5015657" y="3132679"/>
              <a:ext cx="108857" cy="35451"/>
            </a:xfrm>
            <a:custGeom>
              <a:rect b="b" l="l" r="r" t="t"/>
              <a:pathLst>
                <a:path extrusionOk="0" h="1331" w="4087">
                  <a:moveTo>
                    <a:pt x="571" y="0"/>
                  </a:moveTo>
                  <a:cubicBezTo>
                    <a:pt x="222" y="0"/>
                    <a:pt x="1" y="95"/>
                    <a:pt x="32" y="222"/>
                  </a:cubicBezTo>
                  <a:cubicBezTo>
                    <a:pt x="127" y="571"/>
                    <a:pt x="159" y="761"/>
                    <a:pt x="286" y="1109"/>
                  </a:cubicBezTo>
                  <a:cubicBezTo>
                    <a:pt x="317" y="1236"/>
                    <a:pt x="634" y="1331"/>
                    <a:pt x="982" y="1331"/>
                  </a:cubicBezTo>
                  <a:lnTo>
                    <a:pt x="3484" y="1331"/>
                  </a:lnTo>
                  <a:cubicBezTo>
                    <a:pt x="3833" y="1331"/>
                    <a:pt x="4086" y="1236"/>
                    <a:pt x="4054" y="1109"/>
                  </a:cubicBezTo>
                  <a:cubicBezTo>
                    <a:pt x="3928" y="761"/>
                    <a:pt x="3864" y="571"/>
                    <a:pt x="3738" y="222"/>
                  </a:cubicBezTo>
                  <a:cubicBezTo>
                    <a:pt x="3674" y="95"/>
                    <a:pt x="3389" y="0"/>
                    <a:pt x="3041"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6"/>
            <p:cNvSpPr/>
            <p:nvPr/>
          </p:nvSpPr>
          <p:spPr>
            <a:xfrm>
              <a:off x="5130374" y="3132679"/>
              <a:ext cx="111388" cy="35451"/>
            </a:xfrm>
            <a:custGeom>
              <a:rect b="b" l="l" r="r" t="t"/>
              <a:pathLst>
                <a:path extrusionOk="0" h="1331" w="4182">
                  <a:moveTo>
                    <a:pt x="571" y="0"/>
                  </a:moveTo>
                  <a:cubicBezTo>
                    <a:pt x="222" y="0"/>
                    <a:pt x="1" y="95"/>
                    <a:pt x="32" y="222"/>
                  </a:cubicBezTo>
                  <a:cubicBezTo>
                    <a:pt x="159" y="571"/>
                    <a:pt x="222" y="761"/>
                    <a:pt x="349" y="1109"/>
                  </a:cubicBezTo>
                  <a:cubicBezTo>
                    <a:pt x="412" y="1236"/>
                    <a:pt x="729" y="1331"/>
                    <a:pt x="1077" y="1331"/>
                  </a:cubicBezTo>
                  <a:lnTo>
                    <a:pt x="3579" y="1331"/>
                  </a:lnTo>
                  <a:cubicBezTo>
                    <a:pt x="3928" y="1331"/>
                    <a:pt x="4181" y="1236"/>
                    <a:pt x="4118" y="1109"/>
                  </a:cubicBezTo>
                  <a:cubicBezTo>
                    <a:pt x="3959" y="761"/>
                    <a:pt x="3896" y="571"/>
                    <a:pt x="3738" y="222"/>
                  </a:cubicBezTo>
                  <a:cubicBezTo>
                    <a:pt x="3706" y="95"/>
                    <a:pt x="3389" y="0"/>
                    <a:pt x="3041"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6"/>
            <p:cNvSpPr/>
            <p:nvPr/>
          </p:nvSpPr>
          <p:spPr>
            <a:xfrm>
              <a:off x="5245091" y="3132679"/>
              <a:ext cx="197419" cy="35451"/>
            </a:xfrm>
            <a:custGeom>
              <a:rect b="b" l="l" r="r" t="t"/>
              <a:pathLst>
                <a:path extrusionOk="0" h="1331" w="7412">
                  <a:moveTo>
                    <a:pt x="571" y="0"/>
                  </a:moveTo>
                  <a:cubicBezTo>
                    <a:pt x="222" y="0"/>
                    <a:pt x="1" y="95"/>
                    <a:pt x="64" y="222"/>
                  </a:cubicBezTo>
                  <a:cubicBezTo>
                    <a:pt x="222" y="571"/>
                    <a:pt x="286" y="761"/>
                    <a:pt x="444" y="1109"/>
                  </a:cubicBezTo>
                  <a:cubicBezTo>
                    <a:pt x="507" y="1236"/>
                    <a:pt x="824" y="1331"/>
                    <a:pt x="1172" y="1331"/>
                  </a:cubicBezTo>
                  <a:lnTo>
                    <a:pt x="6841" y="1331"/>
                  </a:lnTo>
                  <a:cubicBezTo>
                    <a:pt x="7190" y="1331"/>
                    <a:pt x="7411" y="1236"/>
                    <a:pt x="7348" y="1109"/>
                  </a:cubicBezTo>
                  <a:cubicBezTo>
                    <a:pt x="7126" y="761"/>
                    <a:pt x="7031" y="571"/>
                    <a:pt x="6841" y="222"/>
                  </a:cubicBezTo>
                  <a:cubicBezTo>
                    <a:pt x="6778" y="95"/>
                    <a:pt x="6461" y="0"/>
                    <a:pt x="6113"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6"/>
            <p:cNvSpPr/>
            <p:nvPr/>
          </p:nvSpPr>
          <p:spPr>
            <a:xfrm>
              <a:off x="3678713" y="3174017"/>
              <a:ext cx="185593" cy="35451"/>
            </a:xfrm>
            <a:custGeom>
              <a:rect b="b" l="l" r="r" t="t"/>
              <a:pathLst>
                <a:path extrusionOk="0" h="1331" w="6968">
                  <a:moveTo>
                    <a:pt x="1330" y="0"/>
                  </a:moveTo>
                  <a:cubicBezTo>
                    <a:pt x="982" y="0"/>
                    <a:pt x="634" y="95"/>
                    <a:pt x="570" y="222"/>
                  </a:cubicBezTo>
                  <a:cubicBezTo>
                    <a:pt x="380" y="570"/>
                    <a:pt x="254" y="729"/>
                    <a:pt x="64" y="1109"/>
                  </a:cubicBezTo>
                  <a:cubicBezTo>
                    <a:pt x="0" y="1204"/>
                    <a:pt x="254" y="1330"/>
                    <a:pt x="602" y="1330"/>
                  </a:cubicBezTo>
                  <a:lnTo>
                    <a:pt x="5764" y="1330"/>
                  </a:lnTo>
                  <a:cubicBezTo>
                    <a:pt x="6112" y="1330"/>
                    <a:pt x="6461" y="1204"/>
                    <a:pt x="6524" y="1109"/>
                  </a:cubicBezTo>
                  <a:cubicBezTo>
                    <a:pt x="6682" y="729"/>
                    <a:pt x="6746" y="570"/>
                    <a:pt x="6904" y="222"/>
                  </a:cubicBezTo>
                  <a:cubicBezTo>
                    <a:pt x="6967" y="95"/>
                    <a:pt x="6714" y="0"/>
                    <a:pt x="6366"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6"/>
            <p:cNvSpPr/>
            <p:nvPr/>
          </p:nvSpPr>
          <p:spPr>
            <a:xfrm>
              <a:off x="3867662" y="3174017"/>
              <a:ext cx="114744" cy="35451"/>
            </a:xfrm>
            <a:custGeom>
              <a:rect b="b" l="l" r="r" t="t"/>
              <a:pathLst>
                <a:path extrusionOk="0" h="1331" w="4308">
                  <a:moveTo>
                    <a:pt x="1172" y="0"/>
                  </a:moveTo>
                  <a:cubicBezTo>
                    <a:pt x="824" y="0"/>
                    <a:pt x="507" y="95"/>
                    <a:pt x="444" y="222"/>
                  </a:cubicBezTo>
                  <a:cubicBezTo>
                    <a:pt x="285" y="570"/>
                    <a:pt x="222" y="729"/>
                    <a:pt x="63" y="1109"/>
                  </a:cubicBezTo>
                  <a:cubicBezTo>
                    <a:pt x="0" y="1204"/>
                    <a:pt x="253" y="1330"/>
                    <a:pt x="602" y="1330"/>
                  </a:cubicBezTo>
                  <a:lnTo>
                    <a:pt x="3199" y="1330"/>
                  </a:lnTo>
                  <a:cubicBezTo>
                    <a:pt x="3547" y="1330"/>
                    <a:pt x="3864" y="1204"/>
                    <a:pt x="3927" y="1109"/>
                  </a:cubicBezTo>
                  <a:cubicBezTo>
                    <a:pt x="4054" y="729"/>
                    <a:pt x="4117" y="570"/>
                    <a:pt x="4244" y="222"/>
                  </a:cubicBezTo>
                  <a:cubicBezTo>
                    <a:pt x="4307" y="95"/>
                    <a:pt x="4054" y="0"/>
                    <a:pt x="3705"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6"/>
            <p:cNvSpPr/>
            <p:nvPr/>
          </p:nvSpPr>
          <p:spPr>
            <a:xfrm>
              <a:off x="3988265" y="3174017"/>
              <a:ext cx="111388" cy="35451"/>
            </a:xfrm>
            <a:custGeom>
              <a:rect b="b" l="l" r="r" t="t"/>
              <a:pathLst>
                <a:path extrusionOk="0" h="1331" w="4182">
                  <a:moveTo>
                    <a:pt x="1078" y="0"/>
                  </a:moveTo>
                  <a:cubicBezTo>
                    <a:pt x="729" y="0"/>
                    <a:pt x="413" y="95"/>
                    <a:pt x="349" y="222"/>
                  </a:cubicBezTo>
                  <a:cubicBezTo>
                    <a:pt x="222" y="570"/>
                    <a:pt x="159" y="729"/>
                    <a:pt x="32" y="1109"/>
                  </a:cubicBezTo>
                  <a:cubicBezTo>
                    <a:pt x="1" y="1204"/>
                    <a:pt x="254" y="1330"/>
                    <a:pt x="603" y="1330"/>
                  </a:cubicBezTo>
                  <a:lnTo>
                    <a:pt x="3168" y="1330"/>
                  </a:lnTo>
                  <a:cubicBezTo>
                    <a:pt x="3548" y="1330"/>
                    <a:pt x="3864" y="1204"/>
                    <a:pt x="3896" y="1109"/>
                  </a:cubicBezTo>
                  <a:cubicBezTo>
                    <a:pt x="3991" y="729"/>
                    <a:pt x="4054" y="570"/>
                    <a:pt x="4149" y="222"/>
                  </a:cubicBezTo>
                  <a:cubicBezTo>
                    <a:pt x="4181" y="95"/>
                    <a:pt x="3928" y="0"/>
                    <a:pt x="3579"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6"/>
            <p:cNvSpPr/>
            <p:nvPr/>
          </p:nvSpPr>
          <p:spPr>
            <a:xfrm>
              <a:off x="4108043" y="3174017"/>
              <a:ext cx="109683" cy="35451"/>
            </a:xfrm>
            <a:custGeom>
              <a:rect b="b" l="l" r="r" t="t"/>
              <a:pathLst>
                <a:path extrusionOk="0" h="1331" w="4118">
                  <a:moveTo>
                    <a:pt x="983" y="0"/>
                  </a:moveTo>
                  <a:cubicBezTo>
                    <a:pt x="634" y="0"/>
                    <a:pt x="318" y="95"/>
                    <a:pt x="286" y="222"/>
                  </a:cubicBezTo>
                  <a:cubicBezTo>
                    <a:pt x="191" y="570"/>
                    <a:pt x="128" y="729"/>
                    <a:pt x="32" y="1109"/>
                  </a:cubicBezTo>
                  <a:cubicBezTo>
                    <a:pt x="1" y="1204"/>
                    <a:pt x="254" y="1330"/>
                    <a:pt x="634" y="1330"/>
                  </a:cubicBezTo>
                  <a:lnTo>
                    <a:pt x="3199" y="1330"/>
                  </a:lnTo>
                  <a:cubicBezTo>
                    <a:pt x="3548" y="1330"/>
                    <a:pt x="3864" y="1204"/>
                    <a:pt x="3896" y="1109"/>
                  </a:cubicBezTo>
                  <a:cubicBezTo>
                    <a:pt x="3991" y="729"/>
                    <a:pt x="4023" y="570"/>
                    <a:pt x="4086" y="222"/>
                  </a:cubicBezTo>
                  <a:cubicBezTo>
                    <a:pt x="4118" y="95"/>
                    <a:pt x="3864" y="0"/>
                    <a:pt x="3516"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6"/>
            <p:cNvSpPr/>
            <p:nvPr/>
          </p:nvSpPr>
          <p:spPr>
            <a:xfrm>
              <a:off x="4228673" y="3174017"/>
              <a:ext cx="107153" cy="35451"/>
            </a:xfrm>
            <a:custGeom>
              <a:rect b="b" l="l" r="r" t="t"/>
              <a:pathLst>
                <a:path extrusionOk="0" h="1331" w="4023">
                  <a:moveTo>
                    <a:pt x="887" y="0"/>
                  </a:moveTo>
                  <a:cubicBezTo>
                    <a:pt x="539" y="0"/>
                    <a:pt x="254" y="95"/>
                    <a:pt x="222" y="222"/>
                  </a:cubicBezTo>
                  <a:cubicBezTo>
                    <a:pt x="127" y="570"/>
                    <a:pt x="96" y="729"/>
                    <a:pt x="32" y="1109"/>
                  </a:cubicBezTo>
                  <a:cubicBezTo>
                    <a:pt x="1" y="1204"/>
                    <a:pt x="254" y="1330"/>
                    <a:pt x="634" y="1330"/>
                  </a:cubicBezTo>
                  <a:lnTo>
                    <a:pt x="3199" y="1330"/>
                  </a:lnTo>
                  <a:cubicBezTo>
                    <a:pt x="3547" y="1330"/>
                    <a:pt x="3864" y="1204"/>
                    <a:pt x="3896" y="1109"/>
                  </a:cubicBezTo>
                  <a:cubicBezTo>
                    <a:pt x="3927" y="729"/>
                    <a:pt x="3959" y="570"/>
                    <a:pt x="4022" y="222"/>
                  </a:cubicBezTo>
                  <a:cubicBezTo>
                    <a:pt x="4022" y="95"/>
                    <a:pt x="3769" y="0"/>
                    <a:pt x="3421"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6"/>
            <p:cNvSpPr/>
            <p:nvPr/>
          </p:nvSpPr>
          <p:spPr>
            <a:xfrm>
              <a:off x="4348450" y="3174017"/>
              <a:ext cx="105475" cy="35451"/>
            </a:xfrm>
            <a:custGeom>
              <a:rect b="b" l="l" r="r" t="t"/>
              <a:pathLst>
                <a:path extrusionOk="0" h="1331" w="3960">
                  <a:moveTo>
                    <a:pt x="824" y="0"/>
                  </a:moveTo>
                  <a:cubicBezTo>
                    <a:pt x="476" y="0"/>
                    <a:pt x="159" y="95"/>
                    <a:pt x="159" y="222"/>
                  </a:cubicBezTo>
                  <a:cubicBezTo>
                    <a:pt x="96" y="570"/>
                    <a:pt x="64" y="729"/>
                    <a:pt x="32" y="1109"/>
                  </a:cubicBezTo>
                  <a:cubicBezTo>
                    <a:pt x="1" y="1204"/>
                    <a:pt x="286" y="1330"/>
                    <a:pt x="634" y="1330"/>
                  </a:cubicBezTo>
                  <a:lnTo>
                    <a:pt x="3231" y="1330"/>
                  </a:lnTo>
                  <a:cubicBezTo>
                    <a:pt x="3579" y="1330"/>
                    <a:pt x="3864" y="1204"/>
                    <a:pt x="3896" y="1109"/>
                  </a:cubicBezTo>
                  <a:cubicBezTo>
                    <a:pt x="3927" y="729"/>
                    <a:pt x="3927" y="570"/>
                    <a:pt x="3959" y="222"/>
                  </a:cubicBezTo>
                  <a:cubicBezTo>
                    <a:pt x="3959" y="95"/>
                    <a:pt x="3674" y="0"/>
                    <a:pt x="3326"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6"/>
            <p:cNvSpPr/>
            <p:nvPr/>
          </p:nvSpPr>
          <p:spPr>
            <a:xfrm>
              <a:off x="4469080" y="3174017"/>
              <a:ext cx="102918" cy="35451"/>
            </a:xfrm>
            <a:custGeom>
              <a:rect b="b" l="l" r="r" t="t"/>
              <a:pathLst>
                <a:path extrusionOk="0" h="1331" w="3864">
                  <a:moveTo>
                    <a:pt x="697" y="0"/>
                  </a:moveTo>
                  <a:cubicBezTo>
                    <a:pt x="349" y="0"/>
                    <a:pt x="64" y="95"/>
                    <a:pt x="64" y="222"/>
                  </a:cubicBezTo>
                  <a:cubicBezTo>
                    <a:pt x="32" y="570"/>
                    <a:pt x="32" y="729"/>
                    <a:pt x="0" y="1109"/>
                  </a:cubicBezTo>
                  <a:cubicBezTo>
                    <a:pt x="0" y="1204"/>
                    <a:pt x="285" y="1330"/>
                    <a:pt x="634" y="1330"/>
                  </a:cubicBezTo>
                  <a:lnTo>
                    <a:pt x="3199" y="1330"/>
                  </a:lnTo>
                  <a:cubicBezTo>
                    <a:pt x="3579" y="1330"/>
                    <a:pt x="3864" y="1204"/>
                    <a:pt x="3864" y="1109"/>
                  </a:cubicBezTo>
                  <a:lnTo>
                    <a:pt x="3864" y="222"/>
                  </a:lnTo>
                  <a:cubicBezTo>
                    <a:pt x="3864" y="95"/>
                    <a:pt x="3579" y="0"/>
                    <a:pt x="3230"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6"/>
            <p:cNvSpPr/>
            <p:nvPr/>
          </p:nvSpPr>
          <p:spPr>
            <a:xfrm>
              <a:off x="4588858" y="3174017"/>
              <a:ext cx="103770" cy="35451"/>
            </a:xfrm>
            <a:custGeom>
              <a:rect b="b" l="l" r="r" t="t"/>
              <a:pathLst>
                <a:path extrusionOk="0" h="1331" w="3896">
                  <a:moveTo>
                    <a:pt x="634" y="0"/>
                  </a:moveTo>
                  <a:cubicBezTo>
                    <a:pt x="285" y="0"/>
                    <a:pt x="0" y="95"/>
                    <a:pt x="0" y="222"/>
                  </a:cubicBezTo>
                  <a:cubicBezTo>
                    <a:pt x="0" y="570"/>
                    <a:pt x="0" y="729"/>
                    <a:pt x="0" y="1109"/>
                  </a:cubicBezTo>
                  <a:cubicBezTo>
                    <a:pt x="0" y="1204"/>
                    <a:pt x="317" y="1330"/>
                    <a:pt x="665" y="1330"/>
                  </a:cubicBezTo>
                  <a:lnTo>
                    <a:pt x="3230" y="1330"/>
                  </a:lnTo>
                  <a:cubicBezTo>
                    <a:pt x="3610" y="1330"/>
                    <a:pt x="3895" y="1204"/>
                    <a:pt x="3864" y="1109"/>
                  </a:cubicBezTo>
                  <a:cubicBezTo>
                    <a:pt x="3832" y="729"/>
                    <a:pt x="3832" y="570"/>
                    <a:pt x="3800" y="222"/>
                  </a:cubicBezTo>
                  <a:cubicBezTo>
                    <a:pt x="3800" y="95"/>
                    <a:pt x="3515" y="0"/>
                    <a:pt x="3167"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6"/>
            <p:cNvSpPr/>
            <p:nvPr/>
          </p:nvSpPr>
          <p:spPr>
            <a:xfrm>
              <a:off x="4706931" y="3174017"/>
              <a:ext cx="105475" cy="35451"/>
            </a:xfrm>
            <a:custGeom>
              <a:rect b="b" l="l" r="r" t="t"/>
              <a:pathLst>
                <a:path extrusionOk="0" h="1331" w="3960">
                  <a:moveTo>
                    <a:pt x="634" y="0"/>
                  </a:moveTo>
                  <a:cubicBezTo>
                    <a:pt x="286" y="0"/>
                    <a:pt x="1" y="95"/>
                    <a:pt x="1" y="222"/>
                  </a:cubicBezTo>
                  <a:cubicBezTo>
                    <a:pt x="33" y="570"/>
                    <a:pt x="64" y="729"/>
                    <a:pt x="96" y="1109"/>
                  </a:cubicBezTo>
                  <a:cubicBezTo>
                    <a:pt x="96" y="1204"/>
                    <a:pt x="381" y="1330"/>
                    <a:pt x="761" y="1330"/>
                  </a:cubicBezTo>
                  <a:lnTo>
                    <a:pt x="3326" y="1330"/>
                  </a:lnTo>
                  <a:cubicBezTo>
                    <a:pt x="3674" y="1330"/>
                    <a:pt x="3959" y="1204"/>
                    <a:pt x="3959" y="1109"/>
                  </a:cubicBezTo>
                  <a:cubicBezTo>
                    <a:pt x="3896" y="729"/>
                    <a:pt x="3864" y="570"/>
                    <a:pt x="3801" y="222"/>
                  </a:cubicBezTo>
                  <a:cubicBezTo>
                    <a:pt x="3801" y="95"/>
                    <a:pt x="3484" y="0"/>
                    <a:pt x="3136"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6"/>
            <p:cNvSpPr/>
            <p:nvPr/>
          </p:nvSpPr>
          <p:spPr>
            <a:xfrm>
              <a:off x="4825030" y="3174017"/>
              <a:ext cx="108005" cy="35451"/>
            </a:xfrm>
            <a:custGeom>
              <a:rect b="b" l="l" r="r" t="t"/>
              <a:pathLst>
                <a:path extrusionOk="0" h="1331" w="4055">
                  <a:moveTo>
                    <a:pt x="602" y="0"/>
                  </a:moveTo>
                  <a:cubicBezTo>
                    <a:pt x="254" y="0"/>
                    <a:pt x="1" y="95"/>
                    <a:pt x="1" y="222"/>
                  </a:cubicBezTo>
                  <a:cubicBezTo>
                    <a:pt x="64" y="570"/>
                    <a:pt x="96" y="729"/>
                    <a:pt x="159" y="1109"/>
                  </a:cubicBezTo>
                  <a:cubicBezTo>
                    <a:pt x="191" y="1204"/>
                    <a:pt x="476" y="1330"/>
                    <a:pt x="824" y="1330"/>
                  </a:cubicBezTo>
                  <a:lnTo>
                    <a:pt x="3421" y="1330"/>
                  </a:lnTo>
                  <a:cubicBezTo>
                    <a:pt x="3769" y="1330"/>
                    <a:pt x="4054" y="1204"/>
                    <a:pt x="4023" y="1109"/>
                  </a:cubicBezTo>
                  <a:cubicBezTo>
                    <a:pt x="3927" y="729"/>
                    <a:pt x="3896" y="570"/>
                    <a:pt x="3832" y="222"/>
                  </a:cubicBezTo>
                  <a:cubicBezTo>
                    <a:pt x="3801" y="95"/>
                    <a:pt x="3484" y="0"/>
                    <a:pt x="3136"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6"/>
            <p:cNvSpPr/>
            <p:nvPr/>
          </p:nvSpPr>
          <p:spPr>
            <a:xfrm>
              <a:off x="4943130" y="3174017"/>
              <a:ext cx="109683" cy="35451"/>
            </a:xfrm>
            <a:custGeom>
              <a:rect b="b" l="l" r="r" t="t"/>
              <a:pathLst>
                <a:path extrusionOk="0" h="1331" w="4118">
                  <a:moveTo>
                    <a:pt x="602" y="0"/>
                  </a:moveTo>
                  <a:cubicBezTo>
                    <a:pt x="254" y="0"/>
                    <a:pt x="0" y="95"/>
                    <a:pt x="32" y="222"/>
                  </a:cubicBezTo>
                  <a:cubicBezTo>
                    <a:pt x="95" y="570"/>
                    <a:pt x="159" y="729"/>
                    <a:pt x="222" y="1109"/>
                  </a:cubicBezTo>
                  <a:cubicBezTo>
                    <a:pt x="254" y="1204"/>
                    <a:pt x="570" y="1330"/>
                    <a:pt x="919" y="1330"/>
                  </a:cubicBezTo>
                  <a:lnTo>
                    <a:pt x="3515" y="1330"/>
                  </a:lnTo>
                  <a:cubicBezTo>
                    <a:pt x="3864" y="1330"/>
                    <a:pt x="4117" y="1204"/>
                    <a:pt x="4086" y="1109"/>
                  </a:cubicBezTo>
                  <a:cubicBezTo>
                    <a:pt x="3991" y="729"/>
                    <a:pt x="3927" y="570"/>
                    <a:pt x="3832" y="222"/>
                  </a:cubicBezTo>
                  <a:cubicBezTo>
                    <a:pt x="3800" y="95"/>
                    <a:pt x="3484" y="0"/>
                    <a:pt x="3135"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6"/>
            <p:cNvSpPr/>
            <p:nvPr/>
          </p:nvSpPr>
          <p:spPr>
            <a:xfrm>
              <a:off x="5060377" y="3174017"/>
              <a:ext cx="113039" cy="35451"/>
            </a:xfrm>
            <a:custGeom>
              <a:rect b="b" l="l" r="r" t="t"/>
              <a:pathLst>
                <a:path extrusionOk="0" h="1331" w="4244">
                  <a:moveTo>
                    <a:pt x="634" y="0"/>
                  </a:moveTo>
                  <a:cubicBezTo>
                    <a:pt x="285" y="0"/>
                    <a:pt x="0" y="95"/>
                    <a:pt x="64" y="222"/>
                  </a:cubicBezTo>
                  <a:cubicBezTo>
                    <a:pt x="159" y="570"/>
                    <a:pt x="222" y="729"/>
                    <a:pt x="317" y="1109"/>
                  </a:cubicBezTo>
                  <a:cubicBezTo>
                    <a:pt x="380" y="1204"/>
                    <a:pt x="697" y="1330"/>
                    <a:pt x="1045" y="1330"/>
                  </a:cubicBezTo>
                  <a:lnTo>
                    <a:pt x="3610" y="1330"/>
                  </a:lnTo>
                  <a:cubicBezTo>
                    <a:pt x="3991" y="1330"/>
                    <a:pt x="4244" y="1204"/>
                    <a:pt x="4181" y="1109"/>
                  </a:cubicBezTo>
                  <a:cubicBezTo>
                    <a:pt x="4054" y="729"/>
                    <a:pt x="3991" y="570"/>
                    <a:pt x="3864" y="222"/>
                  </a:cubicBezTo>
                  <a:cubicBezTo>
                    <a:pt x="3800" y="95"/>
                    <a:pt x="3484" y="0"/>
                    <a:pt x="3135"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6"/>
            <p:cNvSpPr/>
            <p:nvPr/>
          </p:nvSpPr>
          <p:spPr>
            <a:xfrm>
              <a:off x="5178450" y="3174017"/>
              <a:ext cx="286832" cy="35451"/>
            </a:xfrm>
            <a:custGeom>
              <a:rect b="b" l="l" r="r" t="t"/>
              <a:pathLst>
                <a:path extrusionOk="0" h="1331" w="10769">
                  <a:moveTo>
                    <a:pt x="603" y="0"/>
                  </a:moveTo>
                  <a:cubicBezTo>
                    <a:pt x="254" y="0"/>
                    <a:pt x="1" y="95"/>
                    <a:pt x="64" y="222"/>
                  </a:cubicBezTo>
                  <a:cubicBezTo>
                    <a:pt x="191" y="570"/>
                    <a:pt x="254" y="729"/>
                    <a:pt x="413" y="1109"/>
                  </a:cubicBezTo>
                  <a:cubicBezTo>
                    <a:pt x="444" y="1204"/>
                    <a:pt x="761" y="1330"/>
                    <a:pt x="1141" y="1330"/>
                  </a:cubicBezTo>
                  <a:lnTo>
                    <a:pt x="10167" y="1330"/>
                  </a:lnTo>
                  <a:cubicBezTo>
                    <a:pt x="10515" y="1330"/>
                    <a:pt x="10768" y="1204"/>
                    <a:pt x="10705" y="1109"/>
                  </a:cubicBezTo>
                  <a:cubicBezTo>
                    <a:pt x="10483" y="729"/>
                    <a:pt x="10388" y="570"/>
                    <a:pt x="10198" y="222"/>
                  </a:cubicBezTo>
                  <a:cubicBezTo>
                    <a:pt x="10135" y="95"/>
                    <a:pt x="9787" y="0"/>
                    <a:pt x="9438"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6"/>
            <p:cNvSpPr/>
            <p:nvPr/>
          </p:nvSpPr>
          <p:spPr>
            <a:xfrm>
              <a:off x="3655940" y="3214502"/>
              <a:ext cx="293571" cy="35451"/>
            </a:xfrm>
            <a:custGeom>
              <a:rect b="b" l="l" r="r" t="t"/>
              <a:pathLst>
                <a:path extrusionOk="0" h="1331" w="11022">
                  <a:moveTo>
                    <a:pt x="1330" y="0"/>
                  </a:moveTo>
                  <a:cubicBezTo>
                    <a:pt x="982" y="0"/>
                    <a:pt x="634" y="95"/>
                    <a:pt x="570" y="222"/>
                  </a:cubicBezTo>
                  <a:cubicBezTo>
                    <a:pt x="380" y="570"/>
                    <a:pt x="285" y="760"/>
                    <a:pt x="64" y="1109"/>
                  </a:cubicBezTo>
                  <a:cubicBezTo>
                    <a:pt x="0" y="1235"/>
                    <a:pt x="254" y="1330"/>
                    <a:pt x="602" y="1330"/>
                  </a:cubicBezTo>
                  <a:lnTo>
                    <a:pt x="9881" y="1330"/>
                  </a:lnTo>
                  <a:cubicBezTo>
                    <a:pt x="10261" y="1330"/>
                    <a:pt x="10578" y="1235"/>
                    <a:pt x="10641" y="1109"/>
                  </a:cubicBezTo>
                  <a:cubicBezTo>
                    <a:pt x="10768" y="760"/>
                    <a:pt x="10831" y="570"/>
                    <a:pt x="10989" y="222"/>
                  </a:cubicBezTo>
                  <a:cubicBezTo>
                    <a:pt x="11021" y="95"/>
                    <a:pt x="10768" y="0"/>
                    <a:pt x="10419"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6"/>
            <p:cNvSpPr/>
            <p:nvPr/>
          </p:nvSpPr>
          <p:spPr>
            <a:xfrm>
              <a:off x="3955371" y="3214502"/>
              <a:ext cx="114744" cy="35451"/>
            </a:xfrm>
            <a:custGeom>
              <a:rect b="b" l="l" r="r" t="t"/>
              <a:pathLst>
                <a:path extrusionOk="0" h="1331" w="4308">
                  <a:moveTo>
                    <a:pt x="1109" y="0"/>
                  </a:moveTo>
                  <a:cubicBezTo>
                    <a:pt x="729" y="0"/>
                    <a:pt x="412" y="95"/>
                    <a:pt x="381" y="222"/>
                  </a:cubicBezTo>
                  <a:cubicBezTo>
                    <a:pt x="254" y="570"/>
                    <a:pt x="159" y="760"/>
                    <a:pt x="32" y="1109"/>
                  </a:cubicBezTo>
                  <a:cubicBezTo>
                    <a:pt x="1" y="1235"/>
                    <a:pt x="254" y="1330"/>
                    <a:pt x="634" y="1330"/>
                  </a:cubicBezTo>
                  <a:lnTo>
                    <a:pt x="3263" y="1330"/>
                  </a:lnTo>
                  <a:cubicBezTo>
                    <a:pt x="3643" y="1330"/>
                    <a:pt x="3959" y="1235"/>
                    <a:pt x="3991" y="1109"/>
                  </a:cubicBezTo>
                  <a:cubicBezTo>
                    <a:pt x="4118" y="760"/>
                    <a:pt x="4181" y="570"/>
                    <a:pt x="4276" y="222"/>
                  </a:cubicBezTo>
                  <a:cubicBezTo>
                    <a:pt x="4308" y="95"/>
                    <a:pt x="4054" y="0"/>
                    <a:pt x="3706"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6"/>
            <p:cNvSpPr/>
            <p:nvPr/>
          </p:nvSpPr>
          <p:spPr>
            <a:xfrm>
              <a:off x="4078531" y="3214502"/>
              <a:ext cx="113066" cy="35451"/>
            </a:xfrm>
            <a:custGeom>
              <a:rect b="b" l="l" r="r" t="t"/>
              <a:pathLst>
                <a:path extrusionOk="0" h="1331" w="4245">
                  <a:moveTo>
                    <a:pt x="1014" y="0"/>
                  </a:moveTo>
                  <a:cubicBezTo>
                    <a:pt x="665" y="0"/>
                    <a:pt x="349" y="95"/>
                    <a:pt x="317" y="222"/>
                  </a:cubicBezTo>
                  <a:cubicBezTo>
                    <a:pt x="190" y="570"/>
                    <a:pt x="159" y="760"/>
                    <a:pt x="32" y="1109"/>
                  </a:cubicBezTo>
                  <a:cubicBezTo>
                    <a:pt x="0" y="1235"/>
                    <a:pt x="285" y="1330"/>
                    <a:pt x="634" y="1330"/>
                  </a:cubicBezTo>
                  <a:lnTo>
                    <a:pt x="3294" y="1330"/>
                  </a:lnTo>
                  <a:cubicBezTo>
                    <a:pt x="3674" y="1330"/>
                    <a:pt x="3991" y="1235"/>
                    <a:pt x="4022" y="1109"/>
                  </a:cubicBezTo>
                  <a:cubicBezTo>
                    <a:pt x="4086" y="760"/>
                    <a:pt x="4117" y="570"/>
                    <a:pt x="4212" y="222"/>
                  </a:cubicBezTo>
                  <a:cubicBezTo>
                    <a:pt x="4244" y="95"/>
                    <a:pt x="3959" y="0"/>
                    <a:pt x="3611"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6"/>
            <p:cNvSpPr/>
            <p:nvPr/>
          </p:nvSpPr>
          <p:spPr>
            <a:xfrm>
              <a:off x="4201691" y="3214502"/>
              <a:ext cx="110509" cy="35451"/>
            </a:xfrm>
            <a:custGeom>
              <a:rect b="b" l="l" r="r" t="t"/>
              <a:pathLst>
                <a:path extrusionOk="0" h="1331" w="4149">
                  <a:moveTo>
                    <a:pt x="918" y="0"/>
                  </a:moveTo>
                  <a:cubicBezTo>
                    <a:pt x="570" y="0"/>
                    <a:pt x="253" y="95"/>
                    <a:pt x="222" y="222"/>
                  </a:cubicBezTo>
                  <a:cubicBezTo>
                    <a:pt x="158" y="570"/>
                    <a:pt x="127" y="760"/>
                    <a:pt x="32" y="1109"/>
                  </a:cubicBezTo>
                  <a:cubicBezTo>
                    <a:pt x="0" y="1235"/>
                    <a:pt x="285" y="1330"/>
                    <a:pt x="665" y="1330"/>
                  </a:cubicBezTo>
                  <a:lnTo>
                    <a:pt x="3294" y="1330"/>
                  </a:lnTo>
                  <a:cubicBezTo>
                    <a:pt x="3674" y="1330"/>
                    <a:pt x="3990" y="1235"/>
                    <a:pt x="3990" y="1109"/>
                  </a:cubicBezTo>
                  <a:cubicBezTo>
                    <a:pt x="4054" y="760"/>
                    <a:pt x="4085" y="570"/>
                    <a:pt x="4149" y="222"/>
                  </a:cubicBezTo>
                  <a:cubicBezTo>
                    <a:pt x="4149" y="95"/>
                    <a:pt x="3895" y="0"/>
                    <a:pt x="3515"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6"/>
            <p:cNvSpPr/>
            <p:nvPr/>
          </p:nvSpPr>
          <p:spPr>
            <a:xfrm>
              <a:off x="4325677" y="3214502"/>
              <a:ext cx="108005" cy="35451"/>
            </a:xfrm>
            <a:custGeom>
              <a:rect b="b" l="l" r="r" t="t"/>
              <a:pathLst>
                <a:path extrusionOk="0" h="1331" w="4055">
                  <a:moveTo>
                    <a:pt x="824" y="0"/>
                  </a:moveTo>
                  <a:cubicBezTo>
                    <a:pt x="475" y="0"/>
                    <a:pt x="159" y="95"/>
                    <a:pt x="127" y="222"/>
                  </a:cubicBezTo>
                  <a:cubicBezTo>
                    <a:pt x="95" y="570"/>
                    <a:pt x="64" y="760"/>
                    <a:pt x="0" y="1109"/>
                  </a:cubicBezTo>
                  <a:cubicBezTo>
                    <a:pt x="0" y="1235"/>
                    <a:pt x="285" y="1330"/>
                    <a:pt x="634" y="1330"/>
                  </a:cubicBezTo>
                  <a:lnTo>
                    <a:pt x="3294" y="1330"/>
                  </a:lnTo>
                  <a:cubicBezTo>
                    <a:pt x="3642" y="1330"/>
                    <a:pt x="3959" y="1235"/>
                    <a:pt x="3959" y="1109"/>
                  </a:cubicBezTo>
                  <a:cubicBezTo>
                    <a:pt x="3991" y="760"/>
                    <a:pt x="4022" y="570"/>
                    <a:pt x="4054" y="222"/>
                  </a:cubicBezTo>
                  <a:cubicBezTo>
                    <a:pt x="4054" y="95"/>
                    <a:pt x="3769" y="0"/>
                    <a:pt x="3421"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6"/>
            <p:cNvSpPr/>
            <p:nvPr/>
          </p:nvSpPr>
          <p:spPr>
            <a:xfrm>
              <a:off x="4448838" y="3214502"/>
              <a:ext cx="106300" cy="35451"/>
            </a:xfrm>
            <a:custGeom>
              <a:rect b="b" l="l" r="r" t="t"/>
              <a:pathLst>
                <a:path extrusionOk="0" h="1331" w="3991">
                  <a:moveTo>
                    <a:pt x="729" y="0"/>
                  </a:moveTo>
                  <a:cubicBezTo>
                    <a:pt x="380" y="0"/>
                    <a:pt x="95" y="95"/>
                    <a:pt x="63" y="222"/>
                  </a:cubicBezTo>
                  <a:cubicBezTo>
                    <a:pt x="32" y="570"/>
                    <a:pt x="32" y="760"/>
                    <a:pt x="0" y="1109"/>
                  </a:cubicBezTo>
                  <a:cubicBezTo>
                    <a:pt x="0" y="1235"/>
                    <a:pt x="285" y="1330"/>
                    <a:pt x="665" y="1330"/>
                  </a:cubicBezTo>
                  <a:lnTo>
                    <a:pt x="3294" y="1330"/>
                  </a:lnTo>
                  <a:cubicBezTo>
                    <a:pt x="3674" y="1330"/>
                    <a:pt x="3959" y="1235"/>
                    <a:pt x="3959" y="1109"/>
                  </a:cubicBezTo>
                  <a:cubicBezTo>
                    <a:pt x="3959" y="760"/>
                    <a:pt x="3959" y="570"/>
                    <a:pt x="3990" y="222"/>
                  </a:cubicBezTo>
                  <a:cubicBezTo>
                    <a:pt x="3990" y="95"/>
                    <a:pt x="3674" y="0"/>
                    <a:pt x="3325"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6"/>
            <p:cNvSpPr/>
            <p:nvPr/>
          </p:nvSpPr>
          <p:spPr>
            <a:xfrm>
              <a:off x="4571971" y="3214502"/>
              <a:ext cx="105475" cy="35451"/>
            </a:xfrm>
            <a:custGeom>
              <a:rect b="b" l="l" r="r" t="t"/>
              <a:pathLst>
                <a:path extrusionOk="0" h="1331" w="3960">
                  <a:moveTo>
                    <a:pt x="666" y="0"/>
                  </a:moveTo>
                  <a:cubicBezTo>
                    <a:pt x="286" y="0"/>
                    <a:pt x="1" y="95"/>
                    <a:pt x="1" y="222"/>
                  </a:cubicBezTo>
                  <a:lnTo>
                    <a:pt x="1" y="1109"/>
                  </a:lnTo>
                  <a:cubicBezTo>
                    <a:pt x="1" y="1235"/>
                    <a:pt x="286" y="1330"/>
                    <a:pt x="666" y="1330"/>
                  </a:cubicBezTo>
                  <a:lnTo>
                    <a:pt x="3326" y="1330"/>
                  </a:lnTo>
                  <a:cubicBezTo>
                    <a:pt x="3674" y="1330"/>
                    <a:pt x="3959" y="1235"/>
                    <a:pt x="3959" y="1109"/>
                  </a:cubicBezTo>
                  <a:cubicBezTo>
                    <a:pt x="3928" y="760"/>
                    <a:pt x="3928" y="570"/>
                    <a:pt x="3896" y="222"/>
                  </a:cubicBezTo>
                  <a:cubicBezTo>
                    <a:pt x="3896" y="95"/>
                    <a:pt x="3611" y="0"/>
                    <a:pt x="3231"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6"/>
            <p:cNvSpPr/>
            <p:nvPr/>
          </p:nvSpPr>
          <p:spPr>
            <a:xfrm>
              <a:off x="4692601" y="3214502"/>
              <a:ext cx="108831" cy="35451"/>
            </a:xfrm>
            <a:custGeom>
              <a:rect b="b" l="l" r="r" t="t"/>
              <a:pathLst>
                <a:path extrusionOk="0" h="1331" w="4086">
                  <a:moveTo>
                    <a:pt x="666" y="0"/>
                  </a:moveTo>
                  <a:cubicBezTo>
                    <a:pt x="286" y="0"/>
                    <a:pt x="0" y="95"/>
                    <a:pt x="32" y="222"/>
                  </a:cubicBezTo>
                  <a:cubicBezTo>
                    <a:pt x="64" y="570"/>
                    <a:pt x="64" y="760"/>
                    <a:pt x="95" y="1109"/>
                  </a:cubicBezTo>
                  <a:cubicBezTo>
                    <a:pt x="95" y="1235"/>
                    <a:pt x="412" y="1330"/>
                    <a:pt x="761" y="1330"/>
                  </a:cubicBezTo>
                  <a:lnTo>
                    <a:pt x="3421" y="1330"/>
                  </a:lnTo>
                  <a:cubicBezTo>
                    <a:pt x="3801" y="1330"/>
                    <a:pt x="4086" y="1235"/>
                    <a:pt x="4054" y="1109"/>
                  </a:cubicBezTo>
                  <a:cubicBezTo>
                    <a:pt x="4022" y="760"/>
                    <a:pt x="3991" y="570"/>
                    <a:pt x="3927" y="222"/>
                  </a:cubicBezTo>
                  <a:cubicBezTo>
                    <a:pt x="3927" y="95"/>
                    <a:pt x="3611" y="0"/>
                    <a:pt x="3262"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6"/>
            <p:cNvSpPr/>
            <p:nvPr/>
          </p:nvSpPr>
          <p:spPr>
            <a:xfrm>
              <a:off x="4814057" y="3214502"/>
              <a:ext cx="110535" cy="35451"/>
            </a:xfrm>
            <a:custGeom>
              <a:rect b="b" l="l" r="r" t="t"/>
              <a:pathLst>
                <a:path extrusionOk="0" h="1331" w="4150">
                  <a:moveTo>
                    <a:pt x="634" y="0"/>
                  </a:moveTo>
                  <a:cubicBezTo>
                    <a:pt x="286" y="0"/>
                    <a:pt x="1" y="95"/>
                    <a:pt x="33" y="222"/>
                  </a:cubicBezTo>
                  <a:cubicBezTo>
                    <a:pt x="64" y="570"/>
                    <a:pt x="96" y="760"/>
                    <a:pt x="159" y="1109"/>
                  </a:cubicBezTo>
                  <a:cubicBezTo>
                    <a:pt x="159" y="1235"/>
                    <a:pt x="476" y="1330"/>
                    <a:pt x="856" y="1330"/>
                  </a:cubicBezTo>
                  <a:lnTo>
                    <a:pt x="3516" y="1330"/>
                  </a:lnTo>
                  <a:cubicBezTo>
                    <a:pt x="3864" y="1330"/>
                    <a:pt x="4149" y="1235"/>
                    <a:pt x="4118" y="1109"/>
                  </a:cubicBezTo>
                  <a:cubicBezTo>
                    <a:pt x="4054" y="760"/>
                    <a:pt x="3991" y="570"/>
                    <a:pt x="3928" y="222"/>
                  </a:cubicBezTo>
                  <a:cubicBezTo>
                    <a:pt x="3896" y="95"/>
                    <a:pt x="3579" y="0"/>
                    <a:pt x="3231"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6"/>
            <p:cNvSpPr/>
            <p:nvPr/>
          </p:nvSpPr>
          <p:spPr>
            <a:xfrm>
              <a:off x="4935539" y="3214502"/>
              <a:ext cx="112213" cy="35451"/>
            </a:xfrm>
            <a:custGeom>
              <a:rect b="b" l="l" r="r" t="t"/>
              <a:pathLst>
                <a:path extrusionOk="0" h="1331" w="4213">
                  <a:moveTo>
                    <a:pt x="602" y="0"/>
                  </a:moveTo>
                  <a:cubicBezTo>
                    <a:pt x="254" y="0"/>
                    <a:pt x="0" y="95"/>
                    <a:pt x="32" y="222"/>
                  </a:cubicBezTo>
                  <a:cubicBezTo>
                    <a:pt x="95" y="570"/>
                    <a:pt x="127" y="760"/>
                    <a:pt x="222" y="1109"/>
                  </a:cubicBezTo>
                  <a:cubicBezTo>
                    <a:pt x="254" y="1235"/>
                    <a:pt x="570" y="1330"/>
                    <a:pt x="919" y="1330"/>
                  </a:cubicBezTo>
                  <a:lnTo>
                    <a:pt x="3579" y="1330"/>
                  </a:lnTo>
                  <a:cubicBezTo>
                    <a:pt x="3927" y="1330"/>
                    <a:pt x="4212" y="1235"/>
                    <a:pt x="4180" y="1109"/>
                  </a:cubicBezTo>
                  <a:cubicBezTo>
                    <a:pt x="4085" y="760"/>
                    <a:pt x="4022" y="570"/>
                    <a:pt x="3927" y="222"/>
                  </a:cubicBezTo>
                  <a:cubicBezTo>
                    <a:pt x="3895" y="95"/>
                    <a:pt x="3547" y="0"/>
                    <a:pt x="3199"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6"/>
            <p:cNvSpPr/>
            <p:nvPr/>
          </p:nvSpPr>
          <p:spPr>
            <a:xfrm>
              <a:off x="5056142" y="3214502"/>
              <a:ext cx="114744" cy="35451"/>
            </a:xfrm>
            <a:custGeom>
              <a:rect b="b" l="l" r="r" t="t"/>
              <a:pathLst>
                <a:path extrusionOk="0" h="1331" w="4308">
                  <a:moveTo>
                    <a:pt x="634" y="0"/>
                  </a:moveTo>
                  <a:cubicBezTo>
                    <a:pt x="254" y="0"/>
                    <a:pt x="1" y="95"/>
                    <a:pt x="33" y="222"/>
                  </a:cubicBezTo>
                  <a:cubicBezTo>
                    <a:pt x="159" y="570"/>
                    <a:pt x="191" y="760"/>
                    <a:pt x="318" y="1109"/>
                  </a:cubicBezTo>
                  <a:cubicBezTo>
                    <a:pt x="349" y="1235"/>
                    <a:pt x="666" y="1330"/>
                    <a:pt x="1046" y="1330"/>
                  </a:cubicBezTo>
                  <a:lnTo>
                    <a:pt x="3674" y="1330"/>
                  </a:lnTo>
                  <a:cubicBezTo>
                    <a:pt x="4054" y="1330"/>
                    <a:pt x="4308" y="1235"/>
                    <a:pt x="4276" y="1109"/>
                  </a:cubicBezTo>
                  <a:cubicBezTo>
                    <a:pt x="4150" y="760"/>
                    <a:pt x="4086" y="570"/>
                    <a:pt x="3959" y="222"/>
                  </a:cubicBezTo>
                  <a:cubicBezTo>
                    <a:pt x="3896" y="95"/>
                    <a:pt x="3579" y="0"/>
                    <a:pt x="3231"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6"/>
            <p:cNvSpPr/>
            <p:nvPr/>
          </p:nvSpPr>
          <p:spPr>
            <a:xfrm>
              <a:off x="5177624" y="3214502"/>
              <a:ext cx="310431" cy="35451"/>
            </a:xfrm>
            <a:custGeom>
              <a:rect b="b" l="l" r="r" t="t"/>
              <a:pathLst>
                <a:path extrusionOk="0" h="1331" w="11655">
                  <a:moveTo>
                    <a:pt x="602" y="0"/>
                  </a:moveTo>
                  <a:cubicBezTo>
                    <a:pt x="254" y="0"/>
                    <a:pt x="0" y="95"/>
                    <a:pt x="32" y="222"/>
                  </a:cubicBezTo>
                  <a:cubicBezTo>
                    <a:pt x="159" y="570"/>
                    <a:pt x="222" y="760"/>
                    <a:pt x="380" y="1109"/>
                  </a:cubicBezTo>
                  <a:cubicBezTo>
                    <a:pt x="412" y="1235"/>
                    <a:pt x="760" y="1330"/>
                    <a:pt x="1109" y="1330"/>
                  </a:cubicBezTo>
                  <a:lnTo>
                    <a:pt x="11053" y="1330"/>
                  </a:lnTo>
                  <a:cubicBezTo>
                    <a:pt x="11401" y="1330"/>
                    <a:pt x="11654" y="1235"/>
                    <a:pt x="11591" y="1109"/>
                  </a:cubicBezTo>
                  <a:cubicBezTo>
                    <a:pt x="11401" y="760"/>
                    <a:pt x="11306" y="570"/>
                    <a:pt x="11084" y="222"/>
                  </a:cubicBezTo>
                  <a:cubicBezTo>
                    <a:pt x="11021" y="95"/>
                    <a:pt x="10673" y="0"/>
                    <a:pt x="10324"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6"/>
            <p:cNvSpPr/>
            <p:nvPr/>
          </p:nvSpPr>
          <p:spPr>
            <a:xfrm>
              <a:off x="3633167" y="3255839"/>
              <a:ext cx="123160" cy="35451"/>
            </a:xfrm>
            <a:custGeom>
              <a:rect b="b" l="l" r="r" t="t"/>
              <a:pathLst>
                <a:path extrusionOk="0" h="1331" w="4624">
                  <a:moveTo>
                    <a:pt x="1330" y="0"/>
                  </a:moveTo>
                  <a:cubicBezTo>
                    <a:pt x="982" y="0"/>
                    <a:pt x="634" y="95"/>
                    <a:pt x="539" y="222"/>
                  </a:cubicBezTo>
                  <a:cubicBezTo>
                    <a:pt x="348" y="570"/>
                    <a:pt x="253" y="760"/>
                    <a:pt x="63" y="1109"/>
                  </a:cubicBezTo>
                  <a:cubicBezTo>
                    <a:pt x="0" y="1235"/>
                    <a:pt x="253" y="1330"/>
                    <a:pt x="634" y="1330"/>
                  </a:cubicBezTo>
                  <a:lnTo>
                    <a:pt x="3325" y="1330"/>
                  </a:lnTo>
                  <a:cubicBezTo>
                    <a:pt x="3705" y="1330"/>
                    <a:pt x="4054" y="1235"/>
                    <a:pt x="4117" y="1109"/>
                  </a:cubicBezTo>
                  <a:cubicBezTo>
                    <a:pt x="4307" y="760"/>
                    <a:pt x="4402" y="570"/>
                    <a:pt x="4560" y="222"/>
                  </a:cubicBezTo>
                  <a:cubicBezTo>
                    <a:pt x="4624" y="95"/>
                    <a:pt x="4370" y="0"/>
                    <a:pt x="3990"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6"/>
            <p:cNvSpPr/>
            <p:nvPr/>
          </p:nvSpPr>
          <p:spPr>
            <a:xfrm>
              <a:off x="3759684" y="3255839"/>
              <a:ext cx="120657" cy="35451"/>
            </a:xfrm>
            <a:custGeom>
              <a:rect b="b" l="l" r="r" t="t"/>
              <a:pathLst>
                <a:path extrusionOk="0" h="1331" w="4530">
                  <a:moveTo>
                    <a:pt x="1236" y="0"/>
                  </a:moveTo>
                  <a:cubicBezTo>
                    <a:pt x="887" y="0"/>
                    <a:pt x="539" y="95"/>
                    <a:pt x="476" y="222"/>
                  </a:cubicBezTo>
                  <a:cubicBezTo>
                    <a:pt x="317" y="570"/>
                    <a:pt x="222" y="760"/>
                    <a:pt x="64" y="1109"/>
                  </a:cubicBezTo>
                  <a:cubicBezTo>
                    <a:pt x="0" y="1235"/>
                    <a:pt x="254" y="1330"/>
                    <a:pt x="634" y="1330"/>
                  </a:cubicBezTo>
                  <a:lnTo>
                    <a:pt x="3357" y="1330"/>
                  </a:lnTo>
                  <a:cubicBezTo>
                    <a:pt x="3706" y="1330"/>
                    <a:pt x="4054" y="1235"/>
                    <a:pt x="4117" y="1109"/>
                  </a:cubicBezTo>
                  <a:cubicBezTo>
                    <a:pt x="4276" y="760"/>
                    <a:pt x="4339" y="570"/>
                    <a:pt x="4498" y="222"/>
                  </a:cubicBezTo>
                  <a:cubicBezTo>
                    <a:pt x="4529" y="95"/>
                    <a:pt x="4276" y="0"/>
                    <a:pt x="3896"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6"/>
            <p:cNvSpPr/>
            <p:nvPr/>
          </p:nvSpPr>
          <p:spPr>
            <a:xfrm>
              <a:off x="3886200" y="3255839"/>
              <a:ext cx="118126" cy="35451"/>
            </a:xfrm>
            <a:custGeom>
              <a:rect b="b" l="l" r="r" t="t"/>
              <a:pathLst>
                <a:path extrusionOk="0" h="1331" w="4435">
                  <a:moveTo>
                    <a:pt x="1141" y="0"/>
                  </a:moveTo>
                  <a:cubicBezTo>
                    <a:pt x="793" y="0"/>
                    <a:pt x="444" y="95"/>
                    <a:pt x="381" y="222"/>
                  </a:cubicBezTo>
                  <a:cubicBezTo>
                    <a:pt x="254" y="570"/>
                    <a:pt x="191" y="760"/>
                    <a:pt x="33" y="1109"/>
                  </a:cubicBezTo>
                  <a:cubicBezTo>
                    <a:pt x="1" y="1235"/>
                    <a:pt x="254" y="1330"/>
                    <a:pt x="634" y="1330"/>
                  </a:cubicBezTo>
                  <a:lnTo>
                    <a:pt x="3358" y="1330"/>
                  </a:lnTo>
                  <a:cubicBezTo>
                    <a:pt x="3706" y="1330"/>
                    <a:pt x="4054" y="1235"/>
                    <a:pt x="4086" y="1109"/>
                  </a:cubicBezTo>
                  <a:cubicBezTo>
                    <a:pt x="4213" y="760"/>
                    <a:pt x="4276" y="570"/>
                    <a:pt x="4403" y="222"/>
                  </a:cubicBezTo>
                  <a:cubicBezTo>
                    <a:pt x="4435" y="95"/>
                    <a:pt x="4181" y="0"/>
                    <a:pt x="3801"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6"/>
            <p:cNvSpPr/>
            <p:nvPr/>
          </p:nvSpPr>
          <p:spPr>
            <a:xfrm>
              <a:off x="4012743" y="3255839"/>
              <a:ext cx="186445" cy="35451"/>
            </a:xfrm>
            <a:custGeom>
              <a:rect b="b" l="l" r="r" t="t"/>
              <a:pathLst>
                <a:path extrusionOk="0" h="1331" w="7000">
                  <a:moveTo>
                    <a:pt x="1045" y="0"/>
                  </a:moveTo>
                  <a:cubicBezTo>
                    <a:pt x="697" y="0"/>
                    <a:pt x="349" y="95"/>
                    <a:pt x="317" y="222"/>
                  </a:cubicBezTo>
                  <a:cubicBezTo>
                    <a:pt x="190" y="570"/>
                    <a:pt x="159" y="760"/>
                    <a:pt x="32" y="1109"/>
                  </a:cubicBezTo>
                  <a:cubicBezTo>
                    <a:pt x="0" y="1235"/>
                    <a:pt x="254" y="1330"/>
                    <a:pt x="634" y="1330"/>
                  </a:cubicBezTo>
                  <a:lnTo>
                    <a:pt x="6049" y="1330"/>
                  </a:lnTo>
                  <a:cubicBezTo>
                    <a:pt x="6429" y="1330"/>
                    <a:pt x="6746" y="1235"/>
                    <a:pt x="6777" y="1109"/>
                  </a:cubicBezTo>
                  <a:cubicBezTo>
                    <a:pt x="6872" y="760"/>
                    <a:pt x="6904" y="570"/>
                    <a:pt x="6999" y="222"/>
                  </a:cubicBezTo>
                  <a:cubicBezTo>
                    <a:pt x="6999" y="95"/>
                    <a:pt x="6746" y="0"/>
                    <a:pt x="6366"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p:nvPr/>
          </p:nvSpPr>
          <p:spPr>
            <a:xfrm>
              <a:off x="4210960" y="3255839"/>
              <a:ext cx="722075" cy="35451"/>
            </a:xfrm>
            <a:custGeom>
              <a:rect b="b" l="l" r="r" t="t"/>
              <a:pathLst>
                <a:path extrusionOk="0" h="1331" w="27110">
                  <a:moveTo>
                    <a:pt x="919" y="0"/>
                  </a:moveTo>
                  <a:cubicBezTo>
                    <a:pt x="570" y="0"/>
                    <a:pt x="254" y="95"/>
                    <a:pt x="222" y="222"/>
                  </a:cubicBezTo>
                  <a:cubicBezTo>
                    <a:pt x="127" y="570"/>
                    <a:pt x="95" y="760"/>
                    <a:pt x="32" y="1109"/>
                  </a:cubicBezTo>
                  <a:cubicBezTo>
                    <a:pt x="0" y="1235"/>
                    <a:pt x="285" y="1330"/>
                    <a:pt x="666" y="1330"/>
                  </a:cubicBezTo>
                  <a:lnTo>
                    <a:pt x="26444" y="1330"/>
                  </a:lnTo>
                  <a:cubicBezTo>
                    <a:pt x="26824" y="1330"/>
                    <a:pt x="27109" y="1235"/>
                    <a:pt x="27078" y="1109"/>
                  </a:cubicBezTo>
                  <a:cubicBezTo>
                    <a:pt x="27014" y="760"/>
                    <a:pt x="26982" y="570"/>
                    <a:pt x="26887" y="222"/>
                  </a:cubicBezTo>
                  <a:cubicBezTo>
                    <a:pt x="26887" y="95"/>
                    <a:pt x="26571" y="0"/>
                    <a:pt x="26191"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6"/>
            <p:cNvSpPr/>
            <p:nvPr/>
          </p:nvSpPr>
          <p:spPr>
            <a:xfrm>
              <a:off x="4944808" y="3255839"/>
              <a:ext cx="114744" cy="35451"/>
            </a:xfrm>
            <a:custGeom>
              <a:rect b="b" l="l" r="r" t="t"/>
              <a:pathLst>
                <a:path extrusionOk="0" h="1331" w="4308">
                  <a:moveTo>
                    <a:pt x="634" y="0"/>
                  </a:moveTo>
                  <a:cubicBezTo>
                    <a:pt x="254" y="0"/>
                    <a:pt x="1" y="95"/>
                    <a:pt x="1" y="222"/>
                  </a:cubicBezTo>
                  <a:cubicBezTo>
                    <a:pt x="96" y="570"/>
                    <a:pt x="127" y="760"/>
                    <a:pt x="222" y="1109"/>
                  </a:cubicBezTo>
                  <a:cubicBezTo>
                    <a:pt x="254" y="1235"/>
                    <a:pt x="571" y="1330"/>
                    <a:pt x="951" y="1330"/>
                  </a:cubicBezTo>
                  <a:lnTo>
                    <a:pt x="3642" y="1330"/>
                  </a:lnTo>
                  <a:cubicBezTo>
                    <a:pt x="4023" y="1330"/>
                    <a:pt x="4308" y="1235"/>
                    <a:pt x="4276" y="1109"/>
                  </a:cubicBezTo>
                  <a:cubicBezTo>
                    <a:pt x="4181" y="760"/>
                    <a:pt x="4118" y="570"/>
                    <a:pt x="4023" y="222"/>
                  </a:cubicBezTo>
                  <a:cubicBezTo>
                    <a:pt x="3991" y="95"/>
                    <a:pt x="3642" y="0"/>
                    <a:pt x="3294"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6"/>
            <p:cNvSpPr/>
            <p:nvPr/>
          </p:nvSpPr>
          <p:spPr>
            <a:xfrm>
              <a:off x="5068794" y="3255839"/>
              <a:ext cx="117274" cy="35451"/>
            </a:xfrm>
            <a:custGeom>
              <a:rect b="b" l="l" r="r" t="t"/>
              <a:pathLst>
                <a:path extrusionOk="0" h="1331" w="4403">
                  <a:moveTo>
                    <a:pt x="634" y="0"/>
                  </a:moveTo>
                  <a:cubicBezTo>
                    <a:pt x="254" y="0"/>
                    <a:pt x="1" y="95"/>
                    <a:pt x="33" y="222"/>
                  </a:cubicBezTo>
                  <a:cubicBezTo>
                    <a:pt x="128" y="570"/>
                    <a:pt x="191" y="760"/>
                    <a:pt x="286" y="1109"/>
                  </a:cubicBezTo>
                  <a:cubicBezTo>
                    <a:pt x="318" y="1235"/>
                    <a:pt x="666" y="1330"/>
                    <a:pt x="1046" y="1330"/>
                  </a:cubicBezTo>
                  <a:lnTo>
                    <a:pt x="3770" y="1330"/>
                  </a:lnTo>
                  <a:cubicBezTo>
                    <a:pt x="4118" y="1330"/>
                    <a:pt x="4403" y="1235"/>
                    <a:pt x="4340" y="1109"/>
                  </a:cubicBezTo>
                  <a:cubicBezTo>
                    <a:pt x="4213" y="760"/>
                    <a:pt x="4150" y="570"/>
                    <a:pt x="4023" y="222"/>
                  </a:cubicBezTo>
                  <a:cubicBezTo>
                    <a:pt x="3991" y="95"/>
                    <a:pt x="3643" y="0"/>
                    <a:pt x="3294"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6"/>
            <p:cNvSpPr/>
            <p:nvPr/>
          </p:nvSpPr>
          <p:spPr>
            <a:xfrm>
              <a:off x="5192806" y="3255839"/>
              <a:ext cx="101240" cy="35451"/>
            </a:xfrm>
            <a:custGeom>
              <a:rect b="b" l="l" r="r" t="t"/>
              <a:pathLst>
                <a:path extrusionOk="0" h="1331" w="3801">
                  <a:moveTo>
                    <a:pt x="634" y="0"/>
                  </a:moveTo>
                  <a:cubicBezTo>
                    <a:pt x="254" y="0"/>
                    <a:pt x="0" y="95"/>
                    <a:pt x="32" y="222"/>
                  </a:cubicBezTo>
                  <a:cubicBezTo>
                    <a:pt x="190" y="570"/>
                    <a:pt x="254" y="760"/>
                    <a:pt x="380" y="1109"/>
                  </a:cubicBezTo>
                  <a:cubicBezTo>
                    <a:pt x="412" y="1235"/>
                    <a:pt x="760" y="1330"/>
                    <a:pt x="1140" y="1330"/>
                  </a:cubicBezTo>
                  <a:lnTo>
                    <a:pt x="3167" y="1330"/>
                  </a:lnTo>
                  <a:cubicBezTo>
                    <a:pt x="3547" y="1330"/>
                    <a:pt x="3801" y="1235"/>
                    <a:pt x="3769" y="1109"/>
                  </a:cubicBezTo>
                  <a:cubicBezTo>
                    <a:pt x="3611" y="760"/>
                    <a:pt x="3547" y="570"/>
                    <a:pt x="3389" y="222"/>
                  </a:cubicBezTo>
                  <a:cubicBezTo>
                    <a:pt x="3325" y="95"/>
                    <a:pt x="2977" y="0"/>
                    <a:pt x="2629"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6"/>
            <p:cNvSpPr/>
            <p:nvPr/>
          </p:nvSpPr>
          <p:spPr>
            <a:xfrm>
              <a:off x="5405354" y="3255839"/>
              <a:ext cx="105475" cy="35451"/>
            </a:xfrm>
            <a:custGeom>
              <a:rect b="b" l="l" r="r" t="t"/>
              <a:pathLst>
                <a:path extrusionOk="0" h="1331" w="3960">
                  <a:moveTo>
                    <a:pt x="634" y="0"/>
                  </a:moveTo>
                  <a:cubicBezTo>
                    <a:pt x="254" y="0"/>
                    <a:pt x="1" y="95"/>
                    <a:pt x="64" y="222"/>
                  </a:cubicBezTo>
                  <a:cubicBezTo>
                    <a:pt x="254" y="570"/>
                    <a:pt x="349" y="760"/>
                    <a:pt x="508" y="1109"/>
                  </a:cubicBezTo>
                  <a:cubicBezTo>
                    <a:pt x="571" y="1235"/>
                    <a:pt x="919" y="1330"/>
                    <a:pt x="1299" y="1330"/>
                  </a:cubicBezTo>
                  <a:lnTo>
                    <a:pt x="3326" y="1330"/>
                  </a:lnTo>
                  <a:cubicBezTo>
                    <a:pt x="3706" y="1330"/>
                    <a:pt x="3959" y="1235"/>
                    <a:pt x="3896" y="1109"/>
                  </a:cubicBezTo>
                  <a:cubicBezTo>
                    <a:pt x="3706" y="760"/>
                    <a:pt x="3611" y="570"/>
                    <a:pt x="3421" y="222"/>
                  </a:cubicBezTo>
                  <a:cubicBezTo>
                    <a:pt x="3326" y="95"/>
                    <a:pt x="2978" y="0"/>
                    <a:pt x="2629"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6"/>
            <p:cNvSpPr/>
            <p:nvPr/>
          </p:nvSpPr>
          <p:spPr>
            <a:xfrm>
              <a:off x="5299080" y="3255839"/>
              <a:ext cx="93649" cy="15209"/>
            </a:xfrm>
            <a:custGeom>
              <a:rect b="b" l="l" r="r" t="t"/>
              <a:pathLst>
                <a:path extrusionOk="0" h="571" w="3516">
                  <a:moveTo>
                    <a:pt x="634" y="0"/>
                  </a:moveTo>
                  <a:cubicBezTo>
                    <a:pt x="254" y="0"/>
                    <a:pt x="1" y="95"/>
                    <a:pt x="64" y="222"/>
                  </a:cubicBezTo>
                  <a:cubicBezTo>
                    <a:pt x="64" y="253"/>
                    <a:pt x="96" y="285"/>
                    <a:pt x="96" y="348"/>
                  </a:cubicBezTo>
                  <a:cubicBezTo>
                    <a:pt x="159" y="443"/>
                    <a:pt x="507" y="570"/>
                    <a:pt x="887" y="570"/>
                  </a:cubicBezTo>
                  <a:lnTo>
                    <a:pt x="2882" y="570"/>
                  </a:lnTo>
                  <a:cubicBezTo>
                    <a:pt x="3262" y="570"/>
                    <a:pt x="3516" y="443"/>
                    <a:pt x="3452" y="348"/>
                  </a:cubicBezTo>
                  <a:cubicBezTo>
                    <a:pt x="3421" y="285"/>
                    <a:pt x="3421" y="253"/>
                    <a:pt x="3389" y="222"/>
                  </a:cubicBezTo>
                  <a:cubicBezTo>
                    <a:pt x="3326" y="95"/>
                    <a:pt x="2977" y="0"/>
                    <a:pt x="2629"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6"/>
            <p:cNvSpPr/>
            <p:nvPr/>
          </p:nvSpPr>
          <p:spPr>
            <a:xfrm>
              <a:off x="5308349" y="3276082"/>
              <a:ext cx="94501" cy="15209"/>
            </a:xfrm>
            <a:custGeom>
              <a:rect b="b" l="l" r="r" t="t"/>
              <a:pathLst>
                <a:path extrusionOk="0" h="571" w="3548">
                  <a:moveTo>
                    <a:pt x="634" y="0"/>
                  </a:moveTo>
                  <a:cubicBezTo>
                    <a:pt x="254" y="0"/>
                    <a:pt x="1" y="127"/>
                    <a:pt x="33" y="222"/>
                  </a:cubicBezTo>
                  <a:cubicBezTo>
                    <a:pt x="64" y="285"/>
                    <a:pt x="64" y="285"/>
                    <a:pt x="96" y="349"/>
                  </a:cubicBezTo>
                  <a:cubicBezTo>
                    <a:pt x="159" y="475"/>
                    <a:pt x="508" y="570"/>
                    <a:pt x="856" y="570"/>
                  </a:cubicBezTo>
                  <a:lnTo>
                    <a:pt x="2914" y="570"/>
                  </a:lnTo>
                  <a:cubicBezTo>
                    <a:pt x="3294" y="570"/>
                    <a:pt x="3548" y="475"/>
                    <a:pt x="3485" y="349"/>
                  </a:cubicBezTo>
                  <a:cubicBezTo>
                    <a:pt x="3453" y="285"/>
                    <a:pt x="3453" y="285"/>
                    <a:pt x="3421" y="222"/>
                  </a:cubicBezTo>
                  <a:cubicBezTo>
                    <a:pt x="3358" y="127"/>
                    <a:pt x="3009" y="0"/>
                    <a:pt x="2629"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6"/>
            <p:cNvSpPr/>
            <p:nvPr/>
          </p:nvSpPr>
          <p:spPr>
            <a:xfrm>
              <a:off x="4178066" y="3308976"/>
              <a:ext cx="787863" cy="134986"/>
            </a:xfrm>
            <a:custGeom>
              <a:rect b="b" l="l" r="r" t="t"/>
              <a:pathLst>
                <a:path extrusionOk="0" h="5068" w="29580">
                  <a:moveTo>
                    <a:pt x="1425" y="0"/>
                  </a:moveTo>
                  <a:cubicBezTo>
                    <a:pt x="1235" y="0"/>
                    <a:pt x="1045" y="32"/>
                    <a:pt x="1045" y="95"/>
                  </a:cubicBezTo>
                  <a:cubicBezTo>
                    <a:pt x="634" y="2059"/>
                    <a:pt x="412" y="3009"/>
                    <a:pt x="0" y="4941"/>
                  </a:cubicBezTo>
                  <a:cubicBezTo>
                    <a:pt x="0" y="5004"/>
                    <a:pt x="159" y="5067"/>
                    <a:pt x="349" y="5067"/>
                  </a:cubicBezTo>
                  <a:lnTo>
                    <a:pt x="29231" y="5067"/>
                  </a:lnTo>
                  <a:cubicBezTo>
                    <a:pt x="29421" y="5067"/>
                    <a:pt x="29579" y="5004"/>
                    <a:pt x="29579" y="4941"/>
                  </a:cubicBezTo>
                  <a:cubicBezTo>
                    <a:pt x="29168" y="3009"/>
                    <a:pt x="28946" y="2059"/>
                    <a:pt x="28534" y="95"/>
                  </a:cubicBezTo>
                  <a:cubicBezTo>
                    <a:pt x="28534" y="32"/>
                    <a:pt x="28376" y="0"/>
                    <a:pt x="28154"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6"/>
            <p:cNvSpPr/>
            <p:nvPr/>
          </p:nvSpPr>
          <p:spPr>
            <a:xfrm>
              <a:off x="3669418" y="1926460"/>
              <a:ext cx="1805134" cy="1008028"/>
            </a:xfrm>
            <a:custGeom>
              <a:rect b="b" l="l" r="r" t="t"/>
              <a:pathLst>
                <a:path extrusionOk="0" h="37846" w="67773">
                  <a:moveTo>
                    <a:pt x="1711" y="1"/>
                  </a:moveTo>
                  <a:cubicBezTo>
                    <a:pt x="793" y="1"/>
                    <a:pt x="1" y="761"/>
                    <a:pt x="1" y="1711"/>
                  </a:cubicBezTo>
                  <a:lnTo>
                    <a:pt x="1" y="36167"/>
                  </a:lnTo>
                  <a:cubicBezTo>
                    <a:pt x="1" y="37085"/>
                    <a:pt x="793" y="37845"/>
                    <a:pt x="1711" y="37845"/>
                  </a:cubicBezTo>
                  <a:lnTo>
                    <a:pt x="66063" y="37845"/>
                  </a:lnTo>
                  <a:cubicBezTo>
                    <a:pt x="66981" y="37845"/>
                    <a:pt x="67773" y="37085"/>
                    <a:pt x="67773" y="36167"/>
                  </a:cubicBezTo>
                  <a:lnTo>
                    <a:pt x="67773" y="1711"/>
                  </a:lnTo>
                  <a:cubicBezTo>
                    <a:pt x="67773" y="761"/>
                    <a:pt x="67013" y="1"/>
                    <a:pt x="660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7"/>
          <p:cNvSpPr txBox="1"/>
          <p:nvPr/>
        </p:nvSpPr>
        <p:spPr>
          <a:xfrm>
            <a:off x="189325" y="943975"/>
            <a:ext cx="2671500" cy="62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FFA66F"/>
                </a:solidFill>
                <a:latin typeface="Montserrat"/>
                <a:ea typeface="Montserrat"/>
                <a:cs typeface="Montserrat"/>
                <a:sym typeface="Montserrat"/>
              </a:rPr>
              <a:t>Работа с техникой</a:t>
            </a:r>
            <a:endParaRPr b="1">
              <a:solidFill>
                <a:srgbClr val="FFA66F"/>
              </a:solidFill>
              <a:latin typeface="Montserrat"/>
              <a:ea typeface="Montserrat"/>
              <a:cs typeface="Montserrat"/>
              <a:sym typeface="Montserrat"/>
            </a:endParaRPr>
          </a:p>
        </p:txBody>
      </p:sp>
      <p:sp>
        <p:nvSpPr>
          <p:cNvPr id="309" name="Google Shape;309;p17"/>
          <p:cNvSpPr txBox="1"/>
          <p:nvPr/>
        </p:nvSpPr>
        <p:spPr>
          <a:xfrm>
            <a:off x="113275" y="2261113"/>
            <a:ext cx="2467500" cy="47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30475E"/>
                </a:solidFill>
                <a:latin typeface="Montserrat"/>
                <a:ea typeface="Montserrat"/>
                <a:cs typeface="Montserrat"/>
                <a:sym typeface="Montserrat"/>
              </a:rPr>
              <a:t>Программирование</a:t>
            </a:r>
            <a:endParaRPr b="1">
              <a:solidFill>
                <a:srgbClr val="30475E"/>
              </a:solidFill>
              <a:latin typeface="Montserrat"/>
              <a:ea typeface="Montserrat"/>
              <a:cs typeface="Montserrat"/>
              <a:sym typeface="Montserrat"/>
            </a:endParaRPr>
          </a:p>
        </p:txBody>
      </p:sp>
      <p:sp>
        <p:nvSpPr>
          <p:cNvPr id="310" name="Google Shape;310;p17"/>
          <p:cNvSpPr txBox="1"/>
          <p:nvPr/>
        </p:nvSpPr>
        <p:spPr>
          <a:xfrm>
            <a:off x="189475" y="3850450"/>
            <a:ext cx="2391300" cy="47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999999"/>
                </a:solidFill>
                <a:latin typeface="Montserrat"/>
                <a:ea typeface="Montserrat"/>
                <a:cs typeface="Montserrat"/>
                <a:sym typeface="Montserrat"/>
              </a:rPr>
              <a:t>3D моделирование</a:t>
            </a:r>
            <a:endParaRPr b="1">
              <a:solidFill>
                <a:srgbClr val="999999"/>
              </a:solidFill>
              <a:latin typeface="Montserrat"/>
              <a:ea typeface="Montserrat"/>
              <a:cs typeface="Montserrat"/>
              <a:sym typeface="Montserrat"/>
            </a:endParaRPr>
          </a:p>
        </p:txBody>
      </p:sp>
      <p:sp>
        <p:nvSpPr>
          <p:cNvPr id="311" name="Google Shape;311;p17"/>
          <p:cNvSpPr txBox="1"/>
          <p:nvPr/>
        </p:nvSpPr>
        <p:spPr>
          <a:xfrm>
            <a:off x="717400" y="264450"/>
            <a:ext cx="7723500" cy="62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latin typeface="Dela Gothic One"/>
                <a:ea typeface="Dela Gothic One"/>
                <a:cs typeface="Dela Gothic One"/>
                <a:sym typeface="Dela Gothic One"/>
              </a:rPr>
              <a:t>Необходимые навыки</a:t>
            </a:r>
            <a:endParaRPr sz="2500">
              <a:latin typeface="Dela Gothic One"/>
              <a:ea typeface="Dela Gothic One"/>
              <a:cs typeface="Dela Gothic One"/>
              <a:sym typeface="Dela Gothic One"/>
            </a:endParaRPr>
          </a:p>
        </p:txBody>
      </p:sp>
      <p:sp>
        <p:nvSpPr>
          <p:cNvPr id="312" name="Google Shape;312;p17"/>
          <p:cNvSpPr txBox="1"/>
          <p:nvPr/>
        </p:nvSpPr>
        <p:spPr>
          <a:xfrm>
            <a:off x="5113775" y="892675"/>
            <a:ext cx="3497100" cy="730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a:solidFill>
                  <a:srgbClr val="222831"/>
                </a:solidFill>
                <a:latin typeface="Montserrat"/>
                <a:ea typeface="Montserrat"/>
                <a:cs typeface="Montserrat"/>
                <a:sym typeface="Montserrat"/>
              </a:rPr>
              <a:t>Аналитическое мышление</a:t>
            </a:r>
            <a:endParaRPr b="1">
              <a:solidFill>
                <a:srgbClr val="222831"/>
              </a:solidFill>
              <a:latin typeface="Montserrat"/>
              <a:ea typeface="Montserrat"/>
              <a:cs typeface="Montserrat"/>
              <a:sym typeface="Montserrat"/>
            </a:endParaRPr>
          </a:p>
        </p:txBody>
      </p:sp>
      <p:sp>
        <p:nvSpPr>
          <p:cNvPr id="313" name="Google Shape;313;p17"/>
          <p:cNvSpPr txBox="1"/>
          <p:nvPr/>
        </p:nvSpPr>
        <p:spPr>
          <a:xfrm>
            <a:off x="6181200" y="1324000"/>
            <a:ext cx="2467500" cy="1164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dk1"/>
                </a:solidFill>
                <a:latin typeface="Montserrat"/>
                <a:ea typeface="Montserrat"/>
                <a:cs typeface="Montserrat"/>
                <a:sym typeface="Montserrat"/>
              </a:rPr>
              <a:t>Способность быстро анализировать большие объемы данных</a:t>
            </a:r>
            <a:endParaRPr>
              <a:latin typeface="Montserrat"/>
              <a:ea typeface="Montserrat"/>
              <a:cs typeface="Montserrat"/>
              <a:sym typeface="Montserrat"/>
            </a:endParaRPr>
          </a:p>
        </p:txBody>
      </p:sp>
      <p:sp>
        <p:nvSpPr>
          <p:cNvPr id="314" name="Google Shape;314;p17"/>
          <p:cNvSpPr txBox="1"/>
          <p:nvPr/>
        </p:nvSpPr>
        <p:spPr>
          <a:xfrm>
            <a:off x="6219300" y="2473054"/>
            <a:ext cx="2391300" cy="299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a:solidFill>
                  <a:srgbClr val="999999"/>
                </a:solidFill>
                <a:latin typeface="Montserrat"/>
                <a:ea typeface="Montserrat"/>
                <a:cs typeface="Montserrat"/>
                <a:sym typeface="Montserrat"/>
              </a:rPr>
              <a:t>Алгоритмичность</a:t>
            </a:r>
            <a:endParaRPr b="1">
              <a:solidFill>
                <a:srgbClr val="999999"/>
              </a:solidFill>
              <a:latin typeface="Montserrat"/>
              <a:ea typeface="Montserrat"/>
              <a:cs typeface="Montserrat"/>
              <a:sym typeface="Montserrat"/>
            </a:endParaRPr>
          </a:p>
        </p:txBody>
      </p:sp>
      <p:sp>
        <p:nvSpPr>
          <p:cNvPr id="315" name="Google Shape;315;p17"/>
          <p:cNvSpPr txBox="1"/>
          <p:nvPr/>
        </p:nvSpPr>
        <p:spPr>
          <a:xfrm>
            <a:off x="6219450" y="2674850"/>
            <a:ext cx="2391300" cy="475500"/>
          </a:xfrm>
          <a:prstGeom prst="rect">
            <a:avLst/>
          </a:prstGeom>
          <a:noFill/>
          <a:ln>
            <a:noFill/>
          </a:ln>
        </p:spPr>
        <p:txBody>
          <a:bodyPr anchorCtr="0" anchor="t" bIns="91425" lIns="91425" spcFirstLastPara="1" rIns="91425" wrap="square" tIns="91425">
            <a:noAutofit/>
          </a:bodyPr>
          <a:lstStyle/>
          <a:p>
            <a:pPr indent="0" lvl="0" marL="457200" rtl="0" algn="r">
              <a:spcBef>
                <a:spcPts val="0"/>
              </a:spcBef>
              <a:spcAft>
                <a:spcPts val="0"/>
              </a:spcAft>
              <a:buNone/>
            </a:pPr>
            <a:r>
              <a:rPr lang="en">
                <a:solidFill>
                  <a:schemeClr val="dk1"/>
                </a:solidFill>
                <a:latin typeface="Montserrat"/>
                <a:ea typeface="Montserrat"/>
                <a:cs typeface="Montserrat"/>
                <a:sym typeface="Montserrat"/>
              </a:rPr>
              <a:t>Точное создание алгоритма программы</a:t>
            </a:r>
            <a:endParaRPr>
              <a:latin typeface="Montserrat"/>
              <a:ea typeface="Montserrat"/>
              <a:cs typeface="Montserrat"/>
              <a:sym typeface="Montserrat"/>
            </a:endParaRPr>
          </a:p>
        </p:txBody>
      </p:sp>
      <p:sp>
        <p:nvSpPr>
          <p:cNvPr id="316" name="Google Shape;316;p17"/>
          <p:cNvSpPr txBox="1"/>
          <p:nvPr/>
        </p:nvSpPr>
        <p:spPr>
          <a:xfrm>
            <a:off x="6577507" y="3621599"/>
            <a:ext cx="2033100" cy="299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a:solidFill>
                  <a:srgbClr val="30475E"/>
                </a:solidFill>
                <a:latin typeface="Montserrat"/>
                <a:ea typeface="Montserrat"/>
                <a:cs typeface="Montserrat"/>
                <a:sym typeface="Montserrat"/>
              </a:rPr>
              <a:t>Усидчивость</a:t>
            </a:r>
            <a:endParaRPr b="1">
              <a:solidFill>
                <a:srgbClr val="30475E"/>
              </a:solidFill>
              <a:latin typeface="Montserrat"/>
              <a:ea typeface="Montserrat"/>
              <a:cs typeface="Montserrat"/>
              <a:sym typeface="Montserrat"/>
            </a:endParaRPr>
          </a:p>
        </p:txBody>
      </p:sp>
      <p:sp>
        <p:nvSpPr>
          <p:cNvPr id="317" name="Google Shape;317;p17"/>
          <p:cNvSpPr txBox="1"/>
          <p:nvPr/>
        </p:nvSpPr>
        <p:spPr>
          <a:xfrm>
            <a:off x="5660550" y="3899925"/>
            <a:ext cx="3026400" cy="1305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dk1"/>
                </a:solidFill>
                <a:latin typeface="Montserrat"/>
                <a:ea typeface="Montserrat"/>
                <a:cs typeface="Montserrat"/>
                <a:sym typeface="Montserrat"/>
              </a:rPr>
              <a:t>Умение долго работать над одним делом уменьшает шанс возникновения ошибок</a:t>
            </a:r>
            <a:endParaRPr>
              <a:latin typeface="Montserrat"/>
              <a:ea typeface="Montserrat"/>
              <a:cs typeface="Montserrat"/>
              <a:sym typeface="Montserrat"/>
            </a:endParaRPr>
          </a:p>
        </p:txBody>
      </p:sp>
      <p:sp>
        <p:nvSpPr>
          <p:cNvPr id="318" name="Google Shape;318;p17"/>
          <p:cNvSpPr txBox="1"/>
          <p:nvPr/>
        </p:nvSpPr>
        <p:spPr>
          <a:xfrm>
            <a:off x="160350" y="1306825"/>
            <a:ext cx="2935200" cy="954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lang="en">
                <a:solidFill>
                  <a:schemeClr val="dk1"/>
                </a:solidFill>
                <a:latin typeface="Montserrat"/>
                <a:ea typeface="Montserrat"/>
                <a:cs typeface="Montserrat"/>
                <a:sym typeface="Montserrat"/>
              </a:rPr>
              <a:t>Важно иметь техническое понимание и умение работать с современным оборудованием</a:t>
            </a:r>
            <a:endParaRPr>
              <a:solidFill>
                <a:schemeClr val="dk2"/>
              </a:solidFill>
              <a:latin typeface="Montserrat"/>
              <a:ea typeface="Montserrat"/>
              <a:cs typeface="Montserrat"/>
              <a:sym typeface="Montserrat"/>
            </a:endParaRPr>
          </a:p>
        </p:txBody>
      </p:sp>
      <p:sp>
        <p:nvSpPr>
          <p:cNvPr id="319" name="Google Shape;319;p17"/>
          <p:cNvSpPr txBox="1"/>
          <p:nvPr/>
        </p:nvSpPr>
        <p:spPr>
          <a:xfrm>
            <a:off x="189325" y="4164525"/>
            <a:ext cx="3166200" cy="1043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lang="en">
                <a:solidFill>
                  <a:schemeClr val="dk1"/>
                </a:solidFill>
                <a:latin typeface="Montserrat"/>
                <a:ea typeface="Montserrat"/>
                <a:cs typeface="Montserrat"/>
                <a:sym typeface="Montserrat"/>
              </a:rPr>
              <a:t>Умение создавать и анализировать 3D-модели для строительных проектов</a:t>
            </a:r>
            <a:endParaRPr>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800">
              <a:solidFill>
                <a:schemeClr val="dk2"/>
              </a:solidFill>
            </a:endParaRPr>
          </a:p>
        </p:txBody>
      </p:sp>
      <p:sp>
        <p:nvSpPr>
          <p:cNvPr id="320" name="Google Shape;320;p17"/>
          <p:cNvSpPr txBox="1"/>
          <p:nvPr/>
        </p:nvSpPr>
        <p:spPr>
          <a:xfrm>
            <a:off x="113275" y="2575213"/>
            <a:ext cx="26490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Montserrat"/>
                <a:ea typeface="Montserrat"/>
                <a:cs typeface="Montserrat"/>
                <a:sym typeface="Montserrat"/>
              </a:rPr>
              <a:t>Создание компьютерных программ, которые выполняют определённые задачи</a:t>
            </a:r>
            <a:endParaRPr>
              <a:solidFill>
                <a:schemeClr val="dk1"/>
              </a:solidFill>
              <a:latin typeface="Montserrat"/>
              <a:ea typeface="Montserrat"/>
              <a:cs typeface="Montserrat"/>
              <a:sym typeface="Montserrat"/>
            </a:endParaRPr>
          </a:p>
        </p:txBody>
      </p:sp>
      <p:pic>
        <p:nvPicPr>
          <p:cNvPr id="321" name="Google Shape;321;p17" title="Без названия74_20251024212335.png"/>
          <p:cNvPicPr preferRelativeResize="0"/>
          <p:nvPr/>
        </p:nvPicPr>
        <p:blipFill rotWithShape="1">
          <a:blip r:embed="rId3">
            <a:alphaModFix/>
          </a:blip>
          <a:srcRect b="18445" l="6728" r="9061" t="4310"/>
          <a:stretch/>
        </p:blipFill>
        <p:spPr>
          <a:xfrm>
            <a:off x="3985035" y="2373063"/>
            <a:ext cx="1173926" cy="1435725"/>
          </a:xfrm>
          <a:prstGeom prst="rect">
            <a:avLst/>
          </a:prstGeom>
          <a:noFill/>
          <a:ln>
            <a:noFill/>
          </a:ln>
        </p:spPr>
      </p:pic>
      <p:grpSp>
        <p:nvGrpSpPr>
          <p:cNvPr id="322" name="Google Shape;322;p17"/>
          <p:cNvGrpSpPr/>
          <p:nvPr/>
        </p:nvGrpSpPr>
        <p:grpSpPr>
          <a:xfrm>
            <a:off x="2823516" y="1307905"/>
            <a:ext cx="3496980" cy="3209390"/>
            <a:chOff x="2205550" y="1416550"/>
            <a:chExt cx="3190675" cy="2855075"/>
          </a:xfrm>
        </p:grpSpPr>
        <p:sp>
          <p:nvSpPr>
            <p:cNvPr id="323" name="Google Shape;323;p17"/>
            <p:cNvSpPr/>
            <p:nvPr/>
          </p:nvSpPr>
          <p:spPr>
            <a:xfrm>
              <a:off x="3142175" y="2075650"/>
              <a:ext cx="630225" cy="296925"/>
            </a:xfrm>
            <a:custGeom>
              <a:rect b="b" l="l" r="r" t="t"/>
              <a:pathLst>
                <a:path extrusionOk="0" h="11877" w="25209">
                  <a:moveTo>
                    <a:pt x="8741" y="0"/>
                  </a:moveTo>
                  <a:lnTo>
                    <a:pt x="0" y="11876"/>
                  </a:lnTo>
                  <a:lnTo>
                    <a:pt x="11369" y="11845"/>
                  </a:lnTo>
                  <a:cubicBezTo>
                    <a:pt x="14030" y="11845"/>
                    <a:pt x="16563" y="10768"/>
                    <a:pt x="18400" y="8836"/>
                  </a:cubicBezTo>
                  <a:lnTo>
                    <a:pt x="25209" y="1711"/>
                  </a:lnTo>
                  <a:lnTo>
                    <a:pt x="8741" y="0"/>
                  </a:ln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7"/>
            <p:cNvSpPr/>
            <p:nvPr/>
          </p:nvSpPr>
          <p:spPr>
            <a:xfrm>
              <a:off x="2647325" y="1417225"/>
              <a:ext cx="1125875" cy="893600"/>
            </a:xfrm>
            <a:custGeom>
              <a:rect b="b" l="l" r="r" t="t"/>
              <a:pathLst>
                <a:path extrusionOk="0" h="35744" w="45035">
                  <a:moveTo>
                    <a:pt x="40371" y="0"/>
                  </a:moveTo>
                  <a:cubicBezTo>
                    <a:pt x="40227" y="0"/>
                    <a:pt x="40082" y="7"/>
                    <a:pt x="39936" y="21"/>
                  </a:cubicBezTo>
                  <a:cubicBezTo>
                    <a:pt x="25241" y="1256"/>
                    <a:pt x="12320" y="7748"/>
                    <a:pt x="2091" y="17280"/>
                  </a:cubicBezTo>
                  <a:cubicBezTo>
                    <a:pt x="1" y="19212"/>
                    <a:pt x="159" y="22569"/>
                    <a:pt x="2408" y="24342"/>
                  </a:cubicBezTo>
                  <a:lnTo>
                    <a:pt x="16849" y="35743"/>
                  </a:lnTo>
                  <a:cubicBezTo>
                    <a:pt x="26668" y="24267"/>
                    <a:pt x="43920" y="24089"/>
                    <a:pt x="44983" y="24089"/>
                  </a:cubicBezTo>
                  <a:cubicBezTo>
                    <a:pt x="45017" y="24089"/>
                    <a:pt x="45034" y="24089"/>
                    <a:pt x="45034" y="24089"/>
                  </a:cubicBezTo>
                  <a:lnTo>
                    <a:pt x="45034" y="4676"/>
                  </a:lnTo>
                  <a:cubicBezTo>
                    <a:pt x="45034" y="2069"/>
                    <a:pt x="42908" y="0"/>
                    <a:pt x="40371" y="0"/>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7"/>
            <p:cNvSpPr/>
            <p:nvPr/>
          </p:nvSpPr>
          <p:spPr>
            <a:xfrm>
              <a:off x="3050325" y="2004400"/>
              <a:ext cx="722075" cy="368175"/>
            </a:xfrm>
            <a:custGeom>
              <a:rect b="b" l="l" r="r" t="t"/>
              <a:pathLst>
                <a:path extrusionOk="0" h="14727" w="28883">
                  <a:moveTo>
                    <a:pt x="28845" y="0"/>
                  </a:moveTo>
                  <a:cubicBezTo>
                    <a:pt x="27910" y="0"/>
                    <a:pt x="9870" y="150"/>
                    <a:pt x="1" y="11654"/>
                  </a:cubicBezTo>
                  <a:lnTo>
                    <a:pt x="32" y="11686"/>
                  </a:lnTo>
                  <a:lnTo>
                    <a:pt x="3674" y="14726"/>
                  </a:lnTo>
                  <a:cubicBezTo>
                    <a:pt x="10230" y="8424"/>
                    <a:pt x="19097" y="4561"/>
                    <a:pt x="28883" y="4561"/>
                  </a:cubicBezTo>
                  <a:lnTo>
                    <a:pt x="28883" y="64"/>
                  </a:lnTo>
                  <a:lnTo>
                    <a:pt x="28883" y="0"/>
                  </a:lnTo>
                  <a:cubicBezTo>
                    <a:pt x="28883" y="0"/>
                    <a:pt x="28870" y="0"/>
                    <a:pt x="28845" y="0"/>
                  </a:cubicBezTo>
                  <a:close/>
                </a:path>
              </a:pathLst>
            </a:custGeom>
            <a:solidFill>
              <a:srgbClr val="DD91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7"/>
            <p:cNvSpPr/>
            <p:nvPr/>
          </p:nvSpPr>
          <p:spPr>
            <a:xfrm>
              <a:off x="2951350" y="3125475"/>
              <a:ext cx="395900" cy="552650"/>
            </a:xfrm>
            <a:custGeom>
              <a:rect b="b" l="l" r="r" t="t"/>
              <a:pathLst>
                <a:path extrusionOk="0" h="22106" w="15836">
                  <a:moveTo>
                    <a:pt x="1" y="0"/>
                  </a:moveTo>
                  <a:lnTo>
                    <a:pt x="3675" y="15075"/>
                  </a:lnTo>
                  <a:lnTo>
                    <a:pt x="15835" y="22105"/>
                  </a:lnTo>
                  <a:lnTo>
                    <a:pt x="14347" y="11211"/>
                  </a:lnTo>
                  <a:cubicBezTo>
                    <a:pt x="13872" y="7791"/>
                    <a:pt x="11623" y="4877"/>
                    <a:pt x="8457" y="3547"/>
                  </a:cubicBezTo>
                  <a:lnTo>
                    <a:pt x="1" y="0"/>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7"/>
            <p:cNvSpPr/>
            <p:nvPr/>
          </p:nvSpPr>
          <p:spPr>
            <a:xfrm>
              <a:off x="2277600" y="3149225"/>
              <a:ext cx="1018975" cy="1122400"/>
            </a:xfrm>
            <a:custGeom>
              <a:rect b="b" l="l" r="r" t="t"/>
              <a:pathLst>
                <a:path extrusionOk="0" h="44896" w="40759">
                  <a:moveTo>
                    <a:pt x="22866" y="0"/>
                  </a:moveTo>
                  <a:lnTo>
                    <a:pt x="4181" y="4561"/>
                  </a:lnTo>
                  <a:cubicBezTo>
                    <a:pt x="1521" y="5226"/>
                    <a:pt x="1" y="7981"/>
                    <a:pt x="856" y="10578"/>
                  </a:cubicBezTo>
                  <a:cubicBezTo>
                    <a:pt x="5479" y="24702"/>
                    <a:pt x="14600" y="36261"/>
                    <a:pt x="26191" y="44115"/>
                  </a:cubicBezTo>
                  <a:cubicBezTo>
                    <a:pt x="26986" y="44646"/>
                    <a:pt x="27878" y="44895"/>
                    <a:pt x="28757" y="44895"/>
                  </a:cubicBezTo>
                  <a:cubicBezTo>
                    <a:pt x="30502" y="44895"/>
                    <a:pt x="32199" y="43911"/>
                    <a:pt x="33000" y="42183"/>
                  </a:cubicBezTo>
                  <a:lnTo>
                    <a:pt x="40759" y="25526"/>
                  </a:lnTo>
                  <a:cubicBezTo>
                    <a:pt x="26856" y="18463"/>
                    <a:pt x="22834" y="32"/>
                    <a:pt x="22834" y="32"/>
                  </a:cubicBezTo>
                  <a:lnTo>
                    <a:pt x="22897" y="32"/>
                  </a:lnTo>
                  <a:lnTo>
                    <a:pt x="22866" y="0"/>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7"/>
            <p:cNvSpPr/>
            <p:nvPr/>
          </p:nvSpPr>
          <p:spPr>
            <a:xfrm>
              <a:off x="2848425" y="3125475"/>
              <a:ext cx="498025" cy="661900"/>
            </a:xfrm>
            <a:custGeom>
              <a:rect b="b" l="l" r="r" t="t"/>
              <a:pathLst>
                <a:path extrusionOk="0" h="26476" w="19921">
                  <a:moveTo>
                    <a:pt x="4118" y="0"/>
                  </a:moveTo>
                  <a:lnTo>
                    <a:pt x="64" y="982"/>
                  </a:lnTo>
                  <a:lnTo>
                    <a:pt x="1" y="982"/>
                  </a:lnTo>
                  <a:cubicBezTo>
                    <a:pt x="1" y="982"/>
                    <a:pt x="4023" y="19413"/>
                    <a:pt x="17926" y="26476"/>
                  </a:cubicBezTo>
                  <a:lnTo>
                    <a:pt x="17926" y="26444"/>
                  </a:lnTo>
                  <a:lnTo>
                    <a:pt x="19921" y="22105"/>
                  </a:lnTo>
                  <a:cubicBezTo>
                    <a:pt x="12289" y="17228"/>
                    <a:pt x="6461" y="9501"/>
                    <a:pt x="4118" y="0"/>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7"/>
            <p:cNvSpPr/>
            <p:nvPr/>
          </p:nvSpPr>
          <p:spPr>
            <a:xfrm>
              <a:off x="3820675" y="1416550"/>
              <a:ext cx="1144075" cy="886350"/>
            </a:xfrm>
            <a:custGeom>
              <a:rect b="b" l="l" r="r" t="t"/>
              <a:pathLst>
                <a:path extrusionOk="0" h="35454" w="45763">
                  <a:moveTo>
                    <a:pt x="4651" y="0"/>
                  </a:moveTo>
                  <a:cubicBezTo>
                    <a:pt x="2098" y="0"/>
                    <a:pt x="1" y="2077"/>
                    <a:pt x="1" y="4671"/>
                  </a:cubicBezTo>
                  <a:lnTo>
                    <a:pt x="1" y="23546"/>
                  </a:lnTo>
                  <a:lnTo>
                    <a:pt x="32" y="23546"/>
                  </a:lnTo>
                  <a:lnTo>
                    <a:pt x="32" y="23514"/>
                  </a:lnTo>
                  <a:cubicBezTo>
                    <a:pt x="32" y="23514"/>
                    <a:pt x="18559" y="23641"/>
                    <a:pt x="28756" y="35453"/>
                  </a:cubicBezTo>
                  <a:lnTo>
                    <a:pt x="43387" y="23736"/>
                  </a:lnTo>
                  <a:cubicBezTo>
                    <a:pt x="45636" y="21963"/>
                    <a:pt x="45762" y="18574"/>
                    <a:pt x="43641" y="16674"/>
                  </a:cubicBezTo>
                  <a:cubicBezTo>
                    <a:pt x="33285" y="7236"/>
                    <a:pt x="19857" y="1156"/>
                    <a:pt x="5036" y="16"/>
                  </a:cubicBezTo>
                  <a:cubicBezTo>
                    <a:pt x="4906" y="5"/>
                    <a:pt x="4778" y="0"/>
                    <a:pt x="4651" y="0"/>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7"/>
            <p:cNvSpPr/>
            <p:nvPr/>
          </p:nvSpPr>
          <p:spPr>
            <a:xfrm>
              <a:off x="3821475" y="2075650"/>
              <a:ext cx="631825" cy="296125"/>
            </a:xfrm>
            <a:custGeom>
              <a:rect b="b" l="l" r="r" t="t"/>
              <a:pathLst>
                <a:path extrusionOk="0" h="11845" w="25273">
                  <a:moveTo>
                    <a:pt x="16468" y="0"/>
                  </a:moveTo>
                  <a:lnTo>
                    <a:pt x="0" y="1742"/>
                  </a:lnTo>
                  <a:lnTo>
                    <a:pt x="6809" y="8836"/>
                  </a:lnTo>
                  <a:cubicBezTo>
                    <a:pt x="8646" y="10768"/>
                    <a:pt x="11179" y="11845"/>
                    <a:pt x="13840" y="11845"/>
                  </a:cubicBezTo>
                  <a:lnTo>
                    <a:pt x="25272" y="11845"/>
                  </a:lnTo>
                  <a:lnTo>
                    <a:pt x="16468" y="0"/>
                  </a:ln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7"/>
            <p:cNvSpPr/>
            <p:nvPr/>
          </p:nvSpPr>
          <p:spPr>
            <a:xfrm>
              <a:off x="3820675" y="2002850"/>
              <a:ext cx="727625" cy="368925"/>
            </a:xfrm>
            <a:custGeom>
              <a:rect b="b" l="l" r="r" t="t"/>
              <a:pathLst>
                <a:path extrusionOk="0" h="14757" w="29105">
                  <a:moveTo>
                    <a:pt x="1205" y="1"/>
                  </a:moveTo>
                  <a:cubicBezTo>
                    <a:pt x="432" y="1"/>
                    <a:pt x="1" y="31"/>
                    <a:pt x="1" y="31"/>
                  </a:cubicBezTo>
                  <a:lnTo>
                    <a:pt x="1" y="94"/>
                  </a:lnTo>
                  <a:lnTo>
                    <a:pt x="1" y="4654"/>
                  </a:lnTo>
                  <a:cubicBezTo>
                    <a:pt x="9786" y="4654"/>
                    <a:pt x="18685" y="8486"/>
                    <a:pt x="25241" y="14757"/>
                  </a:cubicBezTo>
                  <a:lnTo>
                    <a:pt x="29073" y="11716"/>
                  </a:lnTo>
                  <a:lnTo>
                    <a:pt x="29104" y="11685"/>
                  </a:lnTo>
                  <a:cubicBezTo>
                    <a:pt x="19208" y="855"/>
                    <a:pt x="5334" y="1"/>
                    <a:pt x="1205" y="1"/>
                  </a:cubicBezTo>
                  <a:close/>
                </a:path>
              </a:pathLst>
            </a:custGeom>
            <a:solidFill>
              <a:srgbClr val="1B1F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7"/>
            <p:cNvSpPr/>
            <p:nvPr/>
          </p:nvSpPr>
          <p:spPr>
            <a:xfrm>
              <a:off x="2853975" y="2412125"/>
              <a:ext cx="308800" cy="654000"/>
            </a:xfrm>
            <a:custGeom>
              <a:rect b="b" l="l" r="r" t="t"/>
              <a:pathLst>
                <a:path extrusionOk="0" h="26160" w="12352">
                  <a:moveTo>
                    <a:pt x="10831" y="1"/>
                  </a:moveTo>
                  <a:lnTo>
                    <a:pt x="1" y="9945"/>
                  </a:lnTo>
                  <a:lnTo>
                    <a:pt x="3453" y="26159"/>
                  </a:lnTo>
                  <a:lnTo>
                    <a:pt x="9818" y="18590"/>
                  </a:lnTo>
                  <a:cubicBezTo>
                    <a:pt x="11528" y="16564"/>
                    <a:pt x="12352" y="13935"/>
                    <a:pt x="12067" y="11275"/>
                  </a:cubicBezTo>
                  <a:lnTo>
                    <a:pt x="10831"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7"/>
            <p:cNvSpPr/>
            <p:nvPr/>
          </p:nvSpPr>
          <p:spPr>
            <a:xfrm>
              <a:off x="2205550" y="2031350"/>
              <a:ext cx="820250" cy="1178150"/>
            </a:xfrm>
            <a:custGeom>
              <a:rect b="b" l="l" r="r" t="t"/>
              <a:pathLst>
                <a:path extrusionOk="0" h="47126" w="32810">
                  <a:moveTo>
                    <a:pt x="15440" y="0"/>
                  </a:moveTo>
                  <a:cubicBezTo>
                    <a:pt x="13919" y="0"/>
                    <a:pt x="12428" y="742"/>
                    <a:pt x="11528" y="2121"/>
                  </a:cubicBezTo>
                  <a:cubicBezTo>
                    <a:pt x="3358" y="14535"/>
                    <a:pt x="1" y="28913"/>
                    <a:pt x="1141" y="42847"/>
                  </a:cubicBezTo>
                  <a:cubicBezTo>
                    <a:pt x="1333" y="45320"/>
                    <a:pt x="3433" y="47126"/>
                    <a:pt x="5785" y="47126"/>
                  </a:cubicBezTo>
                  <a:cubicBezTo>
                    <a:pt x="6144" y="47126"/>
                    <a:pt x="6508" y="47084"/>
                    <a:pt x="6873" y="46996"/>
                  </a:cubicBezTo>
                  <a:lnTo>
                    <a:pt x="25209" y="42530"/>
                  </a:lnTo>
                  <a:cubicBezTo>
                    <a:pt x="27204" y="37178"/>
                    <a:pt x="28249" y="32460"/>
                    <a:pt x="29516" y="27773"/>
                  </a:cubicBezTo>
                  <a:cubicBezTo>
                    <a:pt x="31828" y="19190"/>
                    <a:pt x="32778" y="12160"/>
                    <a:pt x="32778" y="12160"/>
                  </a:cubicBezTo>
                  <a:lnTo>
                    <a:pt x="32810" y="12192"/>
                  </a:lnTo>
                  <a:lnTo>
                    <a:pt x="32810" y="12160"/>
                  </a:lnTo>
                  <a:lnTo>
                    <a:pt x="18305" y="981"/>
                  </a:lnTo>
                  <a:cubicBezTo>
                    <a:pt x="17442" y="317"/>
                    <a:pt x="16434" y="0"/>
                    <a:pt x="15440" y="0"/>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7"/>
            <p:cNvSpPr/>
            <p:nvPr/>
          </p:nvSpPr>
          <p:spPr>
            <a:xfrm>
              <a:off x="2757375" y="2335325"/>
              <a:ext cx="368975" cy="759300"/>
            </a:xfrm>
            <a:custGeom>
              <a:rect b="b" l="l" r="r" t="t"/>
              <a:pathLst>
                <a:path extrusionOk="0" h="30372" w="14759">
                  <a:moveTo>
                    <a:pt x="10705" y="1"/>
                  </a:moveTo>
                  <a:cubicBezTo>
                    <a:pt x="10705" y="1"/>
                    <a:pt x="1" y="15107"/>
                    <a:pt x="3136" y="30371"/>
                  </a:cubicBezTo>
                  <a:lnTo>
                    <a:pt x="3168" y="30371"/>
                  </a:lnTo>
                  <a:lnTo>
                    <a:pt x="7348" y="29326"/>
                  </a:lnTo>
                  <a:cubicBezTo>
                    <a:pt x="6398" y="20301"/>
                    <a:pt x="8773" y="10927"/>
                    <a:pt x="14759" y="3168"/>
                  </a:cubicBezTo>
                  <a:lnTo>
                    <a:pt x="10737" y="33"/>
                  </a:lnTo>
                  <a:lnTo>
                    <a:pt x="10705" y="1"/>
                  </a:lnTo>
                  <a:close/>
                </a:path>
              </a:pathLst>
            </a:custGeom>
            <a:solidFill>
              <a:srgbClr val="263C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7"/>
            <p:cNvSpPr/>
            <p:nvPr/>
          </p:nvSpPr>
          <p:spPr>
            <a:xfrm>
              <a:off x="4439800" y="2415300"/>
              <a:ext cx="308800" cy="653200"/>
            </a:xfrm>
            <a:custGeom>
              <a:rect b="b" l="l" r="r" t="t"/>
              <a:pathLst>
                <a:path extrusionOk="0" h="26128" w="12352">
                  <a:moveTo>
                    <a:pt x="1426" y="0"/>
                  </a:moveTo>
                  <a:lnTo>
                    <a:pt x="286" y="11148"/>
                  </a:lnTo>
                  <a:cubicBezTo>
                    <a:pt x="1" y="13808"/>
                    <a:pt x="792" y="16437"/>
                    <a:pt x="2503" y="18463"/>
                  </a:cubicBezTo>
                  <a:lnTo>
                    <a:pt x="8836" y="26127"/>
                  </a:lnTo>
                  <a:lnTo>
                    <a:pt x="12352" y="9818"/>
                  </a:lnTo>
                  <a:lnTo>
                    <a:pt x="1426" y="0"/>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7"/>
            <p:cNvSpPr/>
            <p:nvPr/>
          </p:nvSpPr>
          <p:spPr>
            <a:xfrm>
              <a:off x="4570450" y="2031675"/>
              <a:ext cx="825775" cy="1177825"/>
            </a:xfrm>
            <a:custGeom>
              <a:rect b="b" l="l" r="r" t="t"/>
              <a:pathLst>
                <a:path extrusionOk="0" h="47113" w="33031">
                  <a:moveTo>
                    <a:pt x="17599" y="1"/>
                  </a:moveTo>
                  <a:cubicBezTo>
                    <a:pt x="16602" y="1"/>
                    <a:pt x="15592" y="315"/>
                    <a:pt x="14726" y="968"/>
                  </a:cubicBezTo>
                  <a:lnTo>
                    <a:pt x="0" y="12369"/>
                  </a:lnTo>
                  <a:lnTo>
                    <a:pt x="0" y="12400"/>
                  </a:lnTo>
                  <a:lnTo>
                    <a:pt x="32" y="12369"/>
                  </a:lnTo>
                  <a:cubicBezTo>
                    <a:pt x="32" y="12369"/>
                    <a:pt x="11971" y="27475"/>
                    <a:pt x="8836" y="42739"/>
                  </a:cubicBezTo>
                  <a:lnTo>
                    <a:pt x="26159" y="46983"/>
                  </a:lnTo>
                  <a:cubicBezTo>
                    <a:pt x="26523" y="47071"/>
                    <a:pt x="26888" y="47113"/>
                    <a:pt x="27247" y="47113"/>
                  </a:cubicBezTo>
                  <a:cubicBezTo>
                    <a:pt x="29599" y="47113"/>
                    <a:pt x="31703" y="45307"/>
                    <a:pt x="31923" y="42834"/>
                  </a:cubicBezTo>
                  <a:cubicBezTo>
                    <a:pt x="33031" y="28900"/>
                    <a:pt x="29674" y="14522"/>
                    <a:pt x="21503" y="2108"/>
                  </a:cubicBezTo>
                  <a:cubicBezTo>
                    <a:pt x="20605" y="731"/>
                    <a:pt x="19117" y="1"/>
                    <a:pt x="17599"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7"/>
            <p:cNvSpPr/>
            <p:nvPr/>
          </p:nvSpPr>
          <p:spPr>
            <a:xfrm>
              <a:off x="4475425" y="2340075"/>
              <a:ext cx="394325" cy="760100"/>
            </a:xfrm>
            <a:custGeom>
              <a:rect b="b" l="l" r="r" t="t"/>
              <a:pathLst>
                <a:path extrusionOk="0" h="30404" w="15773">
                  <a:moveTo>
                    <a:pt x="3833" y="1"/>
                  </a:moveTo>
                  <a:lnTo>
                    <a:pt x="3801" y="33"/>
                  </a:lnTo>
                  <a:lnTo>
                    <a:pt x="1" y="2978"/>
                  </a:lnTo>
                  <a:cubicBezTo>
                    <a:pt x="5986" y="10705"/>
                    <a:pt x="8361" y="20111"/>
                    <a:pt x="7411" y="29136"/>
                  </a:cubicBezTo>
                  <a:lnTo>
                    <a:pt x="12605" y="30403"/>
                  </a:lnTo>
                  <a:lnTo>
                    <a:pt x="12637" y="30403"/>
                  </a:lnTo>
                  <a:cubicBezTo>
                    <a:pt x="15772" y="15139"/>
                    <a:pt x="3833" y="1"/>
                    <a:pt x="3833" y="1"/>
                  </a:cubicBezTo>
                  <a:close/>
                </a:path>
              </a:pathLst>
            </a:custGeom>
            <a:solidFill>
              <a:srgbClr val="C4C4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7"/>
            <p:cNvSpPr/>
            <p:nvPr/>
          </p:nvSpPr>
          <p:spPr>
            <a:xfrm>
              <a:off x="4247425" y="3125475"/>
              <a:ext cx="394300" cy="551850"/>
            </a:xfrm>
            <a:custGeom>
              <a:rect b="b" l="l" r="r" t="t"/>
              <a:pathLst>
                <a:path extrusionOk="0" h="22074" w="15772">
                  <a:moveTo>
                    <a:pt x="15771" y="0"/>
                  </a:moveTo>
                  <a:lnTo>
                    <a:pt x="7316" y="3547"/>
                  </a:lnTo>
                  <a:cubicBezTo>
                    <a:pt x="4149" y="4877"/>
                    <a:pt x="1900" y="7791"/>
                    <a:pt x="1457" y="11211"/>
                  </a:cubicBezTo>
                  <a:lnTo>
                    <a:pt x="0" y="22074"/>
                  </a:lnTo>
                  <a:lnTo>
                    <a:pt x="12129" y="15075"/>
                  </a:lnTo>
                  <a:lnTo>
                    <a:pt x="15771"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7"/>
            <p:cNvSpPr/>
            <p:nvPr/>
          </p:nvSpPr>
          <p:spPr>
            <a:xfrm>
              <a:off x="4299675" y="3155550"/>
              <a:ext cx="1016600" cy="1116075"/>
            </a:xfrm>
            <a:custGeom>
              <a:rect b="b" l="l" r="r" t="t"/>
              <a:pathLst>
                <a:path extrusionOk="0" h="44643" w="40664">
                  <a:moveTo>
                    <a:pt x="18780" y="1"/>
                  </a:moveTo>
                  <a:lnTo>
                    <a:pt x="18748" y="33"/>
                  </a:lnTo>
                  <a:lnTo>
                    <a:pt x="18780" y="33"/>
                  </a:lnTo>
                  <a:cubicBezTo>
                    <a:pt x="18780" y="33"/>
                    <a:pt x="12763" y="4308"/>
                    <a:pt x="8044" y="11465"/>
                  </a:cubicBezTo>
                  <a:cubicBezTo>
                    <a:pt x="5162" y="15804"/>
                    <a:pt x="5257" y="22802"/>
                    <a:pt x="0" y="25463"/>
                  </a:cubicBezTo>
                  <a:lnTo>
                    <a:pt x="7633" y="41930"/>
                  </a:lnTo>
                  <a:cubicBezTo>
                    <a:pt x="8433" y="43658"/>
                    <a:pt x="10144" y="44642"/>
                    <a:pt x="11899" y="44642"/>
                  </a:cubicBezTo>
                  <a:cubicBezTo>
                    <a:pt x="12783" y="44642"/>
                    <a:pt x="13678" y="44393"/>
                    <a:pt x="14473" y="43862"/>
                  </a:cubicBezTo>
                  <a:cubicBezTo>
                    <a:pt x="26064" y="36008"/>
                    <a:pt x="35185" y="24449"/>
                    <a:pt x="39808" y="10325"/>
                  </a:cubicBezTo>
                  <a:cubicBezTo>
                    <a:pt x="40663" y="7728"/>
                    <a:pt x="39112" y="4973"/>
                    <a:pt x="36483" y="4308"/>
                  </a:cubicBezTo>
                  <a:lnTo>
                    <a:pt x="18780"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7"/>
            <p:cNvSpPr/>
            <p:nvPr/>
          </p:nvSpPr>
          <p:spPr>
            <a:xfrm>
              <a:off x="4247425" y="3124675"/>
              <a:ext cx="522550" cy="675375"/>
            </a:xfrm>
            <a:custGeom>
              <a:rect b="b" l="l" r="r" t="t"/>
              <a:pathLst>
                <a:path extrusionOk="0" h="27015" w="20902">
                  <a:moveTo>
                    <a:pt x="15803" y="1"/>
                  </a:moveTo>
                  <a:cubicBezTo>
                    <a:pt x="13491" y="9501"/>
                    <a:pt x="7632" y="17229"/>
                    <a:pt x="0" y="22106"/>
                  </a:cubicBezTo>
                  <a:lnTo>
                    <a:pt x="2217" y="27014"/>
                  </a:lnTo>
                  <a:cubicBezTo>
                    <a:pt x="16120" y="19920"/>
                    <a:pt x="20902" y="1236"/>
                    <a:pt x="20902" y="1236"/>
                  </a:cubicBezTo>
                  <a:lnTo>
                    <a:pt x="20870" y="1236"/>
                  </a:lnTo>
                  <a:lnTo>
                    <a:pt x="15803" y="1"/>
                  </a:lnTo>
                  <a:close/>
                </a:path>
              </a:pathLst>
            </a:custGeom>
            <a:solidFill>
              <a:srgbClr val="263C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grpSp>
        <p:nvGrpSpPr>
          <p:cNvPr id="345" name="Google Shape;345;p18"/>
          <p:cNvGrpSpPr/>
          <p:nvPr/>
        </p:nvGrpSpPr>
        <p:grpSpPr>
          <a:xfrm>
            <a:off x="457204" y="878382"/>
            <a:ext cx="8230888" cy="3858239"/>
            <a:chOff x="595975" y="1532525"/>
            <a:chExt cx="6409850" cy="3004625"/>
          </a:xfrm>
        </p:grpSpPr>
        <p:sp>
          <p:nvSpPr>
            <p:cNvPr id="346" name="Google Shape;346;p18"/>
            <p:cNvSpPr/>
            <p:nvPr/>
          </p:nvSpPr>
          <p:spPr>
            <a:xfrm>
              <a:off x="3743875" y="2501600"/>
              <a:ext cx="3261950" cy="581925"/>
            </a:xfrm>
            <a:custGeom>
              <a:rect b="b" l="l" r="r" t="t"/>
              <a:pathLst>
                <a:path extrusionOk="0" h="23277" w="130478">
                  <a:moveTo>
                    <a:pt x="37655" y="0"/>
                  </a:moveTo>
                  <a:cubicBezTo>
                    <a:pt x="35755" y="0"/>
                    <a:pt x="34235" y="1552"/>
                    <a:pt x="34235" y="3452"/>
                  </a:cubicBezTo>
                  <a:lnTo>
                    <a:pt x="34235" y="7886"/>
                  </a:lnTo>
                  <a:cubicBezTo>
                    <a:pt x="34184" y="10056"/>
                    <a:pt x="32677" y="11243"/>
                    <a:pt x="31005" y="11243"/>
                  </a:cubicBezTo>
                  <a:cubicBezTo>
                    <a:pt x="29529" y="11243"/>
                    <a:pt x="27924" y="10319"/>
                    <a:pt x="27078" y="8329"/>
                  </a:cubicBezTo>
                  <a:cubicBezTo>
                    <a:pt x="25811" y="5384"/>
                    <a:pt x="22866" y="3326"/>
                    <a:pt x="19445" y="3326"/>
                  </a:cubicBezTo>
                  <a:cubicBezTo>
                    <a:pt x="16089" y="3326"/>
                    <a:pt x="13207" y="5289"/>
                    <a:pt x="11877" y="8139"/>
                  </a:cubicBezTo>
                  <a:cubicBezTo>
                    <a:pt x="10666" y="10420"/>
                    <a:pt x="8789" y="11316"/>
                    <a:pt x="7111" y="11316"/>
                  </a:cubicBezTo>
                  <a:cubicBezTo>
                    <a:pt x="6507" y="11316"/>
                    <a:pt x="5928" y="11199"/>
                    <a:pt x="5416" y="10989"/>
                  </a:cubicBezTo>
                  <a:cubicBezTo>
                    <a:pt x="5353" y="10958"/>
                    <a:pt x="5289" y="10926"/>
                    <a:pt x="5226" y="10894"/>
                  </a:cubicBezTo>
                  <a:cubicBezTo>
                    <a:pt x="5163" y="10894"/>
                    <a:pt x="5099" y="10863"/>
                    <a:pt x="5068" y="10831"/>
                  </a:cubicBezTo>
                  <a:cubicBezTo>
                    <a:pt x="5004" y="10799"/>
                    <a:pt x="4909" y="10768"/>
                    <a:pt x="4846" y="10704"/>
                  </a:cubicBezTo>
                  <a:cubicBezTo>
                    <a:pt x="4339" y="10388"/>
                    <a:pt x="4086" y="10039"/>
                    <a:pt x="3833" y="9849"/>
                  </a:cubicBezTo>
                  <a:cubicBezTo>
                    <a:pt x="3421" y="9501"/>
                    <a:pt x="2914" y="9311"/>
                    <a:pt x="2344" y="9311"/>
                  </a:cubicBezTo>
                  <a:cubicBezTo>
                    <a:pt x="1046" y="9311"/>
                    <a:pt x="1" y="10356"/>
                    <a:pt x="1" y="11654"/>
                  </a:cubicBezTo>
                  <a:cubicBezTo>
                    <a:pt x="1" y="12921"/>
                    <a:pt x="1046" y="13966"/>
                    <a:pt x="2344" y="13966"/>
                  </a:cubicBezTo>
                  <a:cubicBezTo>
                    <a:pt x="2914" y="13966"/>
                    <a:pt x="3421" y="13776"/>
                    <a:pt x="3833" y="13428"/>
                  </a:cubicBezTo>
                  <a:cubicBezTo>
                    <a:pt x="4086" y="13238"/>
                    <a:pt x="4339" y="12890"/>
                    <a:pt x="4846" y="12573"/>
                  </a:cubicBezTo>
                  <a:cubicBezTo>
                    <a:pt x="4909" y="12541"/>
                    <a:pt x="4973" y="12478"/>
                    <a:pt x="5068" y="12446"/>
                  </a:cubicBezTo>
                  <a:cubicBezTo>
                    <a:pt x="5099" y="12415"/>
                    <a:pt x="5163" y="12383"/>
                    <a:pt x="5226" y="12383"/>
                  </a:cubicBezTo>
                  <a:cubicBezTo>
                    <a:pt x="5289" y="12351"/>
                    <a:pt x="5353" y="12320"/>
                    <a:pt x="5416" y="12288"/>
                  </a:cubicBezTo>
                  <a:cubicBezTo>
                    <a:pt x="5928" y="12078"/>
                    <a:pt x="6507" y="11962"/>
                    <a:pt x="7111" y="11962"/>
                  </a:cubicBezTo>
                  <a:cubicBezTo>
                    <a:pt x="8789" y="11962"/>
                    <a:pt x="10666" y="12857"/>
                    <a:pt x="11877" y="15138"/>
                  </a:cubicBezTo>
                  <a:cubicBezTo>
                    <a:pt x="13207" y="17988"/>
                    <a:pt x="16089" y="19983"/>
                    <a:pt x="19445" y="19983"/>
                  </a:cubicBezTo>
                  <a:cubicBezTo>
                    <a:pt x="22866" y="19983"/>
                    <a:pt x="25811" y="17893"/>
                    <a:pt x="27078" y="14948"/>
                  </a:cubicBezTo>
                  <a:cubicBezTo>
                    <a:pt x="27924" y="12959"/>
                    <a:pt x="29522" y="12034"/>
                    <a:pt x="30994" y="12034"/>
                  </a:cubicBezTo>
                  <a:cubicBezTo>
                    <a:pt x="32662" y="12034"/>
                    <a:pt x="34168" y="13221"/>
                    <a:pt x="34235" y="15391"/>
                  </a:cubicBezTo>
                  <a:lnTo>
                    <a:pt x="34235" y="19825"/>
                  </a:lnTo>
                  <a:cubicBezTo>
                    <a:pt x="34235" y="21725"/>
                    <a:pt x="35755" y="23277"/>
                    <a:pt x="37655" y="23277"/>
                  </a:cubicBezTo>
                  <a:lnTo>
                    <a:pt x="127025" y="23277"/>
                  </a:lnTo>
                  <a:cubicBezTo>
                    <a:pt x="128925" y="23277"/>
                    <a:pt x="130477" y="21725"/>
                    <a:pt x="130477" y="19825"/>
                  </a:cubicBezTo>
                  <a:lnTo>
                    <a:pt x="130477" y="3452"/>
                  </a:lnTo>
                  <a:cubicBezTo>
                    <a:pt x="130477" y="1552"/>
                    <a:pt x="128925" y="0"/>
                    <a:pt x="127025"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8"/>
            <p:cNvSpPr/>
            <p:nvPr/>
          </p:nvSpPr>
          <p:spPr>
            <a:xfrm>
              <a:off x="4059775" y="2621950"/>
              <a:ext cx="340475" cy="341250"/>
            </a:xfrm>
            <a:custGeom>
              <a:rect b="b" l="l" r="r" t="t"/>
              <a:pathLst>
                <a:path extrusionOk="0" h="13650" w="13619">
                  <a:moveTo>
                    <a:pt x="6809" y="0"/>
                  </a:moveTo>
                  <a:cubicBezTo>
                    <a:pt x="3041" y="0"/>
                    <a:pt x="1" y="3040"/>
                    <a:pt x="1" y="6809"/>
                  </a:cubicBezTo>
                  <a:cubicBezTo>
                    <a:pt x="1" y="10577"/>
                    <a:pt x="3041" y="13649"/>
                    <a:pt x="6809" y="13649"/>
                  </a:cubicBezTo>
                  <a:cubicBezTo>
                    <a:pt x="10578" y="13649"/>
                    <a:pt x="13618" y="10577"/>
                    <a:pt x="13618" y="6809"/>
                  </a:cubicBezTo>
                  <a:cubicBezTo>
                    <a:pt x="13618" y="3040"/>
                    <a:pt x="10578" y="0"/>
                    <a:pt x="68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8"/>
            <p:cNvSpPr/>
            <p:nvPr/>
          </p:nvSpPr>
          <p:spPr>
            <a:xfrm>
              <a:off x="3771600" y="2762075"/>
              <a:ext cx="60975" cy="60975"/>
            </a:xfrm>
            <a:custGeom>
              <a:rect b="b" l="l" r="r" t="t"/>
              <a:pathLst>
                <a:path extrusionOk="0" h="2439" w="2439">
                  <a:moveTo>
                    <a:pt x="2439" y="1204"/>
                  </a:moveTo>
                  <a:cubicBezTo>
                    <a:pt x="2439" y="1901"/>
                    <a:pt x="1900" y="2439"/>
                    <a:pt x="1235" y="2439"/>
                  </a:cubicBezTo>
                  <a:cubicBezTo>
                    <a:pt x="538" y="2439"/>
                    <a:pt x="0" y="1901"/>
                    <a:pt x="0" y="1204"/>
                  </a:cubicBezTo>
                  <a:cubicBezTo>
                    <a:pt x="0" y="539"/>
                    <a:pt x="538" y="0"/>
                    <a:pt x="1235" y="0"/>
                  </a:cubicBezTo>
                  <a:cubicBezTo>
                    <a:pt x="1900" y="0"/>
                    <a:pt x="2439" y="539"/>
                    <a:pt x="2439" y="1204"/>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8"/>
            <p:cNvSpPr/>
            <p:nvPr/>
          </p:nvSpPr>
          <p:spPr>
            <a:xfrm>
              <a:off x="4631400" y="2534050"/>
              <a:ext cx="2341950" cy="517025"/>
            </a:xfrm>
            <a:custGeom>
              <a:rect b="b" l="l" r="r" t="t"/>
              <a:pathLst>
                <a:path extrusionOk="0" h="20681" w="93678">
                  <a:moveTo>
                    <a:pt x="2154" y="1"/>
                  </a:moveTo>
                  <a:cubicBezTo>
                    <a:pt x="982" y="1"/>
                    <a:pt x="1" y="951"/>
                    <a:pt x="1" y="2154"/>
                  </a:cubicBezTo>
                  <a:lnTo>
                    <a:pt x="1" y="18527"/>
                  </a:lnTo>
                  <a:cubicBezTo>
                    <a:pt x="1" y="19730"/>
                    <a:pt x="982" y="20681"/>
                    <a:pt x="2154" y="20681"/>
                  </a:cubicBezTo>
                  <a:lnTo>
                    <a:pt x="91524" y="20681"/>
                  </a:lnTo>
                  <a:cubicBezTo>
                    <a:pt x="92728" y="20681"/>
                    <a:pt x="93678" y="19730"/>
                    <a:pt x="93678" y="18527"/>
                  </a:cubicBezTo>
                  <a:lnTo>
                    <a:pt x="93678" y="2154"/>
                  </a:lnTo>
                  <a:cubicBezTo>
                    <a:pt x="93678" y="951"/>
                    <a:pt x="92728" y="1"/>
                    <a:pt x="9152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8"/>
            <p:cNvSpPr/>
            <p:nvPr/>
          </p:nvSpPr>
          <p:spPr>
            <a:xfrm>
              <a:off x="595975" y="2017050"/>
              <a:ext cx="3262725" cy="581950"/>
            </a:xfrm>
            <a:custGeom>
              <a:rect b="b" l="l" r="r" t="t"/>
              <a:pathLst>
                <a:path extrusionOk="0" h="23278" w="130509">
                  <a:moveTo>
                    <a:pt x="3421" y="1"/>
                  </a:moveTo>
                  <a:cubicBezTo>
                    <a:pt x="1521" y="1"/>
                    <a:pt x="0" y="1521"/>
                    <a:pt x="0" y="3421"/>
                  </a:cubicBezTo>
                  <a:lnTo>
                    <a:pt x="0" y="19826"/>
                  </a:lnTo>
                  <a:cubicBezTo>
                    <a:pt x="0" y="21726"/>
                    <a:pt x="1521" y="23278"/>
                    <a:pt x="3421" y="23278"/>
                  </a:cubicBezTo>
                  <a:lnTo>
                    <a:pt x="92822" y="23278"/>
                  </a:lnTo>
                  <a:cubicBezTo>
                    <a:pt x="94723" y="23278"/>
                    <a:pt x="96274" y="21726"/>
                    <a:pt x="96274" y="19826"/>
                  </a:cubicBezTo>
                  <a:lnTo>
                    <a:pt x="96274" y="15392"/>
                  </a:lnTo>
                  <a:cubicBezTo>
                    <a:pt x="96325" y="13222"/>
                    <a:pt x="97823" y="12035"/>
                    <a:pt x="99487" y="12035"/>
                  </a:cubicBezTo>
                  <a:cubicBezTo>
                    <a:pt x="100956" y="12035"/>
                    <a:pt x="102554" y="12959"/>
                    <a:pt x="103400" y="14949"/>
                  </a:cubicBezTo>
                  <a:lnTo>
                    <a:pt x="103400" y="14917"/>
                  </a:lnTo>
                  <a:cubicBezTo>
                    <a:pt x="104667" y="17894"/>
                    <a:pt x="107612" y="19952"/>
                    <a:pt x="111032" y="19952"/>
                  </a:cubicBezTo>
                  <a:cubicBezTo>
                    <a:pt x="114389" y="19952"/>
                    <a:pt x="117271" y="17989"/>
                    <a:pt x="118601" y="15139"/>
                  </a:cubicBezTo>
                  <a:cubicBezTo>
                    <a:pt x="119811" y="12858"/>
                    <a:pt x="121689" y="11962"/>
                    <a:pt x="123366" y="11962"/>
                  </a:cubicBezTo>
                  <a:cubicBezTo>
                    <a:pt x="123971" y="11962"/>
                    <a:pt x="124550" y="12079"/>
                    <a:pt x="125062" y="12289"/>
                  </a:cubicBezTo>
                  <a:cubicBezTo>
                    <a:pt x="125125" y="12289"/>
                    <a:pt x="125188" y="12320"/>
                    <a:pt x="125252" y="12352"/>
                  </a:cubicBezTo>
                  <a:cubicBezTo>
                    <a:pt x="125315" y="12384"/>
                    <a:pt x="125378" y="12415"/>
                    <a:pt x="125410" y="12447"/>
                  </a:cubicBezTo>
                  <a:cubicBezTo>
                    <a:pt x="125505" y="12479"/>
                    <a:pt x="125568" y="12510"/>
                    <a:pt x="125632" y="12542"/>
                  </a:cubicBezTo>
                  <a:cubicBezTo>
                    <a:pt x="125632" y="12542"/>
                    <a:pt x="125632" y="12542"/>
                    <a:pt x="125632" y="12574"/>
                  </a:cubicBezTo>
                  <a:cubicBezTo>
                    <a:pt x="126138" y="12890"/>
                    <a:pt x="126392" y="13239"/>
                    <a:pt x="126645" y="13429"/>
                  </a:cubicBezTo>
                  <a:cubicBezTo>
                    <a:pt x="127057" y="13777"/>
                    <a:pt x="127563" y="13967"/>
                    <a:pt x="128165" y="13967"/>
                  </a:cubicBezTo>
                  <a:cubicBezTo>
                    <a:pt x="129432" y="13967"/>
                    <a:pt x="130509" y="12922"/>
                    <a:pt x="130509" y="11623"/>
                  </a:cubicBezTo>
                  <a:cubicBezTo>
                    <a:pt x="130509" y="10325"/>
                    <a:pt x="129432" y="9280"/>
                    <a:pt x="128165" y="9280"/>
                  </a:cubicBezTo>
                  <a:cubicBezTo>
                    <a:pt x="127563" y="9280"/>
                    <a:pt x="127057" y="9502"/>
                    <a:pt x="126645" y="9850"/>
                  </a:cubicBezTo>
                  <a:cubicBezTo>
                    <a:pt x="126392" y="10008"/>
                    <a:pt x="126138" y="10388"/>
                    <a:pt x="125632" y="10705"/>
                  </a:cubicBezTo>
                  <a:cubicBezTo>
                    <a:pt x="125568" y="10737"/>
                    <a:pt x="125505" y="10768"/>
                    <a:pt x="125410" y="10832"/>
                  </a:cubicBezTo>
                  <a:cubicBezTo>
                    <a:pt x="125378" y="10863"/>
                    <a:pt x="125315" y="10863"/>
                    <a:pt x="125283" y="10895"/>
                  </a:cubicBezTo>
                  <a:cubicBezTo>
                    <a:pt x="125188" y="10927"/>
                    <a:pt x="125157" y="10958"/>
                    <a:pt x="125062" y="10990"/>
                  </a:cubicBezTo>
                  <a:cubicBezTo>
                    <a:pt x="124554" y="11190"/>
                    <a:pt x="123980" y="11302"/>
                    <a:pt x="123381" y="11302"/>
                  </a:cubicBezTo>
                  <a:cubicBezTo>
                    <a:pt x="121700" y="11302"/>
                    <a:pt x="119815" y="10419"/>
                    <a:pt x="118601" y="8108"/>
                  </a:cubicBezTo>
                  <a:lnTo>
                    <a:pt x="118601" y="8140"/>
                  </a:lnTo>
                  <a:cubicBezTo>
                    <a:pt x="117271" y="5290"/>
                    <a:pt x="114389" y="3295"/>
                    <a:pt x="111032" y="3295"/>
                  </a:cubicBezTo>
                  <a:cubicBezTo>
                    <a:pt x="107612" y="3295"/>
                    <a:pt x="104667" y="5385"/>
                    <a:pt x="103400" y="8330"/>
                  </a:cubicBezTo>
                  <a:cubicBezTo>
                    <a:pt x="102569" y="10319"/>
                    <a:pt x="100972" y="11244"/>
                    <a:pt x="99500" y="11244"/>
                  </a:cubicBezTo>
                  <a:cubicBezTo>
                    <a:pt x="97832" y="11244"/>
                    <a:pt x="96325" y="10057"/>
                    <a:pt x="96274" y="7887"/>
                  </a:cubicBezTo>
                  <a:lnTo>
                    <a:pt x="96274" y="3421"/>
                  </a:lnTo>
                  <a:cubicBezTo>
                    <a:pt x="96274" y="1521"/>
                    <a:pt x="94723" y="1"/>
                    <a:pt x="92822"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8"/>
            <p:cNvSpPr/>
            <p:nvPr/>
          </p:nvSpPr>
          <p:spPr>
            <a:xfrm>
              <a:off x="3178575" y="2137375"/>
              <a:ext cx="386400" cy="341300"/>
            </a:xfrm>
            <a:custGeom>
              <a:rect b="b" l="l" r="r" t="t"/>
              <a:pathLst>
                <a:path extrusionOk="0" h="13652" w="15456">
                  <a:moveTo>
                    <a:pt x="7736" y="1"/>
                  </a:moveTo>
                  <a:cubicBezTo>
                    <a:pt x="6877" y="1"/>
                    <a:pt x="6005" y="164"/>
                    <a:pt x="5163" y="508"/>
                  </a:cubicBezTo>
                  <a:cubicBezTo>
                    <a:pt x="1679" y="1933"/>
                    <a:pt x="1" y="5924"/>
                    <a:pt x="1426" y="9407"/>
                  </a:cubicBezTo>
                  <a:cubicBezTo>
                    <a:pt x="2507" y="12048"/>
                    <a:pt x="5062" y="13652"/>
                    <a:pt x="7752" y="13652"/>
                  </a:cubicBezTo>
                  <a:cubicBezTo>
                    <a:pt x="8611" y="13652"/>
                    <a:pt x="9483" y="13489"/>
                    <a:pt x="10325" y="13144"/>
                  </a:cubicBezTo>
                  <a:cubicBezTo>
                    <a:pt x="13809" y="11719"/>
                    <a:pt x="15455" y="7729"/>
                    <a:pt x="14062" y="4245"/>
                  </a:cubicBezTo>
                  <a:cubicBezTo>
                    <a:pt x="12982" y="1604"/>
                    <a:pt x="10426" y="1"/>
                    <a:pt x="77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8"/>
            <p:cNvSpPr/>
            <p:nvPr/>
          </p:nvSpPr>
          <p:spPr>
            <a:xfrm>
              <a:off x="3769225" y="2277550"/>
              <a:ext cx="60975" cy="60975"/>
            </a:xfrm>
            <a:custGeom>
              <a:rect b="b" l="l" r="r" t="t"/>
              <a:pathLst>
                <a:path extrusionOk="0" h="2439" w="2439">
                  <a:moveTo>
                    <a:pt x="2439" y="1203"/>
                  </a:moveTo>
                  <a:cubicBezTo>
                    <a:pt x="2439" y="1900"/>
                    <a:pt x="1900" y="2439"/>
                    <a:pt x="1203" y="2439"/>
                  </a:cubicBezTo>
                  <a:cubicBezTo>
                    <a:pt x="538" y="2439"/>
                    <a:pt x="0" y="1900"/>
                    <a:pt x="0" y="1203"/>
                  </a:cubicBezTo>
                  <a:cubicBezTo>
                    <a:pt x="0" y="538"/>
                    <a:pt x="538" y="0"/>
                    <a:pt x="1203" y="0"/>
                  </a:cubicBezTo>
                  <a:cubicBezTo>
                    <a:pt x="1900" y="0"/>
                    <a:pt x="2439" y="538"/>
                    <a:pt x="2439" y="1203"/>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8"/>
            <p:cNvSpPr/>
            <p:nvPr/>
          </p:nvSpPr>
          <p:spPr>
            <a:xfrm>
              <a:off x="627650" y="2049525"/>
              <a:ext cx="2342725" cy="517025"/>
            </a:xfrm>
            <a:custGeom>
              <a:rect b="b" l="l" r="r" t="t"/>
              <a:pathLst>
                <a:path extrusionOk="0" h="20681" w="93709">
                  <a:moveTo>
                    <a:pt x="2154" y="0"/>
                  </a:moveTo>
                  <a:cubicBezTo>
                    <a:pt x="982" y="0"/>
                    <a:pt x="0" y="950"/>
                    <a:pt x="0" y="2154"/>
                  </a:cubicBezTo>
                  <a:lnTo>
                    <a:pt x="0" y="18527"/>
                  </a:lnTo>
                  <a:cubicBezTo>
                    <a:pt x="0" y="19730"/>
                    <a:pt x="982" y="20680"/>
                    <a:pt x="2154" y="20680"/>
                  </a:cubicBezTo>
                  <a:lnTo>
                    <a:pt x="91555" y="20680"/>
                  </a:lnTo>
                  <a:cubicBezTo>
                    <a:pt x="92759" y="20680"/>
                    <a:pt x="93709" y="19730"/>
                    <a:pt x="93709" y="18527"/>
                  </a:cubicBezTo>
                  <a:lnTo>
                    <a:pt x="93709" y="2154"/>
                  </a:lnTo>
                  <a:cubicBezTo>
                    <a:pt x="93709" y="950"/>
                    <a:pt x="92727" y="0"/>
                    <a:pt x="9155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8"/>
            <p:cNvSpPr/>
            <p:nvPr/>
          </p:nvSpPr>
          <p:spPr>
            <a:xfrm>
              <a:off x="3256975" y="2195200"/>
              <a:ext cx="224875" cy="224875"/>
            </a:xfrm>
            <a:custGeom>
              <a:rect b="b" l="l" r="r" t="t"/>
              <a:pathLst>
                <a:path extrusionOk="0" h="8995" w="8995">
                  <a:moveTo>
                    <a:pt x="4497" y="2692"/>
                  </a:moveTo>
                  <a:cubicBezTo>
                    <a:pt x="5511" y="2692"/>
                    <a:pt x="6334" y="3516"/>
                    <a:pt x="6334" y="4497"/>
                  </a:cubicBezTo>
                  <a:cubicBezTo>
                    <a:pt x="6334" y="5511"/>
                    <a:pt x="5511" y="6334"/>
                    <a:pt x="4497" y="6334"/>
                  </a:cubicBezTo>
                  <a:cubicBezTo>
                    <a:pt x="3515" y="6334"/>
                    <a:pt x="2692" y="5511"/>
                    <a:pt x="2692" y="4497"/>
                  </a:cubicBezTo>
                  <a:cubicBezTo>
                    <a:pt x="2692" y="3516"/>
                    <a:pt x="3515" y="2692"/>
                    <a:pt x="4497" y="2692"/>
                  </a:cubicBezTo>
                  <a:close/>
                  <a:moveTo>
                    <a:pt x="4497" y="2376"/>
                  </a:moveTo>
                  <a:cubicBezTo>
                    <a:pt x="3325" y="2376"/>
                    <a:pt x="2375" y="3326"/>
                    <a:pt x="2375" y="4497"/>
                  </a:cubicBezTo>
                  <a:cubicBezTo>
                    <a:pt x="2375" y="5669"/>
                    <a:pt x="3325" y="6651"/>
                    <a:pt x="4497" y="6651"/>
                  </a:cubicBezTo>
                  <a:cubicBezTo>
                    <a:pt x="5701" y="6651"/>
                    <a:pt x="6651" y="5669"/>
                    <a:pt x="6651" y="4497"/>
                  </a:cubicBezTo>
                  <a:cubicBezTo>
                    <a:pt x="6651" y="3326"/>
                    <a:pt x="5701" y="2376"/>
                    <a:pt x="4497" y="2376"/>
                  </a:cubicBezTo>
                  <a:close/>
                  <a:moveTo>
                    <a:pt x="4782" y="317"/>
                  </a:moveTo>
                  <a:cubicBezTo>
                    <a:pt x="4877" y="317"/>
                    <a:pt x="4909" y="381"/>
                    <a:pt x="4909" y="444"/>
                  </a:cubicBezTo>
                  <a:lnTo>
                    <a:pt x="4909" y="1489"/>
                  </a:lnTo>
                  <a:lnTo>
                    <a:pt x="5036" y="1521"/>
                  </a:lnTo>
                  <a:cubicBezTo>
                    <a:pt x="5479" y="1616"/>
                    <a:pt x="5859" y="1774"/>
                    <a:pt x="6239" y="2027"/>
                  </a:cubicBezTo>
                  <a:lnTo>
                    <a:pt x="6334" y="2091"/>
                  </a:lnTo>
                  <a:lnTo>
                    <a:pt x="7094" y="1331"/>
                  </a:lnTo>
                  <a:cubicBezTo>
                    <a:pt x="7110" y="1315"/>
                    <a:pt x="7142" y="1307"/>
                    <a:pt x="7173" y="1307"/>
                  </a:cubicBezTo>
                  <a:cubicBezTo>
                    <a:pt x="7205" y="1307"/>
                    <a:pt x="7237" y="1315"/>
                    <a:pt x="7252" y="1331"/>
                  </a:cubicBezTo>
                  <a:lnTo>
                    <a:pt x="7664" y="1742"/>
                  </a:lnTo>
                  <a:cubicBezTo>
                    <a:pt x="7727" y="1806"/>
                    <a:pt x="7727" y="1869"/>
                    <a:pt x="7664" y="1932"/>
                  </a:cubicBezTo>
                  <a:lnTo>
                    <a:pt x="6936" y="2661"/>
                  </a:lnTo>
                  <a:lnTo>
                    <a:pt x="6999" y="2787"/>
                  </a:lnTo>
                  <a:cubicBezTo>
                    <a:pt x="7252" y="3136"/>
                    <a:pt x="7411" y="3547"/>
                    <a:pt x="7474" y="3959"/>
                  </a:cubicBezTo>
                  <a:lnTo>
                    <a:pt x="7506" y="4086"/>
                  </a:lnTo>
                  <a:lnTo>
                    <a:pt x="8551" y="4086"/>
                  </a:lnTo>
                  <a:cubicBezTo>
                    <a:pt x="8646" y="4086"/>
                    <a:pt x="8677" y="4149"/>
                    <a:pt x="8677" y="4212"/>
                  </a:cubicBezTo>
                  <a:lnTo>
                    <a:pt x="8677" y="4782"/>
                  </a:lnTo>
                  <a:cubicBezTo>
                    <a:pt x="8677" y="4877"/>
                    <a:pt x="8646" y="4909"/>
                    <a:pt x="8551" y="4909"/>
                  </a:cubicBezTo>
                  <a:lnTo>
                    <a:pt x="7506" y="4909"/>
                  </a:lnTo>
                  <a:lnTo>
                    <a:pt x="7474" y="5036"/>
                  </a:lnTo>
                  <a:cubicBezTo>
                    <a:pt x="7411" y="5479"/>
                    <a:pt x="7252" y="5859"/>
                    <a:pt x="6999" y="6239"/>
                  </a:cubicBezTo>
                  <a:lnTo>
                    <a:pt x="6936" y="6334"/>
                  </a:lnTo>
                  <a:lnTo>
                    <a:pt x="7664" y="7094"/>
                  </a:lnTo>
                  <a:cubicBezTo>
                    <a:pt x="7727" y="7126"/>
                    <a:pt x="7727" y="7221"/>
                    <a:pt x="7664" y="7253"/>
                  </a:cubicBezTo>
                  <a:lnTo>
                    <a:pt x="7252" y="7664"/>
                  </a:lnTo>
                  <a:cubicBezTo>
                    <a:pt x="7237" y="7696"/>
                    <a:pt x="7205" y="7712"/>
                    <a:pt x="7173" y="7712"/>
                  </a:cubicBezTo>
                  <a:cubicBezTo>
                    <a:pt x="7142" y="7712"/>
                    <a:pt x="7110" y="7696"/>
                    <a:pt x="7094" y="7664"/>
                  </a:cubicBezTo>
                  <a:lnTo>
                    <a:pt x="6334" y="6904"/>
                  </a:lnTo>
                  <a:lnTo>
                    <a:pt x="6239" y="6999"/>
                  </a:lnTo>
                  <a:cubicBezTo>
                    <a:pt x="5891" y="7221"/>
                    <a:pt x="5479" y="7411"/>
                    <a:pt x="5067" y="7474"/>
                  </a:cubicBezTo>
                  <a:lnTo>
                    <a:pt x="4941" y="7506"/>
                  </a:lnTo>
                  <a:lnTo>
                    <a:pt x="4941" y="8551"/>
                  </a:lnTo>
                  <a:cubicBezTo>
                    <a:pt x="4941" y="8614"/>
                    <a:pt x="4877" y="8678"/>
                    <a:pt x="4814" y="8678"/>
                  </a:cubicBezTo>
                  <a:lnTo>
                    <a:pt x="4212" y="8678"/>
                  </a:lnTo>
                  <a:cubicBezTo>
                    <a:pt x="4149" y="8678"/>
                    <a:pt x="4085" y="8614"/>
                    <a:pt x="4085" y="8551"/>
                  </a:cubicBezTo>
                  <a:lnTo>
                    <a:pt x="4085" y="7506"/>
                  </a:lnTo>
                  <a:lnTo>
                    <a:pt x="3959" y="7474"/>
                  </a:lnTo>
                  <a:cubicBezTo>
                    <a:pt x="3547" y="7411"/>
                    <a:pt x="3135" y="7253"/>
                    <a:pt x="2787" y="6999"/>
                  </a:cubicBezTo>
                  <a:lnTo>
                    <a:pt x="2692" y="6904"/>
                  </a:lnTo>
                  <a:lnTo>
                    <a:pt x="1932" y="7664"/>
                  </a:lnTo>
                  <a:cubicBezTo>
                    <a:pt x="1900" y="7696"/>
                    <a:pt x="1869" y="7712"/>
                    <a:pt x="1837" y="7712"/>
                  </a:cubicBezTo>
                  <a:cubicBezTo>
                    <a:pt x="1805" y="7712"/>
                    <a:pt x="1774" y="7696"/>
                    <a:pt x="1742" y="7664"/>
                  </a:cubicBezTo>
                  <a:lnTo>
                    <a:pt x="1330" y="7253"/>
                  </a:lnTo>
                  <a:cubicBezTo>
                    <a:pt x="1299" y="7221"/>
                    <a:pt x="1299" y="7126"/>
                    <a:pt x="1330" y="7094"/>
                  </a:cubicBezTo>
                  <a:lnTo>
                    <a:pt x="2090" y="6334"/>
                  </a:lnTo>
                  <a:lnTo>
                    <a:pt x="2027" y="6239"/>
                  </a:lnTo>
                  <a:cubicBezTo>
                    <a:pt x="1774" y="5859"/>
                    <a:pt x="1615" y="5479"/>
                    <a:pt x="1520" y="5036"/>
                  </a:cubicBezTo>
                  <a:lnTo>
                    <a:pt x="1520" y="4909"/>
                  </a:lnTo>
                  <a:lnTo>
                    <a:pt x="444" y="4909"/>
                  </a:lnTo>
                  <a:cubicBezTo>
                    <a:pt x="380" y="4909"/>
                    <a:pt x="317" y="4846"/>
                    <a:pt x="317" y="4782"/>
                  </a:cubicBezTo>
                  <a:lnTo>
                    <a:pt x="317" y="4212"/>
                  </a:lnTo>
                  <a:cubicBezTo>
                    <a:pt x="317" y="4149"/>
                    <a:pt x="380" y="4086"/>
                    <a:pt x="444" y="4086"/>
                  </a:cubicBezTo>
                  <a:lnTo>
                    <a:pt x="1520" y="4086"/>
                  </a:lnTo>
                  <a:lnTo>
                    <a:pt x="1520" y="3959"/>
                  </a:lnTo>
                  <a:cubicBezTo>
                    <a:pt x="1615" y="3547"/>
                    <a:pt x="1774" y="3136"/>
                    <a:pt x="2027" y="2787"/>
                  </a:cubicBezTo>
                  <a:lnTo>
                    <a:pt x="2090" y="2661"/>
                  </a:lnTo>
                  <a:lnTo>
                    <a:pt x="1330" y="1932"/>
                  </a:lnTo>
                  <a:cubicBezTo>
                    <a:pt x="1299" y="1869"/>
                    <a:pt x="1299" y="1806"/>
                    <a:pt x="1330" y="1742"/>
                  </a:cubicBezTo>
                  <a:lnTo>
                    <a:pt x="1742" y="1331"/>
                  </a:lnTo>
                  <a:cubicBezTo>
                    <a:pt x="1774" y="1315"/>
                    <a:pt x="1805" y="1307"/>
                    <a:pt x="1837" y="1307"/>
                  </a:cubicBezTo>
                  <a:cubicBezTo>
                    <a:pt x="1869" y="1307"/>
                    <a:pt x="1900" y="1315"/>
                    <a:pt x="1932" y="1331"/>
                  </a:cubicBezTo>
                  <a:lnTo>
                    <a:pt x="2660" y="2091"/>
                  </a:lnTo>
                  <a:lnTo>
                    <a:pt x="2787" y="2027"/>
                  </a:lnTo>
                  <a:cubicBezTo>
                    <a:pt x="3135" y="1774"/>
                    <a:pt x="3547" y="1616"/>
                    <a:pt x="3959" y="1521"/>
                  </a:cubicBezTo>
                  <a:lnTo>
                    <a:pt x="4085" y="1489"/>
                  </a:lnTo>
                  <a:lnTo>
                    <a:pt x="4085" y="444"/>
                  </a:lnTo>
                  <a:cubicBezTo>
                    <a:pt x="4085" y="381"/>
                    <a:pt x="4149" y="317"/>
                    <a:pt x="4212" y="317"/>
                  </a:cubicBezTo>
                  <a:close/>
                  <a:moveTo>
                    <a:pt x="4212" y="0"/>
                  </a:moveTo>
                  <a:cubicBezTo>
                    <a:pt x="3959" y="0"/>
                    <a:pt x="3769" y="190"/>
                    <a:pt x="3769" y="444"/>
                  </a:cubicBezTo>
                  <a:lnTo>
                    <a:pt x="3769" y="1236"/>
                  </a:lnTo>
                  <a:cubicBezTo>
                    <a:pt x="3389" y="1331"/>
                    <a:pt x="3040" y="1457"/>
                    <a:pt x="2724" y="1679"/>
                  </a:cubicBezTo>
                  <a:lnTo>
                    <a:pt x="2154" y="1109"/>
                  </a:lnTo>
                  <a:cubicBezTo>
                    <a:pt x="2074" y="1030"/>
                    <a:pt x="1964" y="990"/>
                    <a:pt x="1849" y="990"/>
                  </a:cubicBezTo>
                  <a:cubicBezTo>
                    <a:pt x="1734" y="990"/>
                    <a:pt x="1615" y="1030"/>
                    <a:pt x="1520" y="1109"/>
                  </a:cubicBezTo>
                  <a:lnTo>
                    <a:pt x="1109" y="1521"/>
                  </a:lnTo>
                  <a:cubicBezTo>
                    <a:pt x="950" y="1711"/>
                    <a:pt x="950" y="1996"/>
                    <a:pt x="1109" y="2154"/>
                  </a:cubicBezTo>
                  <a:lnTo>
                    <a:pt x="1679" y="2724"/>
                  </a:lnTo>
                  <a:cubicBezTo>
                    <a:pt x="1457" y="3041"/>
                    <a:pt x="1330" y="3389"/>
                    <a:pt x="1235" y="3769"/>
                  </a:cubicBezTo>
                  <a:lnTo>
                    <a:pt x="444" y="3769"/>
                  </a:lnTo>
                  <a:cubicBezTo>
                    <a:pt x="190" y="3769"/>
                    <a:pt x="0" y="3959"/>
                    <a:pt x="0" y="4212"/>
                  </a:cubicBezTo>
                  <a:lnTo>
                    <a:pt x="0" y="4782"/>
                  </a:lnTo>
                  <a:cubicBezTo>
                    <a:pt x="0" y="5036"/>
                    <a:pt x="190" y="5226"/>
                    <a:pt x="444" y="5226"/>
                  </a:cubicBezTo>
                  <a:lnTo>
                    <a:pt x="1235" y="5226"/>
                  </a:lnTo>
                  <a:cubicBezTo>
                    <a:pt x="1330" y="5606"/>
                    <a:pt x="1489" y="5986"/>
                    <a:pt x="1679" y="6303"/>
                  </a:cubicBezTo>
                  <a:lnTo>
                    <a:pt x="1109" y="6841"/>
                  </a:lnTo>
                  <a:cubicBezTo>
                    <a:pt x="950" y="7031"/>
                    <a:pt x="950" y="7316"/>
                    <a:pt x="1109" y="7474"/>
                  </a:cubicBezTo>
                  <a:lnTo>
                    <a:pt x="1520" y="7886"/>
                  </a:lnTo>
                  <a:cubicBezTo>
                    <a:pt x="1615" y="7981"/>
                    <a:pt x="1734" y="8029"/>
                    <a:pt x="1849" y="8029"/>
                  </a:cubicBezTo>
                  <a:cubicBezTo>
                    <a:pt x="1964" y="8029"/>
                    <a:pt x="2074" y="7981"/>
                    <a:pt x="2154" y="7886"/>
                  </a:cubicBezTo>
                  <a:lnTo>
                    <a:pt x="2724" y="7348"/>
                  </a:lnTo>
                  <a:cubicBezTo>
                    <a:pt x="3040" y="7538"/>
                    <a:pt x="3389" y="7696"/>
                    <a:pt x="3769" y="7759"/>
                  </a:cubicBezTo>
                  <a:lnTo>
                    <a:pt x="3769" y="8551"/>
                  </a:lnTo>
                  <a:cubicBezTo>
                    <a:pt x="3769" y="8804"/>
                    <a:pt x="3959" y="8994"/>
                    <a:pt x="4212" y="8994"/>
                  </a:cubicBezTo>
                  <a:lnTo>
                    <a:pt x="4814" y="8994"/>
                  </a:lnTo>
                  <a:cubicBezTo>
                    <a:pt x="5036" y="8994"/>
                    <a:pt x="5226" y="8804"/>
                    <a:pt x="5257" y="8551"/>
                  </a:cubicBezTo>
                  <a:lnTo>
                    <a:pt x="5257" y="7759"/>
                  </a:lnTo>
                  <a:cubicBezTo>
                    <a:pt x="5606" y="7696"/>
                    <a:pt x="5986" y="7538"/>
                    <a:pt x="6302" y="7348"/>
                  </a:cubicBezTo>
                  <a:lnTo>
                    <a:pt x="6872" y="7886"/>
                  </a:lnTo>
                  <a:cubicBezTo>
                    <a:pt x="6952" y="7981"/>
                    <a:pt x="7062" y="8029"/>
                    <a:pt x="7173" y="8029"/>
                  </a:cubicBezTo>
                  <a:cubicBezTo>
                    <a:pt x="7284" y="8029"/>
                    <a:pt x="7395" y="7981"/>
                    <a:pt x="7474" y="7886"/>
                  </a:cubicBezTo>
                  <a:lnTo>
                    <a:pt x="7886" y="7474"/>
                  </a:lnTo>
                  <a:cubicBezTo>
                    <a:pt x="8076" y="7316"/>
                    <a:pt x="8076" y="7031"/>
                    <a:pt x="7886" y="6841"/>
                  </a:cubicBezTo>
                  <a:lnTo>
                    <a:pt x="7347" y="6303"/>
                  </a:lnTo>
                  <a:cubicBezTo>
                    <a:pt x="7537" y="5954"/>
                    <a:pt x="7696" y="5606"/>
                    <a:pt x="7759" y="5226"/>
                  </a:cubicBezTo>
                  <a:lnTo>
                    <a:pt x="8551" y="5226"/>
                  </a:lnTo>
                  <a:cubicBezTo>
                    <a:pt x="8804" y="5226"/>
                    <a:pt x="8994" y="5036"/>
                    <a:pt x="8994" y="4782"/>
                  </a:cubicBezTo>
                  <a:lnTo>
                    <a:pt x="8994" y="4212"/>
                  </a:lnTo>
                  <a:cubicBezTo>
                    <a:pt x="8994" y="3959"/>
                    <a:pt x="8804" y="3769"/>
                    <a:pt x="8551" y="3769"/>
                  </a:cubicBezTo>
                  <a:lnTo>
                    <a:pt x="7759" y="3769"/>
                  </a:lnTo>
                  <a:cubicBezTo>
                    <a:pt x="7696" y="3389"/>
                    <a:pt x="7537" y="3041"/>
                    <a:pt x="7347" y="2724"/>
                  </a:cubicBezTo>
                  <a:lnTo>
                    <a:pt x="7886" y="2154"/>
                  </a:lnTo>
                  <a:cubicBezTo>
                    <a:pt x="8076" y="1996"/>
                    <a:pt x="8076" y="1711"/>
                    <a:pt x="7886" y="1521"/>
                  </a:cubicBezTo>
                  <a:lnTo>
                    <a:pt x="7474" y="1109"/>
                  </a:lnTo>
                  <a:cubicBezTo>
                    <a:pt x="7395" y="1030"/>
                    <a:pt x="7284" y="990"/>
                    <a:pt x="7173" y="990"/>
                  </a:cubicBezTo>
                  <a:cubicBezTo>
                    <a:pt x="7062" y="990"/>
                    <a:pt x="6952" y="1030"/>
                    <a:pt x="6872" y="1109"/>
                  </a:cubicBezTo>
                  <a:lnTo>
                    <a:pt x="6302" y="1679"/>
                  </a:lnTo>
                  <a:cubicBezTo>
                    <a:pt x="5986" y="1457"/>
                    <a:pt x="5606" y="1331"/>
                    <a:pt x="5257" y="1236"/>
                  </a:cubicBezTo>
                  <a:lnTo>
                    <a:pt x="5257" y="444"/>
                  </a:lnTo>
                  <a:cubicBezTo>
                    <a:pt x="5257" y="190"/>
                    <a:pt x="5036" y="0"/>
                    <a:pt x="4814" y="0"/>
                  </a:cubicBez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8"/>
            <p:cNvSpPr/>
            <p:nvPr/>
          </p:nvSpPr>
          <p:spPr>
            <a:xfrm>
              <a:off x="3365425" y="2215000"/>
              <a:ext cx="8750" cy="9525"/>
            </a:xfrm>
            <a:custGeom>
              <a:rect b="b" l="l" r="r" t="t"/>
              <a:pathLst>
                <a:path extrusionOk="0" h="381" w="350">
                  <a:moveTo>
                    <a:pt x="159" y="0"/>
                  </a:moveTo>
                  <a:cubicBezTo>
                    <a:pt x="64" y="0"/>
                    <a:pt x="1" y="95"/>
                    <a:pt x="1" y="190"/>
                  </a:cubicBezTo>
                  <a:cubicBezTo>
                    <a:pt x="1" y="285"/>
                    <a:pt x="64" y="380"/>
                    <a:pt x="159" y="380"/>
                  </a:cubicBezTo>
                  <a:cubicBezTo>
                    <a:pt x="286" y="380"/>
                    <a:pt x="349" y="285"/>
                    <a:pt x="349" y="190"/>
                  </a:cubicBezTo>
                  <a:cubicBezTo>
                    <a:pt x="349" y="95"/>
                    <a:pt x="286" y="0"/>
                    <a:pt x="159" y="0"/>
                  </a:cubicBez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8"/>
            <p:cNvSpPr/>
            <p:nvPr/>
          </p:nvSpPr>
          <p:spPr>
            <a:xfrm>
              <a:off x="3365425"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8"/>
            <p:cNvSpPr/>
            <p:nvPr/>
          </p:nvSpPr>
          <p:spPr>
            <a:xfrm>
              <a:off x="3365425"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8"/>
            <p:cNvSpPr/>
            <p:nvPr/>
          </p:nvSpPr>
          <p:spPr>
            <a:xfrm>
              <a:off x="3365425"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8"/>
            <p:cNvSpPr/>
            <p:nvPr/>
          </p:nvSpPr>
          <p:spPr>
            <a:xfrm>
              <a:off x="3366225" y="2215000"/>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8"/>
            <p:cNvSpPr/>
            <p:nvPr/>
          </p:nvSpPr>
          <p:spPr>
            <a:xfrm>
              <a:off x="3366225" y="2215000"/>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8"/>
            <p:cNvSpPr/>
            <p:nvPr/>
          </p:nvSpPr>
          <p:spPr>
            <a:xfrm>
              <a:off x="3366225" y="2215000"/>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8"/>
            <p:cNvSpPr/>
            <p:nvPr/>
          </p:nvSpPr>
          <p:spPr>
            <a:xfrm>
              <a:off x="3366225" y="2215000"/>
              <a:ext cx="825" cy="9525"/>
            </a:xfrm>
            <a:custGeom>
              <a:rect b="b" l="l" r="r" t="t"/>
              <a:pathLst>
                <a:path extrusionOk="0" h="381" w="33">
                  <a:moveTo>
                    <a:pt x="0" y="0"/>
                  </a:moveTo>
                  <a:lnTo>
                    <a:pt x="0"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8"/>
            <p:cNvSpPr/>
            <p:nvPr/>
          </p:nvSpPr>
          <p:spPr>
            <a:xfrm>
              <a:off x="3367025" y="2215000"/>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8"/>
            <p:cNvSpPr/>
            <p:nvPr/>
          </p:nvSpPr>
          <p:spPr>
            <a:xfrm>
              <a:off x="3367025" y="2215000"/>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8"/>
            <p:cNvSpPr/>
            <p:nvPr/>
          </p:nvSpPr>
          <p:spPr>
            <a:xfrm>
              <a:off x="3367025" y="2215000"/>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8"/>
            <p:cNvSpPr/>
            <p:nvPr/>
          </p:nvSpPr>
          <p:spPr>
            <a:xfrm>
              <a:off x="3367800"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8"/>
            <p:cNvSpPr/>
            <p:nvPr/>
          </p:nvSpPr>
          <p:spPr>
            <a:xfrm>
              <a:off x="3367800"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8"/>
            <p:cNvSpPr/>
            <p:nvPr/>
          </p:nvSpPr>
          <p:spPr>
            <a:xfrm>
              <a:off x="3367800"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8"/>
            <p:cNvSpPr/>
            <p:nvPr/>
          </p:nvSpPr>
          <p:spPr>
            <a:xfrm>
              <a:off x="3367800" y="2215000"/>
              <a:ext cx="825" cy="9525"/>
            </a:xfrm>
            <a:custGeom>
              <a:rect b="b" l="l" r="r" t="t"/>
              <a:pathLst>
                <a:path extrusionOk="0" h="381" w="33">
                  <a:moveTo>
                    <a:pt x="1" y="0"/>
                  </a:moveTo>
                  <a:lnTo>
                    <a:pt x="1" y="380"/>
                  </a:lnTo>
                  <a:lnTo>
                    <a:pt x="33" y="380"/>
                  </a:lnTo>
                  <a:lnTo>
                    <a:pt x="33"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8"/>
            <p:cNvSpPr/>
            <p:nvPr/>
          </p:nvSpPr>
          <p:spPr>
            <a:xfrm>
              <a:off x="3368600"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8"/>
            <p:cNvSpPr/>
            <p:nvPr/>
          </p:nvSpPr>
          <p:spPr>
            <a:xfrm>
              <a:off x="3368600"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8"/>
            <p:cNvSpPr/>
            <p:nvPr/>
          </p:nvSpPr>
          <p:spPr>
            <a:xfrm>
              <a:off x="3368600" y="2215000"/>
              <a:ext cx="825" cy="9525"/>
            </a:xfrm>
            <a:custGeom>
              <a:rect b="b" l="l" r="r" t="t"/>
              <a:pathLst>
                <a:path extrusionOk="0" h="381" w="33">
                  <a:moveTo>
                    <a:pt x="1" y="0"/>
                  </a:moveTo>
                  <a:lnTo>
                    <a:pt x="1"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8"/>
            <p:cNvSpPr/>
            <p:nvPr/>
          </p:nvSpPr>
          <p:spPr>
            <a:xfrm>
              <a:off x="3369400" y="2215000"/>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8"/>
            <p:cNvSpPr/>
            <p:nvPr/>
          </p:nvSpPr>
          <p:spPr>
            <a:xfrm>
              <a:off x="3369400" y="2215000"/>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8"/>
            <p:cNvSpPr/>
            <p:nvPr/>
          </p:nvSpPr>
          <p:spPr>
            <a:xfrm>
              <a:off x="3369400" y="2215000"/>
              <a:ext cx="800" cy="9525"/>
            </a:xfrm>
            <a:custGeom>
              <a:rect b="b" l="l" r="r" t="t"/>
              <a:pathLst>
                <a:path extrusionOk="0" h="381" w="32">
                  <a:moveTo>
                    <a:pt x="0" y="0"/>
                  </a:moveTo>
                  <a:lnTo>
                    <a:pt x="0"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8"/>
            <p:cNvSpPr/>
            <p:nvPr/>
          </p:nvSpPr>
          <p:spPr>
            <a:xfrm>
              <a:off x="3370175"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8"/>
            <p:cNvSpPr/>
            <p:nvPr/>
          </p:nvSpPr>
          <p:spPr>
            <a:xfrm>
              <a:off x="3370175"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8"/>
            <p:cNvSpPr/>
            <p:nvPr/>
          </p:nvSpPr>
          <p:spPr>
            <a:xfrm>
              <a:off x="3370175"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8"/>
            <p:cNvSpPr/>
            <p:nvPr/>
          </p:nvSpPr>
          <p:spPr>
            <a:xfrm>
              <a:off x="3370175" y="2215000"/>
              <a:ext cx="825" cy="9525"/>
            </a:xfrm>
            <a:custGeom>
              <a:rect b="b" l="l" r="r" t="t"/>
              <a:pathLst>
                <a:path extrusionOk="0" h="381" w="33">
                  <a:moveTo>
                    <a:pt x="1" y="0"/>
                  </a:moveTo>
                  <a:lnTo>
                    <a:pt x="1" y="380"/>
                  </a:lnTo>
                  <a:lnTo>
                    <a:pt x="33" y="380"/>
                  </a:lnTo>
                  <a:lnTo>
                    <a:pt x="33"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8"/>
            <p:cNvSpPr/>
            <p:nvPr/>
          </p:nvSpPr>
          <p:spPr>
            <a:xfrm>
              <a:off x="3370975"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8"/>
            <p:cNvSpPr/>
            <p:nvPr/>
          </p:nvSpPr>
          <p:spPr>
            <a:xfrm>
              <a:off x="3370975"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8"/>
            <p:cNvSpPr/>
            <p:nvPr/>
          </p:nvSpPr>
          <p:spPr>
            <a:xfrm>
              <a:off x="3370975"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8"/>
            <p:cNvSpPr/>
            <p:nvPr/>
          </p:nvSpPr>
          <p:spPr>
            <a:xfrm>
              <a:off x="3371775" y="2215000"/>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8"/>
            <p:cNvSpPr/>
            <p:nvPr/>
          </p:nvSpPr>
          <p:spPr>
            <a:xfrm>
              <a:off x="3371775" y="2215000"/>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8"/>
            <p:cNvSpPr/>
            <p:nvPr/>
          </p:nvSpPr>
          <p:spPr>
            <a:xfrm>
              <a:off x="3371775" y="2215000"/>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8"/>
            <p:cNvSpPr/>
            <p:nvPr/>
          </p:nvSpPr>
          <p:spPr>
            <a:xfrm>
              <a:off x="3371775" y="2215000"/>
              <a:ext cx="800" cy="9525"/>
            </a:xfrm>
            <a:custGeom>
              <a:rect b="b" l="l" r="r" t="t"/>
              <a:pathLst>
                <a:path extrusionOk="0" h="381" w="32">
                  <a:moveTo>
                    <a:pt x="0" y="0"/>
                  </a:moveTo>
                  <a:lnTo>
                    <a:pt x="0"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8"/>
            <p:cNvSpPr/>
            <p:nvPr/>
          </p:nvSpPr>
          <p:spPr>
            <a:xfrm>
              <a:off x="3372550"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8"/>
            <p:cNvSpPr/>
            <p:nvPr/>
          </p:nvSpPr>
          <p:spPr>
            <a:xfrm>
              <a:off x="3372550"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8"/>
            <p:cNvSpPr/>
            <p:nvPr/>
          </p:nvSpPr>
          <p:spPr>
            <a:xfrm>
              <a:off x="3372550" y="2215000"/>
              <a:ext cx="825" cy="9525"/>
            </a:xfrm>
            <a:custGeom>
              <a:rect b="b" l="l" r="r" t="t"/>
              <a:pathLst>
                <a:path extrusionOk="0" h="381" w="33">
                  <a:moveTo>
                    <a:pt x="1" y="0"/>
                  </a:moveTo>
                  <a:lnTo>
                    <a:pt x="1" y="380"/>
                  </a:lnTo>
                  <a:lnTo>
                    <a:pt x="33" y="380"/>
                  </a:lnTo>
                  <a:lnTo>
                    <a:pt x="33"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8"/>
            <p:cNvSpPr/>
            <p:nvPr/>
          </p:nvSpPr>
          <p:spPr>
            <a:xfrm>
              <a:off x="3373350"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8"/>
            <p:cNvSpPr/>
            <p:nvPr/>
          </p:nvSpPr>
          <p:spPr>
            <a:xfrm>
              <a:off x="3373350" y="2215000"/>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8"/>
            <p:cNvSpPr/>
            <p:nvPr/>
          </p:nvSpPr>
          <p:spPr>
            <a:xfrm>
              <a:off x="3373350" y="2215000"/>
              <a:ext cx="825" cy="9525"/>
            </a:xfrm>
            <a:custGeom>
              <a:rect b="b" l="l" r="r" t="t"/>
              <a:pathLst>
                <a:path extrusionOk="0" h="381" w="33">
                  <a:moveTo>
                    <a:pt x="1" y="0"/>
                  </a:moveTo>
                  <a:lnTo>
                    <a:pt x="1"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8"/>
            <p:cNvSpPr/>
            <p:nvPr/>
          </p:nvSpPr>
          <p:spPr>
            <a:xfrm>
              <a:off x="3373350" y="2215000"/>
              <a:ext cx="825" cy="9525"/>
            </a:xfrm>
            <a:custGeom>
              <a:rect b="b" l="l" r="r" t="t"/>
              <a:pathLst>
                <a:path extrusionOk="0" h="381" w="33">
                  <a:moveTo>
                    <a:pt x="1" y="0"/>
                  </a:moveTo>
                  <a:lnTo>
                    <a:pt x="1"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8"/>
            <p:cNvSpPr/>
            <p:nvPr/>
          </p:nvSpPr>
          <p:spPr>
            <a:xfrm>
              <a:off x="3374150" y="2215000"/>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p:nvPr/>
          </p:nvSpPr>
          <p:spPr>
            <a:xfrm>
              <a:off x="3427200" y="2240925"/>
              <a:ext cx="9525" cy="9325"/>
            </a:xfrm>
            <a:custGeom>
              <a:rect b="b" l="l" r="r" t="t"/>
              <a:pathLst>
                <a:path extrusionOk="0" h="373" w="381">
                  <a:moveTo>
                    <a:pt x="190" y="0"/>
                  </a:moveTo>
                  <a:cubicBezTo>
                    <a:pt x="143" y="0"/>
                    <a:pt x="95" y="24"/>
                    <a:pt x="63" y="72"/>
                  </a:cubicBezTo>
                  <a:cubicBezTo>
                    <a:pt x="0" y="135"/>
                    <a:pt x="0" y="230"/>
                    <a:pt x="63" y="325"/>
                  </a:cubicBezTo>
                  <a:cubicBezTo>
                    <a:pt x="95" y="357"/>
                    <a:pt x="143" y="372"/>
                    <a:pt x="190" y="372"/>
                  </a:cubicBezTo>
                  <a:cubicBezTo>
                    <a:pt x="238" y="372"/>
                    <a:pt x="285" y="357"/>
                    <a:pt x="317" y="325"/>
                  </a:cubicBezTo>
                  <a:cubicBezTo>
                    <a:pt x="380" y="262"/>
                    <a:pt x="380" y="135"/>
                    <a:pt x="317" y="72"/>
                  </a:cubicBezTo>
                  <a:cubicBezTo>
                    <a:pt x="285" y="24"/>
                    <a:pt x="238" y="0"/>
                    <a:pt x="190" y="0"/>
                  </a:cubicBez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8"/>
            <p:cNvSpPr/>
            <p:nvPr/>
          </p:nvSpPr>
          <p:spPr>
            <a:xfrm>
              <a:off x="3427200" y="2240325"/>
              <a:ext cx="0" cy="10325"/>
            </a:xfrm>
            <a:custGeom>
              <a:rect b="b" l="l" r="r" t="t"/>
              <a:pathLst>
                <a:path extrusionOk="0" h="413" w="0">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8"/>
            <p:cNvSpPr/>
            <p:nvPr/>
          </p:nvSpPr>
          <p:spPr>
            <a:xfrm>
              <a:off x="3427200" y="2240325"/>
              <a:ext cx="800" cy="10325"/>
            </a:xfrm>
            <a:custGeom>
              <a:rect b="b" l="l" r="r" t="t"/>
              <a:pathLst>
                <a:path extrusionOk="0" h="413" w="32">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8"/>
            <p:cNvSpPr/>
            <p:nvPr/>
          </p:nvSpPr>
          <p:spPr>
            <a:xfrm>
              <a:off x="3427200" y="2240325"/>
              <a:ext cx="800" cy="10325"/>
            </a:xfrm>
            <a:custGeom>
              <a:rect b="b" l="l" r="r" t="t"/>
              <a:pathLst>
                <a:path extrusionOk="0" h="413" w="32">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8"/>
            <p:cNvSpPr/>
            <p:nvPr/>
          </p:nvSpPr>
          <p:spPr>
            <a:xfrm>
              <a:off x="3427975"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8"/>
            <p:cNvSpPr/>
            <p:nvPr/>
          </p:nvSpPr>
          <p:spPr>
            <a:xfrm>
              <a:off x="3427975"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8"/>
            <p:cNvSpPr/>
            <p:nvPr/>
          </p:nvSpPr>
          <p:spPr>
            <a:xfrm>
              <a:off x="3427975" y="2240325"/>
              <a:ext cx="825" cy="10325"/>
            </a:xfrm>
            <a:custGeom>
              <a:rect b="b" l="l" r="r" t="t"/>
              <a:pathLst>
                <a:path extrusionOk="0" h="413" w="33">
                  <a:moveTo>
                    <a:pt x="1" y="1"/>
                  </a:moveTo>
                  <a:lnTo>
                    <a:pt x="1"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8"/>
            <p:cNvSpPr/>
            <p:nvPr/>
          </p:nvSpPr>
          <p:spPr>
            <a:xfrm>
              <a:off x="3428775"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8"/>
            <p:cNvSpPr/>
            <p:nvPr/>
          </p:nvSpPr>
          <p:spPr>
            <a:xfrm>
              <a:off x="3428775"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8"/>
            <p:cNvSpPr/>
            <p:nvPr/>
          </p:nvSpPr>
          <p:spPr>
            <a:xfrm>
              <a:off x="3428775" y="2240325"/>
              <a:ext cx="825" cy="10325"/>
            </a:xfrm>
            <a:custGeom>
              <a:rect b="b" l="l" r="r" t="t"/>
              <a:pathLst>
                <a:path extrusionOk="0" h="413" w="33">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8"/>
            <p:cNvSpPr/>
            <p:nvPr/>
          </p:nvSpPr>
          <p:spPr>
            <a:xfrm>
              <a:off x="3429575"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8"/>
            <p:cNvSpPr/>
            <p:nvPr/>
          </p:nvSpPr>
          <p:spPr>
            <a:xfrm>
              <a:off x="3429575"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8"/>
            <p:cNvSpPr/>
            <p:nvPr/>
          </p:nvSpPr>
          <p:spPr>
            <a:xfrm>
              <a:off x="3429575"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8"/>
            <p:cNvSpPr/>
            <p:nvPr/>
          </p:nvSpPr>
          <p:spPr>
            <a:xfrm>
              <a:off x="3429575" y="2240325"/>
              <a:ext cx="800" cy="10325"/>
            </a:xfrm>
            <a:custGeom>
              <a:rect b="b" l="l" r="r" t="t"/>
              <a:pathLst>
                <a:path extrusionOk="0" h="413" w="32">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8"/>
            <p:cNvSpPr/>
            <p:nvPr/>
          </p:nvSpPr>
          <p:spPr>
            <a:xfrm>
              <a:off x="3430350"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8"/>
            <p:cNvSpPr/>
            <p:nvPr/>
          </p:nvSpPr>
          <p:spPr>
            <a:xfrm>
              <a:off x="3430350"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8"/>
            <p:cNvSpPr/>
            <p:nvPr/>
          </p:nvSpPr>
          <p:spPr>
            <a:xfrm>
              <a:off x="3430350" y="2240325"/>
              <a:ext cx="825" cy="10325"/>
            </a:xfrm>
            <a:custGeom>
              <a:rect b="b" l="l" r="r" t="t"/>
              <a:pathLst>
                <a:path extrusionOk="0" h="413" w="33">
                  <a:moveTo>
                    <a:pt x="1" y="1"/>
                  </a:moveTo>
                  <a:lnTo>
                    <a:pt x="1"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8"/>
            <p:cNvSpPr/>
            <p:nvPr/>
          </p:nvSpPr>
          <p:spPr>
            <a:xfrm>
              <a:off x="3431150"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8"/>
            <p:cNvSpPr/>
            <p:nvPr/>
          </p:nvSpPr>
          <p:spPr>
            <a:xfrm>
              <a:off x="3431150"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8"/>
            <p:cNvSpPr/>
            <p:nvPr/>
          </p:nvSpPr>
          <p:spPr>
            <a:xfrm>
              <a:off x="3431150" y="2240325"/>
              <a:ext cx="825" cy="10325"/>
            </a:xfrm>
            <a:custGeom>
              <a:rect b="b" l="l" r="r" t="t"/>
              <a:pathLst>
                <a:path extrusionOk="0" h="413" w="33">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8"/>
            <p:cNvSpPr/>
            <p:nvPr/>
          </p:nvSpPr>
          <p:spPr>
            <a:xfrm>
              <a:off x="3431150" y="2240325"/>
              <a:ext cx="825" cy="10325"/>
            </a:xfrm>
            <a:custGeom>
              <a:rect b="b" l="l" r="r" t="t"/>
              <a:pathLst>
                <a:path extrusionOk="0" h="413" w="33">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8"/>
            <p:cNvSpPr/>
            <p:nvPr/>
          </p:nvSpPr>
          <p:spPr>
            <a:xfrm>
              <a:off x="3431950"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8"/>
            <p:cNvSpPr/>
            <p:nvPr/>
          </p:nvSpPr>
          <p:spPr>
            <a:xfrm>
              <a:off x="3431950"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8"/>
            <p:cNvSpPr/>
            <p:nvPr/>
          </p:nvSpPr>
          <p:spPr>
            <a:xfrm>
              <a:off x="3431950" y="2240325"/>
              <a:ext cx="800" cy="10325"/>
            </a:xfrm>
            <a:custGeom>
              <a:rect b="b" l="l" r="r" t="t"/>
              <a:pathLst>
                <a:path extrusionOk="0" h="413" w="32">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8"/>
            <p:cNvSpPr/>
            <p:nvPr/>
          </p:nvSpPr>
          <p:spPr>
            <a:xfrm>
              <a:off x="3432725"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8"/>
            <p:cNvSpPr/>
            <p:nvPr/>
          </p:nvSpPr>
          <p:spPr>
            <a:xfrm>
              <a:off x="3432725"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8"/>
            <p:cNvSpPr/>
            <p:nvPr/>
          </p:nvSpPr>
          <p:spPr>
            <a:xfrm>
              <a:off x="3432725" y="2240325"/>
              <a:ext cx="825" cy="10325"/>
            </a:xfrm>
            <a:custGeom>
              <a:rect b="b" l="l" r="r" t="t"/>
              <a:pathLst>
                <a:path extrusionOk="0" h="413" w="33">
                  <a:moveTo>
                    <a:pt x="1" y="1"/>
                  </a:moveTo>
                  <a:lnTo>
                    <a:pt x="1"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8"/>
            <p:cNvSpPr/>
            <p:nvPr/>
          </p:nvSpPr>
          <p:spPr>
            <a:xfrm>
              <a:off x="3433525"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8"/>
            <p:cNvSpPr/>
            <p:nvPr/>
          </p:nvSpPr>
          <p:spPr>
            <a:xfrm>
              <a:off x="3433525"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8"/>
            <p:cNvSpPr/>
            <p:nvPr/>
          </p:nvSpPr>
          <p:spPr>
            <a:xfrm>
              <a:off x="3433525"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8"/>
            <p:cNvSpPr/>
            <p:nvPr/>
          </p:nvSpPr>
          <p:spPr>
            <a:xfrm>
              <a:off x="3434325"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8"/>
            <p:cNvSpPr/>
            <p:nvPr/>
          </p:nvSpPr>
          <p:spPr>
            <a:xfrm>
              <a:off x="3434325"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8"/>
            <p:cNvSpPr/>
            <p:nvPr/>
          </p:nvSpPr>
          <p:spPr>
            <a:xfrm>
              <a:off x="3434325"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8"/>
            <p:cNvSpPr/>
            <p:nvPr/>
          </p:nvSpPr>
          <p:spPr>
            <a:xfrm>
              <a:off x="3434325" y="2240325"/>
              <a:ext cx="800" cy="10325"/>
            </a:xfrm>
            <a:custGeom>
              <a:rect b="b" l="l" r="r" t="t"/>
              <a:pathLst>
                <a:path extrusionOk="0" h="413" w="32">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8"/>
            <p:cNvSpPr/>
            <p:nvPr/>
          </p:nvSpPr>
          <p:spPr>
            <a:xfrm>
              <a:off x="3435100"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8"/>
            <p:cNvSpPr/>
            <p:nvPr/>
          </p:nvSpPr>
          <p:spPr>
            <a:xfrm>
              <a:off x="3435100"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8"/>
            <p:cNvSpPr/>
            <p:nvPr/>
          </p:nvSpPr>
          <p:spPr>
            <a:xfrm>
              <a:off x="3435100"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8"/>
            <p:cNvSpPr/>
            <p:nvPr/>
          </p:nvSpPr>
          <p:spPr>
            <a:xfrm>
              <a:off x="3435900"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8"/>
            <p:cNvSpPr/>
            <p:nvPr/>
          </p:nvSpPr>
          <p:spPr>
            <a:xfrm>
              <a:off x="3435900"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8"/>
            <p:cNvSpPr/>
            <p:nvPr/>
          </p:nvSpPr>
          <p:spPr>
            <a:xfrm>
              <a:off x="3435900"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8"/>
            <p:cNvSpPr/>
            <p:nvPr/>
          </p:nvSpPr>
          <p:spPr>
            <a:xfrm>
              <a:off x="3436700"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8"/>
            <p:cNvSpPr/>
            <p:nvPr/>
          </p:nvSpPr>
          <p:spPr>
            <a:xfrm>
              <a:off x="3436700"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8"/>
            <p:cNvSpPr/>
            <p:nvPr/>
          </p:nvSpPr>
          <p:spPr>
            <a:xfrm>
              <a:off x="3453325" y="2302875"/>
              <a:ext cx="8725" cy="9525"/>
            </a:xfrm>
            <a:custGeom>
              <a:rect b="b" l="l" r="r" t="t"/>
              <a:pathLst>
                <a:path extrusionOk="0" h="381" w="349">
                  <a:moveTo>
                    <a:pt x="190" y="0"/>
                  </a:moveTo>
                  <a:cubicBezTo>
                    <a:pt x="63" y="0"/>
                    <a:pt x="0" y="95"/>
                    <a:pt x="0" y="190"/>
                  </a:cubicBezTo>
                  <a:cubicBezTo>
                    <a:pt x="0" y="285"/>
                    <a:pt x="63" y="380"/>
                    <a:pt x="190" y="380"/>
                  </a:cubicBezTo>
                  <a:cubicBezTo>
                    <a:pt x="285" y="380"/>
                    <a:pt x="348" y="285"/>
                    <a:pt x="348" y="190"/>
                  </a:cubicBezTo>
                  <a:cubicBezTo>
                    <a:pt x="348" y="95"/>
                    <a:pt x="285" y="0"/>
                    <a:pt x="190" y="0"/>
                  </a:cubicBez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8"/>
            <p:cNvSpPr/>
            <p:nvPr/>
          </p:nvSpPr>
          <p:spPr>
            <a:xfrm>
              <a:off x="3453325"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8"/>
            <p:cNvSpPr/>
            <p:nvPr/>
          </p:nvSpPr>
          <p:spPr>
            <a:xfrm>
              <a:off x="3453325"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8"/>
            <p:cNvSpPr/>
            <p:nvPr/>
          </p:nvSpPr>
          <p:spPr>
            <a:xfrm>
              <a:off x="3453325" y="2302875"/>
              <a:ext cx="800" cy="9525"/>
            </a:xfrm>
            <a:custGeom>
              <a:rect b="b" l="l" r="r" t="t"/>
              <a:pathLst>
                <a:path extrusionOk="0" h="381" w="32">
                  <a:moveTo>
                    <a:pt x="0" y="0"/>
                  </a:moveTo>
                  <a:lnTo>
                    <a:pt x="0"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8"/>
            <p:cNvSpPr/>
            <p:nvPr/>
          </p:nvSpPr>
          <p:spPr>
            <a:xfrm>
              <a:off x="3454100"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8"/>
            <p:cNvSpPr/>
            <p:nvPr/>
          </p:nvSpPr>
          <p:spPr>
            <a:xfrm>
              <a:off x="3454100"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8"/>
            <p:cNvSpPr/>
            <p:nvPr/>
          </p:nvSpPr>
          <p:spPr>
            <a:xfrm>
              <a:off x="3454100" y="2302875"/>
              <a:ext cx="825" cy="9525"/>
            </a:xfrm>
            <a:custGeom>
              <a:rect b="b" l="l" r="r" t="t"/>
              <a:pathLst>
                <a:path extrusionOk="0" h="381" w="33">
                  <a:moveTo>
                    <a:pt x="1" y="0"/>
                  </a:moveTo>
                  <a:lnTo>
                    <a:pt x="1"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8"/>
            <p:cNvSpPr/>
            <p:nvPr/>
          </p:nvSpPr>
          <p:spPr>
            <a:xfrm>
              <a:off x="3454900"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8"/>
            <p:cNvSpPr/>
            <p:nvPr/>
          </p:nvSpPr>
          <p:spPr>
            <a:xfrm>
              <a:off x="3454900"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8"/>
            <p:cNvSpPr/>
            <p:nvPr/>
          </p:nvSpPr>
          <p:spPr>
            <a:xfrm>
              <a:off x="3454900"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8"/>
            <p:cNvSpPr/>
            <p:nvPr/>
          </p:nvSpPr>
          <p:spPr>
            <a:xfrm>
              <a:off x="3454900" y="2302875"/>
              <a:ext cx="825" cy="9525"/>
            </a:xfrm>
            <a:custGeom>
              <a:rect b="b" l="l" r="r" t="t"/>
              <a:pathLst>
                <a:path extrusionOk="0" h="381" w="33">
                  <a:moveTo>
                    <a:pt x="0" y="0"/>
                  </a:moveTo>
                  <a:lnTo>
                    <a:pt x="0"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8"/>
            <p:cNvSpPr/>
            <p:nvPr/>
          </p:nvSpPr>
          <p:spPr>
            <a:xfrm>
              <a:off x="3455700"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8"/>
            <p:cNvSpPr/>
            <p:nvPr/>
          </p:nvSpPr>
          <p:spPr>
            <a:xfrm>
              <a:off x="3455700"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8"/>
            <p:cNvSpPr/>
            <p:nvPr/>
          </p:nvSpPr>
          <p:spPr>
            <a:xfrm>
              <a:off x="3455700" y="2302875"/>
              <a:ext cx="800" cy="9525"/>
            </a:xfrm>
            <a:custGeom>
              <a:rect b="b" l="l" r="r" t="t"/>
              <a:pathLst>
                <a:path extrusionOk="0" h="381" w="32">
                  <a:moveTo>
                    <a:pt x="0" y="0"/>
                  </a:moveTo>
                  <a:lnTo>
                    <a:pt x="0"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8"/>
            <p:cNvSpPr/>
            <p:nvPr/>
          </p:nvSpPr>
          <p:spPr>
            <a:xfrm>
              <a:off x="3456475"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8"/>
            <p:cNvSpPr/>
            <p:nvPr/>
          </p:nvSpPr>
          <p:spPr>
            <a:xfrm>
              <a:off x="3456475"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8"/>
            <p:cNvSpPr/>
            <p:nvPr/>
          </p:nvSpPr>
          <p:spPr>
            <a:xfrm>
              <a:off x="3456475" y="2302875"/>
              <a:ext cx="825" cy="9525"/>
            </a:xfrm>
            <a:custGeom>
              <a:rect b="b" l="l" r="r" t="t"/>
              <a:pathLst>
                <a:path extrusionOk="0" h="381" w="33">
                  <a:moveTo>
                    <a:pt x="1" y="0"/>
                  </a:moveTo>
                  <a:lnTo>
                    <a:pt x="1"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8"/>
            <p:cNvSpPr/>
            <p:nvPr/>
          </p:nvSpPr>
          <p:spPr>
            <a:xfrm>
              <a:off x="3456475" y="2302875"/>
              <a:ext cx="825" cy="9525"/>
            </a:xfrm>
            <a:custGeom>
              <a:rect b="b" l="l" r="r" t="t"/>
              <a:pathLst>
                <a:path extrusionOk="0" h="381" w="33">
                  <a:moveTo>
                    <a:pt x="1" y="0"/>
                  </a:moveTo>
                  <a:lnTo>
                    <a:pt x="1"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8"/>
            <p:cNvSpPr/>
            <p:nvPr/>
          </p:nvSpPr>
          <p:spPr>
            <a:xfrm>
              <a:off x="3457275"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8"/>
            <p:cNvSpPr/>
            <p:nvPr/>
          </p:nvSpPr>
          <p:spPr>
            <a:xfrm>
              <a:off x="3457275"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8"/>
            <p:cNvSpPr/>
            <p:nvPr/>
          </p:nvSpPr>
          <p:spPr>
            <a:xfrm>
              <a:off x="3457275" y="2302875"/>
              <a:ext cx="825" cy="9525"/>
            </a:xfrm>
            <a:custGeom>
              <a:rect b="b" l="l" r="r" t="t"/>
              <a:pathLst>
                <a:path extrusionOk="0" h="381" w="33">
                  <a:moveTo>
                    <a:pt x="0" y="0"/>
                  </a:moveTo>
                  <a:lnTo>
                    <a:pt x="0"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8"/>
            <p:cNvSpPr/>
            <p:nvPr/>
          </p:nvSpPr>
          <p:spPr>
            <a:xfrm>
              <a:off x="3458075"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8"/>
            <p:cNvSpPr/>
            <p:nvPr/>
          </p:nvSpPr>
          <p:spPr>
            <a:xfrm>
              <a:off x="3458075"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8"/>
            <p:cNvSpPr/>
            <p:nvPr/>
          </p:nvSpPr>
          <p:spPr>
            <a:xfrm>
              <a:off x="3458075" y="2302875"/>
              <a:ext cx="800" cy="9525"/>
            </a:xfrm>
            <a:custGeom>
              <a:rect b="b" l="l" r="r" t="t"/>
              <a:pathLst>
                <a:path extrusionOk="0" h="381" w="32">
                  <a:moveTo>
                    <a:pt x="0" y="0"/>
                  </a:moveTo>
                  <a:lnTo>
                    <a:pt x="0"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8"/>
            <p:cNvSpPr/>
            <p:nvPr/>
          </p:nvSpPr>
          <p:spPr>
            <a:xfrm>
              <a:off x="3458850"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8"/>
            <p:cNvSpPr/>
            <p:nvPr/>
          </p:nvSpPr>
          <p:spPr>
            <a:xfrm>
              <a:off x="3458850"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8"/>
            <p:cNvSpPr/>
            <p:nvPr/>
          </p:nvSpPr>
          <p:spPr>
            <a:xfrm>
              <a:off x="3458850"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8"/>
            <p:cNvSpPr/>
            <p:nvPr/>
          </p:nvSpPr>
          <p:spPr>
            <a:xfrm>
              <a:off x="3459650"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8"/>
            <p:cNvSpPr/>
            <p:nvPr/>
          </p:nvSpPr>
          <p:spPr>
            <a:xfrm>
              <a:off x="3459650"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8"/>
            <p:cNvSpPr/>
            <p:nvPr/>
          </p:nvSpPr>
          <p:spPr>
            <a:xfrm>
              <a:off x="3459650"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8"/>
            <p:cNvSpPr/>
            <p:nvPr/>
          </p:nvSpPr>
          <p:spPr>
            <a:xfrm>
              <a:off x="3459650" y="2302875"/>
              <a:ext cx="825" cy="9525"/>
            </a:xfrm>
            <a:custGeom>
              <a:rect b="b" l="l" r="r" t="t"/>
              <a:pathLst>
                <a:path extrusionOk="0" h="381" w="33">
                  <a:moveTo>
                    <a:pt x="0" y="0"/>
                  </a:moveTo>
                  <a:lnTo>
                    <a:pt x="0"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8"/>
            <p:cNvSpPr/>
            <p:nvPr/>
          </p:nvSpPr>
          <p:spPr>
            <a:xfrm>
              <a:off x="3460450"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8"/>
            <p:cNvSpPr/>
            <p:nvPr/>
          </p:nvSpPr>
          <p:spPr>
            <a:xfrm>
              <a:off x="3460450"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8"/>
            <p:cNvSpPr/>
            <p:nvPr/>
          </p:nvSpPr>
          <p:spPr>
            <a:xfrm>
              <a:off x="3460450"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8"/>
            <p:cNvSpPr/>
            <p:nvPr/>
          </p:nvSpPr>
          <p:spPr>
            <a:xfrm>
              <a:off x="3461225"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8"/>
            <p:cNvSpPr/>
            <p:nvPr/>
          </p:nvSpPr>
          <p:spPr>
            <a:xfrm>
              <a:off x="3461225"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8"/>
            <p:cNvSpPr/>
            <p:nvPr/>
          </p:nvSpPr>
          <p:spPr>
            <a:xfrm>
              <a:off x="3461225"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8"/>
            <p:cNvSpPr/>
            <p:nvPr/>
          </p:nvSpPr>
          <p:spPr>
            <a:xfrm>
              <a:off x="3462025"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8"/>
            <p:cNvSpPr/>
            <p:nvPr/>
          </p:nvSpPr>
          <p:spPr>
            <a:xfrm>
              <a:off x="3462025"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8"/>
            <p:cNvSpPr/>
            <p:nvPr/>
          </p:nvSpPr>
          <p:spPr>
            <a:xfrm>
              <a:off x="3462025"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8"/>
            <p:cNvSpPr/>
            <p:nvPr/>
          </p:nvSpPr>
          <p:spPr>
            <a:xfrm>
              <a:off x="3427200" y="2365425"/>
              <a:ext cx="9525" cy="9525"/>
            </a:xfrm>
            <a:custGeom>
              <a:rect b="b" l="l" r="r" t="t"/>
              <a:pathLst>
                <a:path extrusionOk="0" h="381" w="381">
                  <a:moveTo>
                    <a:pt x="190" y="0"/>
                  </a:moveTo>
                  <a:cubicBezTo>
                    <a:pt x="95" y="0"/>
                    <a:pt x="0" y="95"/>
                    <a:pt x="0" y="190"/>
                  </a:cubicBezTo>
                  <a:cubicBezTo>
                    <a:pt x="0" y="285"/>
                    <a:pt x="95" y="380"/>
                    <a:pt x="190" y="380"/>
                  </a:cubicBezTo>
                  <a:cubicBezTo>
                    <a:pt x="285" y="380"/>
                    <a:pt x="380" y="285"/>
                    <a:pt x="380" y="190"/>
                  </a:cubicBezTo>
                  <a:cubicBezTo>
                    <a:pt x="380" y="95"/>
                    <a:pt x="285" y="0"/>
                    <a:pt x="190" y="0"/>
                  </a:cubicBez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8"/>
            <p:cNvSpPr/>
            <p:nvPr/>
          </p:nvSpPr>
          <p:spPr>
            <a:xfrm>
              <a:off x="3427200" y="2364625"/>
              <a:ext cx="0" cy="10325"/>
            </a:xfrm>
            <a:custGeom>
              <a:rect b="b" l="l" r="r" t="t"/>
              <a:pathLst>
                <a:path extrusionOk="0" h="413" w="0">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8"/>
            <p:cNvSpPr/>
            <p:nvPr/>
          </p:nvSpPr>
          <p:spPr>
            <a:xfrm>
              <a:off x="3427200" y="2364625"/>
              <a:ext cx="800" cy="10325"/>
            </a:xfrm>
            <a:custGeom>
              <a:rect b="b" l="l" r="r" t="t"/>
              <a:pathLst>
                <a:path extrusionOk="0" h="413" w="32">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8"/>
            <p:cNvSpPr/>
            <p:nvPr/>
          </p:nvSpPr>
          <p:spPr>
            <a:xfrm>
              <a:off x="3427200" y="2364625"/>
              <a:ext cx="800" cy="10325"/>
            </a:xfrm>
            <a:custGeom>
              <a:rect b="b" l="l" r="r" t="t"/>
              <a:pathLst>
                <a:path extrusionOk="0" h="413" w="32">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8"/>
            <p:cNvSpPr/>
            <p:nvPr/>
          </p:nvSpPr>
          <p:spPr>
            <a:xfrm>
              <a:off x="3427975"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8"/>
            <p:cNvSpPr/>
            <p:nvPr/>
          </p:nvSpPr>
          <p:spPr>
            <a:xfrm>
              <a:off x="3427975"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8"/>
            <p:cNvSpPr/>
            <p:nvPr/>
          </p:nvSpPr>
          <p:spPr>
            <a:xfrm>
              <a:off x="3427975" y="2364625"/>
              <a:ext cx="825" cy="10325"/>
            </a:xfrm>
            <a:custGeom>
              <a:rect b="b" l="l" r="r" t="t"/>
              <a:pathLst>
                <a:path extrusionOk="0" h="413" w="33">
                  <a:moveTo>
                    <a:pt x="1" y="1"/>
                  </a:moveTo>
                  <a:lnTo>
                    <a:pt x="1"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8"/>
            <p:cNvSpPr/>
            <p:nvPr/>
          </p:nvSpPr>
          <p:spPr>
            <a:xfrm>
              <a:off x="3428775"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8"/>
            <p:cNvSpPr/>
            <p:nvPr/>
          </p:nvSpPr>
          <p:spPr>
            <a:xfrm>
              <a:off x="3428775"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8"/>
            <p:cNvSpPr/>
            <p:nvPr/>
          </p:nvSpPr>
          <p:spPr>
            <a:xfrm>
              <a:off x="3428775" y="2364625"/>
              <a:ext cx="825" cy="10325"/>
            </a:xfrm>
            <a:custGeom>
              <a:rect b="b" l="l" r="r" t="t"/>
              <a:pathLst>
                <a:path extrusionOk="0" h="413" w="33">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8"/>
            <p:cNvSpPr/>
            <p:nvPr/>
          </p:nvSpPr>
          <p:spPr>
            <a:xfrm>
              <a:off x="3429575"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8"/>
            <p:cNvSpPr/>
            <p:nvPr/>
          </p:nvSpPr>
          <p:spPr>
            <a:xfrm>
              <a:off x="3429575"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8"/>
            <p:cNvSpPr/>
            <p:nvPr/>
          </p:nvSpPr>
          <p:spPr>
            <a:xfrm>
              <a:off x="3429575"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8"/>
            <p:cNvSpPr/>
            <p:nvPr/>
          </p:nvSpPr>
          <p:spPr>
            <a:xfrm>
              <a:off x="3429575" y="2364625"/>
              <a:ext cx="800" cy="10325"/>
            </a:xfrm>
            <a:custGeom>
              <a:rect b="b" l="l" r="r" t="t"/>
              <a:pathLst>
                <a:path extrusionOk="0" h="413" w="32">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8"/>
            <p:cNvSpPr/>
            <p:nvPr/>
          </p:nvSpPr>
          <p:spPr>
            <a:xfrm>
              <a:off x="3430350"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8"/>
            <p:cNvSpPr/>
            <p:nvPr/>
          </p:nvSpPr>
          <p:spPr>
            <a:xfrm>
              <a:off x="3430350"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8"/>
            <p:cNvSpPr/>
            <p:nvPr/>
          </p:nvSpPr>
          <p:spPr>
            <a:xfrm>
              <a:off x="3430350" y="2364625"/>
              <a:ext cx="825" cy="10325"/>
            </a:xfrm>
            <a:custGeom>
              <a:rect b="b" l="l" r="r" t="t"/>
              <a:pathLst>
                <a:path extrusionOk="0" h="413" w="33">
                  <a:moveTo>
                    <a:pt x="1" y="1"/>
                  </a:moveTo>
                  <a:lnTo>
                    <a:pt x="1"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8"/>
            <p:cNvSpPr/>
            <p:nvPr/>
          </p:nvSpPr>
          <p:spPr>
            <a:xfrm>
              <a:off x="3431150"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8"/>
            <p:cNvSpPr/>
            <p:nvPr/>
          </p:nvSpPr>
          <p:spPr>
            <a:xfrm>
              <a:off x="3431150"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8"/>
            <p:cNvSpPr/>
            <p:nvPr/>
          </p:nvSpPr>
          <p:spPr>
            <a:xfrm>
              <a:off x="3431150" y="2364625"/>
              <a:ext cx="825" cy="10325"/>
            </a:xfrm>
            <a:custGeom>
              <a:rect b="b" l="l" r="r" t="t"/>
              <a:pathLst>
                <a:path extrusionOk="0" h="413" w="33">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8"/>
            <p:cNvSpPr/>
            <p:nvPr/>
          </p:nvSpPr>
          <p:spPr>
            <a:xfrm>
              <a:off x="3431150" y="2364625"/>
              <a:ext cx="825" cy="10325"/>
            </a:xfrm>
            <a:custGeom>
              <a:rect b="b" l="l" r="r" t="t"/>
              <a:pathLst>
                <a:path extrusionOk="0" h="413" w="33">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8"/>
            <p:cNvSpPr/>
            <p:nvPr/>
          </p:nvSpPr>
          <p:spPr>
            <a:xfrm>
              <a:off x="3431950"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8"/>
            <p:cNvSpPr/>
            <p:nvPr/>
          </p:nvSpPr>
          <p:spPr>
            <a:xfrm>
              <a:off x="3431950"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8"/>
            <p:cNvSpPr/>
            <p:nvPr/>
          </p:nvSpPr>
          <p:spPr>
            <a:xfrm>
              <a:off x="3431950" y="2364625"/>
              <a:ext cx="800" cy="10325"/>
            </a:xfrm>
            <a:custGeom>
              <a:rect b="b" l="l" r="r" t="t"/>
              <a:pathLst>
                <a:path extrusionOk="0" h="413" w="32">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8"/>
            <p:cNvSpPr/>
            <p:nvPr/>
          </p:nvSpPr>
          <p:spPr>
            <a:xfrm>
              <a:off x="3432725"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8"/>
            <p:cNvSpPr/>
            <p:nvPr/>
          </p:nvSpPr>
          <p:spPr>
            <a:xfrm>
              <a:off x="3432725"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8"/>
            <p:cNvSpPr/>
            <p:nvPr/>
          </p:nvSpPr>
          <p:spPr>
            <a:xfrm>
              <a:off x="3432725" y="2364625"/>
              <a:ext cx="825" cy="10325"/>
            </a:xfrm>
            <a:custGeom>
              <a:rect b="b" l="l" r="r" t="t"/>
              <a:pathLst>
                <a:path extrusionOk="0" h="413" w="33">
                  <a:moveTo>
                    <a:pt x="1" y="1"/>
                  </a:moveTo>
                  <a:lnTo>
                    <a:pt x="1"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8"/>
            <p:cNvSpPr/>
            <p:nvPr/>
          </p:nvSpPr>
          <p:spPr>
            <a:xfrm>
              <a:off x="3433525"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8"/>
            <p:cNvSpPr/>
            <p:nvPr/>
          </p:nvSpPr>
          <p:spPr>
            <a:xfrm>
              <a:off x="3433525"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8"/>
            <p:cNvSpPr/>
            <p:nvPr/>
          </p:nvSpPr>
          <p:spPr>
            <a:xfrm>
              <a:off x="3433525"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8"/>
            <p:cNvSpPr/>
            <p:nvPr/>
          </p:nvSpPr>
          <p:spPr>
            <a:xfrm>
              <a:off x="3434325"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8"/>
            <p:cNvSpPr/>
            <p:nvPr/>
          </p:nvSpPr>
          <p:spPr>
            <a:xfrm>
              <a:off x="3434325"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8"/>
            <p:cNvSpPr/>
            <p:nvPr/>
          </p:nvSpPr>
          <p:spPr>
            <a:xfrm>
              <a:off x="3434325"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8"/>
            <p:cNvSpPr/>
            <p:nvPr/>
          </p:nvSpPr>
          <p:spPr>
            <a:xfrm>
              <a:off x="3434325" y="2364625"/>
              <a:ext cx="800" cy="10325"/>
            </a:xfrm>
            <a:custGeom>
              <a:rect b="b" l="l" r="r" t="t"/>
              <a:pathLst>
                <a:path extrusionOk="0" h="413" w="32">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8"/>
            <p:cNvSpPr/>
            <p:nvPr/>
          </p:nvSpPr>
          <p:spPr>
            <a:xfrm>
              <a:off x="3435100"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8"/>
            <p:cNvSpPr/>
            <p:nvPr/>
          </p:nvSpPr>
          <p:spPr>
            <a:xfrm>
              <a:off x="3435100"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8"/>
            <p:cNvSpPr/>
            <p:nvPr/>
          </p:nvSpPr>
          <p:spPr>
            <a:xfrm>
              <a:off x="3435100"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8"/>
            <p:cNvSpPr/>
            <p:nvPr/>
          </p:nvSpPr>
          <p:spPr>
            <a:xfrm>
              <a:off x="3435900"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8"/>
            <p:cNvSpPr/>
            <p:nvPr/>
          </p:nvSpPr>
          <p:spPr>
            <a:xfrm>
              <a:off x="3435900"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8"/>
            <p:cNvSpPr/>
            <p:nvPr/>
          </p:nvSpPr>
          <p:spPr>
            <a:xfrm>
              <a:off x="3435900"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8"/>
            <p:cNvSpPr/>
            <p:nvPr/>
          </p:nvSpPr>
          <p:spPr>
            <a:xfrm>
              <a:off x="3436700"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8"/>
            <p:cNvSpPr/>
            <p:nvPr/>
          </p:nvSpPr>
          <p:spPr>
            <a:xfrm>
              <a:off x="3436700"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8"/>
            <p:cNvSpPr/>
            <p:nvPr/>
          </p:nvSpPr>
          <p:spPr>
            <a:xfrm>
              <a:off x="3365425" y="2391550"/>
              <a:ext cx="8750" cy="8725"/>
            </a:xfrm>
            <a:custGeom>
              <a:rect b="b" l="l" r="r" t="t"/>
              <a:pathLst>
                <a:path extrusionOk="0" h="349" w="350">
                  <a:moveTo>
                    <a:pt x="159" y="0"/>
                  </a:moveTo>
                  <a:cubicBezTo>
                    <a:pt x="64" y="0"/>
                    <a:pt x="1" y="64"/>
                    <a:pt x="1" y="159"/>
                  </a:cubicBezTo>
                  <a:cubicBezTo>
                    <a:pt x="1" y="285"/>
                    <a:pt x="64" y="349"/>
                    <a:pt x="159" y="349"/>
                  </a:cubicBezTo>
                  <a:cubicBezTo>
                    <a:pt x="286" y="349"/>
                    <a:pt x="349" y="285"/>
                    <a:pt x="349" y="159"/>
                  </a:cubicBezTo>
                  <a:cubicBezTo>
                    <a:pt x="349" y="64"/>
                    <a:pt x="286" y="0"/>
                    <a:pt x="159" y="0"/>
                  </a:cubicBez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8"/>
            <p:cNvSpPr/>
            <p:nvPr/>
          </p:nvSpPr>
          <p:spPr>
            <a:xfrm>
              <a:off x="3365425"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8"/>
            <p:cNvSpPr/>
            <p:nvPr/>
          </p:nvSpPr>
          <p:spPr>
            <a:xfrm>
              <a:off x="3365425"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8"/>
            <p:cNvSpPr/>
            <p:nvPr/>
          </p:nvSpPr>
          <p:spPr>
            <a:xfrm>
              <a:off x="3365425"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8"/>
            <p:cNvSpPr/>
            <p:nvPr/>
          </p:nvSpPr>
          <p:spPr>
            <a:xfrm>
              <a:off x="3366225" y="2391550"/>
              <a:ext cx="25" cy="8725"/>
            </a:xfrm>
            <a:custGeom>
              <a:rect b="b" l="l" r="r" t="t"/>
              <a:pathLst>
                <a:path extrusionOk="0" h="349" w="1">
                  <a:moveTo>
                    <a:pt x="0" y="0"/>
                  </a:moveTo>
                  <a:lnTo>
                    <a:pt x="0" y="0"/>
                  </a:lnTo>
                  <a:lnTo>
                    <a:pt x="0" y="349"/>
                  </a:lnTo>
                  <a:lnTo>
                    <a:pt x="0"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8"/>
            <p:cNvSpPr/>
            <p:nvPr/>
          </p:nvSpPr>
          <p:spPr>
            <a:xfrm>
              <a:off x="3366225" y="2391550"/>
              <a:ext cx="25" cy="8725"/>
            </a:xfrm>
            <a:custGeom>
              <a:rect b="b" l="l" r="r" t="t"/>
              <a:pathLst>
                <a:path extrusionOk="0" h="349" w="1">
                  <a:moveTo>
                    <a:pt x="0" y="0"/>
                  </a:moveTo>
                  <a:lnTo>
                    <a:pt x="0" y="0"/>
                  </a:lnTo>
                  <a:lnTo>
                    <a:pt x="0" y="349"/>
                  </a:lnTo>
                  <a:lnTo>
                    <a:pt x="0"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8"/>
            <p:cNvSpPr/>
            <p:nvPr/>
          </p:nvSpPr>
          <p:spPr>
            <a:xfrm>
              <a:off x="3366225" y="2391550"/>
              <a:ext cx="25" cy="8725"/>
            </a:xfrm>
            <a:custGeom>
              <a:rect b="b" l="l" r="r" t="t"/>
              <a:pathLst>
                <a:path extrusionOk="0" h="349" w="1">
                  <a:moveTo>
                    <a:pt x="0" y="0"/>
                  </a:moveTo>
                  <a:lnTo>
                    <a:pt x="0" y="0"/>
                  </a:lnTo>
                  <a:lnTo>
                    <a:pt x="0" y="349"/>
                  </a:lnTo>
                  <a:lnTo>
                    <a:pt x="0"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8"/>
            <p:cNvSpPr/>
            <p:nvPr/>
          </p:nvSpPr>
          <p:spPr>
            <a:xfrm>
              <a:off x="3366225" y="2391550"/>
              <a:ext cx="825" cy="8725"/>
            </a:xfrm>
            <a:custGeom>
              <a:rect b="b" l="l" r="r" t="t"/>
              <a:pathLst>
                <a:path extrusionOk="0" h="349" w="33">
                  <a:moveTo>
                    <a:pt x="0" y="0"/>
                  </a:moveTo>
                  <a:lnTo>
                    <a:pt x="0" y="349"/>
                  </a:lnTo>
                  <a:lnTo>
                    <a:pt x="32" y="349"/>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8"/>
            <p:cNvSpPr/>
            <p:nvPr/>
          </p:nvSpPr>
          <p:spPr>
            <a:xfrm>
              <a:off x="3367025" y="2391550"/>
              <a:ext cx="25" cy="8725"/>
            </a:xfrm>
            <a:custGeom>
              <a:rect b="b" l="l" r="r" t="t"/>
              <a:pathLst>
                <a:path extrusionOk="0" h="349" w="1">
                  <a:moveTo>
                    <a:pt x="0" y="0"/>
                  </a:moveTo>
                  <a:lnTo>
                    <a:pt x="0" y="0"/>
                  </a:lnTo>
                  <a:lnTo>
                    <a:pt x="0" y="349"/>
                  </a:lnTo>
                  <a:lnTo>
                    <a:pt x="0"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8"/>
            <p:cNvSpPr/>
            <p:nvPr/>
          </p:nvSpPr>
          <p:spPr>
            <a:xfrm>
              <a:off x="3367025" y="2391550"/>
              <a:ext cx="25" cy="8725"/>
            </a:xfrm>
            <a:custGeom>
              <a:rect b="b" l="l" r="r" t="t"/>
              <a:pathLst>
                <a:path extrusionOk="0" h="349" w="1">
                  <a:moveTo>
                    <a:pt x="0" y="0"/>
                  </a:moveTo>
                  <a:lnTo>
                    <a:pt x="0" y="0"/>
                  </a:lnTo>
                  <a:lnTo>
                    <a:pt x="0" y="349"/>
                  </a:lnTo>
                  <a:lnTo>
                    <a:pt x="0"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8"/>
            <p:cNvSpPr/>
            <p:nvPr/>
          </p:nvSpPr>
          <p:spPr>
            <a:xfrm>
              <a:off x="3367025" y="2391550"/>
              <a:ext cx="25" cy="8725"/>
            </a:xfrm>
            <a:custGeom>
              <a:rect b="b" l="l" r="r" t="t"/>
              <a:pathLst>
                <a:path extrusionOk="0" h="349" w="1">
                  <a:moveTo>
                    <a:pt x="0" y="0"/>
                  </a:moveTo>
                  <a:lnTo>
                    <a:pt x="0" y="0"/>
                  </a:lnTo>
                  <a:lnTo>
                    <a:pt x="0" y="349"/>
                  </a:lnTo>
                  <a:lnTo>
                    <a:pt x="0"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8"/>
            <p:cNvSpPr/>
            <p:nvPr/>
          </p:nvSpPr>
          <p:spPr>
            <a:xfrm>
              <a:off x="3367800"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8"/>
            <p:cNvSpPr/>
            <p:nvPr/>
          </p:nvSpPr>
          <p:spPr>
            <a:xfrm>
              <a:off x="3367800"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8"/>
            <p:cNvSpPr/>
            <p:nvPr/>
          </p:nvSpPr>
          <p:spPr>
            <a:xfrm>
              <a:off x="3367800"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8"/>
            <p:cNvSpPr/>
            <p:nvPr/>
          </p:nvSpPr>
          <p:spPr>
            <a:xfrm>
              <a:off x="3367800" y="2391550"/>
              <a:ext cx="825" cy="8725"/>
            </a:xfrm>
            <a:custGeom>
              <a:rect b="b" l="l" r="r" t="t"/>
              <a:pathLst>
                <a:path extrusionOk="0" h="349" w="33">
                  <a:moveTo>
                    <a:pt x="1" y="0"/>
                  </a:moveTo>
                  <a:lnTo>
                    <a:pt x="1" y="349"/>
                  </a:lnTo>
                  <a:lnTo>
                    <a:pt x="33" y="349"/>
                  </a:lnTo>
                  <a:lnTo>
                    <a:pt x="33"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8"/>
            <p:cNvSpPr/>
            <p:nvPr/>
          </p:nvSpPr>
          <p:spPr>
            <a:xfrm>
              <a:off x="3368600"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8"/>
            <p:cNvSpPr/>
            <p:nvPr/>
          </p:nvSpPr>
          <p:spPr>
            <a:xfrm>
              <a:off x="3368600"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8"/>
            <p:cNvSpPr/>
            <p:nvPr/>
          </p:nvSpPr>
          <p:spPr>
            <a:xfrm>
              <a:off x="3368600" y="2391550"/>
              <a:ext cx="825" cy="8725"/>
            </a:xfrm>
            <a:custGeom>
              <a:rect b="b" l="l" r="r" t="t"/>
              <a:pathLst>
                <a:path extrusionOk="0" h="349" w="33">
                  <a:moveTo>
                    <a:pt x="1" y="0"/>
                  </a:moveTo>
                  <a:lnTo>
                    <a:pt x="1" y="349"/>
                  </a:lnTo>
                  <a:lnTo>
                    <a:pt x="32" y="349"/>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8"/>
            <p:cNvSpPr/>
            <p:nvPr/>
          </p:nvSpPr>
          <p:spPr>
            <a:xfrm>
              <a:off x="3369400" y="2391550"/>
              <a:ext cx="25" cy="8725"/>
            </a:xfrm>
            <a:custGeom>
              <a:rect b="b" l="l" r="r" t="t"/>
              <a:pathLst>
                <a:path extrusionOk="0" h="349" w="1">
                  <a:moveTo>
                    <a:pt x="0" y="0"/>
                  </a:moveTo>
                  <a:lnTo>
                    <a:pt x="0" y="0"/>
                  </a:lnTo>
                  <a:lnTo>
                    <a:pt x="0" y="349"/>
                  </a:lnTo>
                  <a:lnTo>
                    <a:pt x="0"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8"/>
            <p:cNvSpPr/>
            <p:nvPr/>
          </p:nvSpPr>
          <p:spPr>
            <a:xfrm>
              <a:off x="3369400" y="2391550"/>
              <a:ext cx="25" cy="8725"/>
            </a:xfrm>
            <a:custGeom>
              <a:rect b="b" l="l" r="r" t="t"/>
              <a:pathLst>
                <a:path extrusionOk="0" h="349" w="1">
                  <a:moveTo>
                    <a:pt x="0" y="0"/>
                  </a:moveTo>
                  <a:lnTo>
                    <a:pt x="0" y="0"/>
                  </a:lnTo>
                  <a:lnTo>
                    <a:pt x="0" y="349"/>
                  </a:lnTo>
                  <a:lnTo>
                    <a:pt x="0"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8"/>
            <p:cNvSpPr/>
            <p:nvPr/>
          </p:nvSpPr>
          <p:spPr>
            <a:xfrm>
              <a:off x="3369400" y="2391550"/>
              <a:ext cx="800" cy="8725"/>
            </a:xfrm>
            <a:custGeom>
              <a:rect b="b" l="l" r="r" t="t"/>
              <a:pathLst>
                <a:path extrusionOk="0" h="349" w="32">
                  <a:moveTo>
                    <a:pt x="0" y="0"/>
                  </a:moveTo>
                  <a:lnTo>
                    <a:pt x="0" y="349"/>
                  </a:lnTo>
                  <a:lnTo>
                    <a:pt x="32" y="349"/>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8"/>
            <p:cNvSpPr/>
            <p:nvPr/>
          </p:nvSpPr>
          <p:spPr>
            <a:xfrm>
              <a:off x="3370175"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8"/>
            <p:cNvSpPr/>
            <p:nvPr/>
          </p:nvSpPr>
          <p:spPr>
            <a:xfrm>
              <a:off x="3370175"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8"/>
            <p:cNvSpPr/>
            <p:nvPr/>
          </p:nvSpPr>
          <p:spPr>
            <a:xfrm>
              <a:off x="3370175"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8"/>
            <p:cNvSpPr/>
            <p:nvPr/>
          </p:nvSpPr>
          <p:spPr>
            <a:xfrm>
              <a:off x="3370175" y="2391550"/>
              <a:ext cx="825" cy="8725"/>
            </a:xfrm>
            <a:custGeom>
              <a:rect b="b" l="l" r="r" t="t"/>
              <a:pathLst>
                <a:path extrusionOk="0" h="349" w="33">
                  <a:moveTo>
                    <a:pt x="1" y="0"/>
                  </a:moveTo>
                  <a:lnTo>
                    <a:pt x="1" y="349"/>
                  </a:lnTo>
                  <a:lnTo>
                    <a:pt x="33" y="349"/>
                  </a:lnTo>
                  <a:lnTo>
                    <a:pt x="33"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8"/>
            <p:cNvSpPr/>
            <p:nvPr/>
          </p:nvSpPr>
          <p:spPr>
            <a:xfrm>
              <a:off x="3370975"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8"/>
            <p:cNvSpPr/>
            <p:nvPr/>
          </p:nvSpPr>
          <p:spPr>
            <a:xfrm>
              <a:off x="3370975"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8"/>
            <p:cNvSpPr/>
            <p:nvPr/>
          </p:nvSpPr>
          <p:spPr>
            <a:xfrm>
              <a:off x="3370975"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8"/>
            <p:cNvSpPr/>
            <p:nvPr/>
          </p:nvSpPr>
          <p:spPr>
            <a:xfrm>
              <a:off x="3371775" y="2391550"/>
              <a:ext cx="25" cy="8725"/>
            </a:xfrm>
            <a:custGeom>
              <a:rect b="b" l="l" r="r" t="t"/>
              <a:pathLst>
                <a:path extrusionOk="0" h="349" w="1">
                  <a:moveTo>
                    <a:pt x="0" y="0"/>
                  </a:moveTo>
                  <a:lnTo>
                    <a:pt x="0" y="0"/>
                  </a:lnTo>
                  <a:lnTo>
                    <a:pt x="0" y="349"/>
                  </a:lnTo>
                  <a:lnTo>
                    <a:pt x="0"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8"/>
            <p:cNvSpPr/>
            <p:nvPr/>
          </p:nvSpPr>
          <p:spPr>
            <a:xfrm>
              <a:off x="3371775" y="2391550"/>
              <a:ext cx="25" cy="8725"/>
            </a:xfrm>
            <a:custGeom>
              <a:rect b="b" l="l" r="r" t="t"/>
              <a:pathLst>
                <a:path extrusionOk="0" h="349" w="1">
                  <a:moveTo>
                    <a:pt x="0" y="0"/>
                  </a:moveTo>
                  <a:lnTo>
                    <a:pt x="0" y="0"/>
                  </a:lnTo>
                  <a:lnTo>
                    <a:pt x="0" y="349"/>
                  </a:lnTo>
                  <a:lnTo>
                    <a:pt x="0"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8"/>
            <p:cNvSpPr/>
            <p:nvPr/>
          </p:nvSpPr>
          <p:spPr>
            <a:xfrm>
              <a:off x="3371775" y="2391550"/>
              <a:ext cx="25" cy="8725"/>
            </a:xfrm>
            <a:custGeom>
              <a:rect b="b" l="l" r="r" t="t"/>
              <a:pathLst>
                <a:path extrusionOk="0" h="349" w="1">
                  <a:moveTo>
                    <a:pt x="0" y="0"/>
                  </a:moveTo>
                  <a:lnTo>
                    <a:pt x="0" y="0"/>
                  </a:lnTo>
                  <a:lnTo>
                    <a:pt x="0" y="349"/>
                  </a:lnTo>
                  <a:lnTo>
                    <a:pt x="0"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8"/>
            <p:cNvSpPr/>
            <p:nvPr/>
          </p:nvSpPr>
          <p:spPr>
            <a:xfrm>
              <a:off x="3371775" y="2391550"/>
              <a:ext cx="800" cy="8725"/>
            </a:xfrm>
            <a:custGeom>
              <a:rect b="b" l="l" r="r" t="t"/>
              <a:pathLst>
                <a:path extrusionOk="0" h="349" w="32">
                  <a:moveTo>
                    <a:pt x="0" y="0"/>
                  </a:moveTo>
                  <a:lnTo>
                    <a:pt x="0" y="349"/>
                  </a:lnTo>
                  <a:lnTo>
                    <a:pt x="32" y="349"/>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8"/>
            <p:cNvSpPr/>
            <p:nvPr/>
          </p:nvSpPr>
          <p:spPr>
            <a:xfrm>
              <a:off x="3372550"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8"/>
            <p:cNvSpPr/>
            <p:nvPr/>
          </p:nvSpPr>
          <p:spPr>
            <a:xfrm>
              <a:off x="3372550"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8"/>
            <p:cNvSpPr/>
            <p:nvPr/>
          </p:nvSpPr>
          <p:spPr>
            <a:xfrm>
              <a:off x="3372550" y="2391550"/>
              <a:ext cx="825" cy="8725"/>
            </a:xfrm>
            <a:custGeom>
              <a:rect b="b" l="l" r="r" t="t"/>
              <a:pathLst>
                <a:path extrusionOk="0" h="349" w="33">
                  <a:moveTo>
                    <a:pt x="1" y="0"/>
                  </a:moveTo>
                  <a:lnTo>
                    <a:pt x="1" y="349"/>
                  </a:lnTo>
                  <a:lnTo>
                    <a:pt x="33" y="349"/>
                  </a:lnTo>
                  <a:lnTo>
                    <a:pt x="33"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8"/>
            <p:cNvSpPr/>
            <p:nvPr/>
          </p:nvSpPr>
          <p:spPr>
            <a:xfrm>
              <a:off x="3373350"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8"/>
            <p:cNvSpPr/>
            <p:nvPr/>
          </p:nvSpPr>
          <p:spPr>
            <a:xfrm>
              <a:off x="3373350" y="2391550"/>
              <a:ext cx="25" cy="8725"/>
            </a:xfrm>
            <a:custGeom>
              <a:rect b="b" l="l" r="r" t="t"/>
              <a:pathLst>
                <a:path extrusionOk="0" h="349" w="1">
                  <a:moveTo>
                    <a:pt x="1" y="0"/>
                  </a:moveTo>
                  <a:lnTo>
                    <a:pt x="1" y="0"/>
                  </a:lnTo>
                  <a:lnTo>
                    <a:pt x="1" y="349"/>
                  </a:lnTo>
                  <a:lnTo>
                    <a:pt x="1"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8"/>
            <p:cNvSpPr/>
            <p:nvPr/>
          </p:nvSpPr>
          <p:spPr>
            <a:xfrm>
              <a:off x="3373350" y="2391550"/>
              <a:ext cx="825" cy="8725"/>
            </a:xfrm>
            <a:custGeom>
              <a:rect b="b" l="l" r="r" t="t"/>
              <a:pathLst>
                <a:path extrusionOk="0" h="349" w="33">
                  <a:moveTo>
                    <a:pt x="1" y="0"/>
                  </a:moveTo>
                  <a:lnTo>
                    <a:pt x="1" y="349"/>
                  </a:lnTo>
                  <a:lnTo>
                    <a:pt x="32" y="349"/>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8"/>
            <p:cNvSpPr/>
            <p:nvPr/>
          </p:nvSpPr>
          <p:spPr>
            <a:xfrm>
              <a:off x="3373350" y="2391550"/>
              <a:ext cx="825" cy="8725"/>
            </a:xfrm>
            <a:custGeom>
              <a:rect b="b" l="l" r="r" t="t"/>
              <a:pathLst>
                <a:path extrusionOk="0" h="349" w="33">
                  <a:moveTo>
                    <a:pt x="1" y="0"/>
                  </a:moveTo>
                  <a:lnTo>
                    <a:pt x="1" y="349"/>
                  </a:lnTo>
                  <a:lnTo>
                    <a:pt x="32" y="349"/>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8"/>
            <p:cNvSpPr/>
            <p:nvPr/>
          </p:nvSpPr>
          <p:spPr>
            <a:xfrm>
              <a:off x="3374150" y="2391550"/>
              <a:ext cx="25" cy="8725"/>
            </a:xfrm>
            <a:custGeom>
              <a:rect b="b" l="l" r="r" t="t"/>
              <a:pathLst>
                <a:path extrusionOk="0" h="349" w="1">
                  <a:moveTo>
                    <a:pt x="0" y="0"/>
                  </a:moveTo>
                  <a:lnTo>
                    <a:pt x="0" y="0"/>
                  </a:lnTo>
                  <a:lnTo>
                    <a:pt x="0" y="349"/>
                  </a:lnTo>
                  <a:lnTo>
                    <a:pt x="0" y="349"/>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8"/>
            <p:cNvSpPr/>
            <p:nvPr/>
          </p:nvSpPr>
          <p:spPr>
            <a:xfrm>
              <a:off x="3302100" y="2365825"/>
              <a:ext cx="10300" cy="8725"/>
            </a:xfrm>
            <a:custGeom>
              <a:rect b="b" l="l" r="r" t="t"/>
              <a:pathLst>
                <a:path extrusionOk="0" h="349" w="412">
                  <a:moveTo>
                    <a:pt x="222" y="0"/>
                  </a:moveTo>
                  <a:cubicBezTo>
                    <a:pt x="174" y="0"/>
                    <a:pt x="127" y="16"/>
                    <a:pt x="95" y="48"/>
                  </a:cubicBezTo>
                  <a:cubicBezTo>
                    <a:pt x="0" y="111"/>
                    <a:pt x="0" y="238"/>
                    <a:pt x="95" y="301"/>
                  </a:cubicBezTo>
                  <a:cubicBezTo>
                    <a:pt x="127" y="333"/>
                    <a:pt x="167" y="348"/>
                    <a:pt x="210" y="348"/>
                  </a:cubicBezTo>
                  <a:cubicBezTo>
                    <a:pt x="254" y="348"/>
                    <a:pt x="301" y="333"/>
                    <a:pt x="349" y="301"/>
                  </a:cubicBezTo>
                  <a:cubicBezTo>
                    <a:pt x="412" y="238"/>
                    <a:pt x="412" y="111"/>
                    <a:pt x="349" y="48"/>
                  </a:cubicBezTo>
                  <a:cubicBezTo>
                    <a:pt x="317" y="16"/>
                    <a:pt x="269" y="0"/>
                    <a:pt x="222" y="0"/>
                  </a:cubicBez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8"/>
            <p:cNvSpPr/>
            <p:nvPr/>
          </p:nvSpPr>
          <p:spPr>
            <a:xfrm>
              <a:off x="3302100" y="2364625"/>
              <a:ext cx="800" cy="10325"/>
            </a:xfrm>
            <a:custGeom>
              <a:rect b="b" l="l" r="r" t="t"/>
              <a:pathLst>
                <a:path extrusionOk="0" h="413" w="32">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8"/>
            <p:cNvSpPr/>
            <p:nvPr/>
          </p:nvSpPr>
          <p:spPr>
            <a:xfrm>
              <a:off x="3302875"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8"/>
            <p:cNvSpPr/>
            <p:nvPr/>
          </p:nvSpPr>
          <p:spPr>
            <a:xfrm>
              <a:off x="3302875" y="2364625"/>
              <a:ext cx="825" cy="10325"/>
            </a:xfrm>
            <a:custGeom>
              <a:rect b="b" l="l" r="r" t="t"/>
              <a:pathLst>
                <a:path extrusionOk="0" h="413" w="33">
                  <a:moveTo>
                    <a:pt x="1" y="1"/>
                  </a:moveTo>
                  <a:lnTo>
                    <a:pt x="1" y="412"/>
                  </a:lnTo>
                  <a:lnTo>
                    <a:pt x="33" y="412"/>
                  </a:lnTo>
                  <a:lnTo>
                    <a:pt x="33"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8"/>
            <p:cNvSpPr/>
            <p:nvPr/>
          </p:nvSpPr>
          <p:spPr>
            <a:xfrm>
              <a:off x="3303675"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8"/>
            <p:cNvSpPr/>
            <p:nvPr/>
          </p:nvSpPr>
          <p:spPr>
            <a:xfrm>
              <a:off x="3303675"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8"/>
            <p:cNvSpPr/>
            <p:nvPr/>
          </p:nvSpPr>
          <p:spPr>
            <a:xfrm>
              <a:off x="3303675"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8"/>
            <p:cNvSpPr/>
            <p:nvPr/>
          </p:nvSpPr>
          <p:spPr>
            <a:xfrm>
              <a:off x="3303675" y="2364625"/>
              <a:ext cx="825" cy="10325"/>
            </a:xfrm>
            <a:custGeom>
              <a:rect b="b" l="l" r="r" t="t"/>
              <a:pathLst>
                <a:path extrusionOk="0" h="413" w="33">
                  <a:moveTo>
                    <a:pt x="1" y="1"/>
                  </a:moveTo>
                  <a:lnTo>
                    <a:pt x="1"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8"/>
            <p:cNvSpPr/>
            <p:nvPr/>
          </p:nvSpPr>
          <p:spPr>
            <a:xfrm>
              <a:off x="3304475"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8"/>
            <p:cNvSpPr/>
            <p:nvPr/>
          </p:nvSpPr>
          <p:spPr>
            <a:xfrm>
              <a:off x="3304475"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8"/>
            <p:cNvSpPr/>
            <p:nvPr/>
          </p:nvSpPr>
          <p:spPr>
            <a:xfrm>
              <a:off x="3304475"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8"/>
            <p:cNvSpPr/>
            <p:nvPr/>
          </p:nvSpPr>
          <p:spPr>
            <a:xfrm>
              <a:off x="3305250"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8"/>
            <p:cNvSpPr/>
            <p:nvPr/>
          </p:nvSpPr>
          <p:spPr>
            <a:xfrm>
              <a:off x="3305250"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8"/>
            <p:cNvSpPr/>
            <p:nvPr/>
          </p:nvSpPr>
          <p:spPr>
            <a:xfrm>
              <a:off x="3305250" y="2364625"/>
              <a:ext cx="825" cy="10325"/>
            </a:xfrm>
            <a:custGeom>
              <a:rect b="b" l="l" r="r" t="t"/>
              <a:pathLst>
                <a:path extrusionOk="0" h="413" w="33">
                  <a:moveTo>
                    <a:pt x="1" y="1"/>
                  </a:moveTo>
                  <a:lnTo>
                    <a:pt x="1" y="412"/>
                  </a:lnTo>
                  <a:lnTo>
                    <a:pt x="33" y="412"/>
                  </a:lnTo>
                  <a:lnTo>
                    <a:pt x="33"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8"/>
            <p:cNvSpPr/>
            <p:nvPr/>
          </p:nvSpPr>
          <p:spPr>
            <a:xfrm>
              <a:off x="3305250" y="2364625"/>
              <a:ext cx="825" cy="10325"/>
            </a:xfrm>
            <a:custGeom>
              <a:rect b="b" l="l" r="r" t="t"/>
              <a:pathLst>
                <a:path extrusionOk="0" h="413" w="33">
                  <a:moveTo>
                    <a:pt x="1" y="1"/>
                  </a:moveTo>
                  <a:lnTo>
                    <a:pt x="1" y="412"/>
                  </a:lnTo>
                  <a:lnTo>
                    <a:pt x="33" y="412"/>
                  </a:lnTo>
                  <a:lnTo>
                    <a:pt x="33"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8"/>
            <p:cNvSpPr/>
            <p:nvPr/>
          </p:nvSpPr>
          <p:spPr>
            <a:xfrm>
              <a:off x="3306050"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8"/>
            <p:cNvSpPr/>
            <p:nvPr/>
          </p:nvSpPr>
          <p:spPr>
            <a:xfrm>
              <a:off x="3306050"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8"/>
            <p:cNvSpPr/>
            <p:nvPr/>
          </p:nvSpPr>
          <p:spPr>
            <a:xfrm>
              <a:off x="3306050" y="2364625"/>
              <a:ext cx="825" cy="10325"/>
            </a:xfrm>
            <a:custGeom>
              <a:rect b="b" l="l" r="r" t="t"/>
              <a:pathLst>
                <a:path extrusionOk="0" h="413" w="33">
                  <a:moveTo>
                    <a:pt x="1" y="1"/>
                  </a:moveTo>
                  <a:lnTo>
                    <a:pt x="1"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8"/>
            <p:cNvSpPr/>
            <p:nvPr/>
          </p:nvSpPr>
          <p:spPr>
            <a:xfrm>
              <a:off x="3306850"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8"/>
            <p:cNvSpPr/>
            <p:nvPr/>
          </p:nvSpPr>
          <p:spPr>
            <a:xfrm>
              <a:off x="3306850"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8"/>
            <p:cNvSpPr/>
            <p:nvPr/>
          </p:nvSpPr>
          <p:spPr>
            <a:xfrm>
              <a:off x="3306850" y="2364625"/>
              <a:ext cx="800" cy="10325"/>
            </a:xfrm>
            <a:custGeom>
              <a:rect b="b" l="l" r="r" t="t"/>
              <a:pathLst>
                <a:path extrusionOk="0" h="413" w="32">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8"/>
            <p:cNvSpPr/>
            <p:nvPr/>
          </p:nvSpPr>
          <p:spPr>
            <a:xfrm>
              <a:off x="3307625"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8"/>
            <p:cNvSpPr/>
            <p:nvPr/>
          </p:nvSpPr>
          <p:spPr>
            <a:xfrm>
              <a:off x="3307625"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8"/>
            <p:cNvSpPr/>
            <p:nvPr/>
          </p:nvSpPr>
          <p:spPr>
            <a:xfrm>
              <a:off x="3307625"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8"/>
            <p:cNvSpPr/>
            <p:nvPr/>
          </p:nvSpPr>
          <p:spPr>
            <a:xfrm>
              <a:off x="3308425"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8"/>
            <p:cNvSpPr/>
            <p:nvPr/>
          </p:nvSpPr>
          <p:spPr>
            <a:xfrm>
              <a:off x="3308425"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8"/>
            <p:cNvSpPr/>
            <p:nvPr/>
          </p:nvSpPr>
          <p:spPr>
            <a:xfrm>
              <a:off x="3308425"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8"/>
            <p:cNvSpPr/>
            <p:nvPr/>
          </p:nvSpPr>
          <p:spPr>
            <a:xfrm>
              <a:off x="3308425" y="2364625"/>
              <a:ext cx="825" cy="10325"/>
            </a:xfrm>
            <a:custGeom>
              <a:rect b="b" l="l" r="r" t="t"/>
              <a:pathLst>
                <a:path extrusionOk="0" h="413" w="33">
                  <a:moveTo>
                    <a:pt x="1" y="1"/>
                  </a:moveTo>
                  <a:lnTo>
                    <a:pt x="1"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8"/>
            <p:cNvSpPr/>
            <p:nvPr/>
          </p:nvSpPr>
          <p:spPr>
            <a:xfrm>
              <a:off x="3309225"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8"/>
            <p:cNvSpPr/>
            <p:nvPr/>
          </p:nvSpPr>
          <p:spPr>
            <a:xfrm>
              <a:off x="3309225"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8"/>
            <p:cNvSpPr/>
            <p:nvPr/>
          </p:nvSpPr>
          <p:spPr>
            <a:xfrm>
              <a:off x="3309225"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8"/>
            <p:cNvSpPr/>
            <p:nvPr/>
          </p:nvSpPr>
          <p:spPr>
            <a:xfrm>
              <a:off x="3309225" y="2364625"/>
              <a:ext cx="800" cy="10325"/>
            </a:xfrm>
            <a:custGeom>
              <a:rect b="b" l="l" r="r" t="t"/>
              <a:pathLst>
                <a:path extrusionOk="0" h="413" w="32">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8"/>
            <p:cNvSpPr/>
            <p:nvPr/>
          </p:nvSpPr>
          <p:spPr>
            <a:xfrm>
              <a:off x="3310000"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8"/>
            <p:cNvSpPr/>
            <p:nvPr/>
          </p:nvSpPr>
          <p:spPr>
            <a:xfrm>
              <a:off x="3310000"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8"/>
            <p:cNvSpPr/>
            <p:nvPr/>
          </p:nvSpPr>
          <p:spPr>
            <a:xfrm>
              <a:off x="3310000" y="2364625"/>
              <a:ext cx="825" cy="10325"/>
            </a:xfrm>
            <a:custGeom>
              <a:rect b="b" l="l" r="r" t="t"/>
              <a:pathLst>
                <a:path extrusionOk="0" h="413" w="33">
                  <a:moveTo>
                    <a:pt x="1" y="1"/>
                  </a:moveTo>
                  <a:lnTo>
                    <a:pt x="1" y="412"/>
                  </a:lnTo>
                  <a:lnTo>
                    <a:pt x="33" y="412"/>
                  </a:lnTo>
                  <a:lnTo>
                    <a:pt x="33"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8"/>
            <p:cNvSpPr/>
            <p:nvPr/>
          </p:nvSpPr>
          <p:spPr>
            <a:xfrm>
              <a:off x="3310800"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8"/>
            <p:cNvSpPr/>
            <p:nvPr/>
          </p:nvSpPr>
          <p:spPr>
            <a:xfrm>
              <a:off x="3310800"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8"/>
            <p:cNvSpPr/>
            <p:nvPr/>
          </p:nvSpPr>
          <p:spPr>
            <a:xfrm>
              <a:off x="3310800" y="2364625"/>
              <a:ext cx="825" cy="10325"/>
            </a:xfrm>
            <a:custGeom>
              <a:rect b="b" l="l" r="r" t="t"/>
              <a:pathLst>
                <a:path extrusionOk="0" h="413" w="33">
                  <a:moveTo>
                    <a:pt x="1" y="1"/>
                  </a:moveTo>
                  <a:lnTo>
                    <a:pt x="1"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8"/>
            <p:cNvSpPr/>
            <p:nvPr/>
          </p:nvSpPr>
          <p:spPr>
            <a:xfrm>
              <a:off x="3311600"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8"/>
            <p:cNvSpPr/>
            <p:nvPr/>
          </p:nvSpPr>
          <p:spPr>
            <a:xfrm>
              <a:off x="3311600"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8"/>
            <p:cNvSpPr/>
            <p:nvPr/>
          </p:nvSpPr>
          <p:spPr>
            <a:xfrm>
              <a:off x="3311600" y="23646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8"/>
            <p:cNvSpPr/>
            <p:nvPr/>
          </p:nvSpPr>
          <p:spPr>
            <a:xfrm>
              <a:off x="3312375" y="23646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8"/>
            <p:cNvSpPr/>
            <p:nvPr/>
          </p:nvSpPr>
          <p:spPr>
            <a:xfrm>
              <a:off x="3276750" y="2303675"/>
              <a:ext cx="9525" cy="8725"/>
            </a:xfrm>
            <a:custGeom>
              <a:rect b="b" l="l" r="r" t="t"/>
              <a:pathLst>
                <a:path extrusionOk="0" h="349" w="381">
                  <a:moveTo>
                    <a:pt x="191" y="0"/>
                  </a:moveTo>
                  <a:cubicBezTo>
                    <a:pt x="96" y="0"/>
                    <a:pt x="1" y="63"/>
                    <a:pt x="1" y="158"/>
                  </a:cubicBezTo>
                  <a:cubicBezTo>
                    <a:pt x="1" y="253"/>
                    <a:pt x="96" y="348"/>
                    <a:pt x="191" y="348"/>
                  </a:cubicBezTo>
                  <a:cubicBezTo>
                    <a:pt x="286" y="348"/>
                    <a:pt x="381" y="285"/>
                    <a:pt x="381" y="158"/>
                  </a:cubicBezTo>
                  <a:cubicBezTo>
                    <a:pt x="381" y="63"/>
                    <a:pt x="286" y="0"/>
                    <a:pt x="191" y="0"/>
                  </a:cubicBez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8"/>
            <p:cNvSpPr/>
            <p:nvPr/>
          </p:nvSpPr>
          <p:spPr>
            <a:xfrm>
              <a:off x="3276750" y="2302875"/>
              <a:ext cx="825" cy="9525"/>
            </a:xfrm>
            <a:custGeom>
              <a:rect b="b" l="l" r="r" t="t"/>
              <a:pathLst>
                <a:path extrusionOk="0" h="381" w="33">
                  <a:moveTo>
                    <a:pt x="1" y="0"/>
                  </a:moveTo>
                  <a:lnTo>
                    <a:pt x="1" y="380"/>
                  </a:lnTo>
                  <a:lnTo>
                    <a:pt x="33" y="380"/>
                  </a:lnTo>
                  <a:lnTo>
                    <a:pt x="33"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8"/>
            <p:cNvSpPr/>
            <p:nvPr/>
          </p:nvSpPr>
          <p:spPr>
            <a:xfrm>
              <a:off x="3277550"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8"/>
            <p:cNvSpPr/>
            <p:nvPr/>
          </p:nvSpPr>
          <p:spPr>
            <a:xfrm>
              <a:off x="3277550"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8"/>
            <p:cNvSpPr/>
            <p:nvPr/>
          </p:nvSpPr>
          <p:spPr>
            <a:xfrm>
              <a:off x="3277550" y="2302875"/>
              <a:ext cx="825" cy="9525"/>
            </a:xfrm>
            <a:custGeom>
              <a:rect b="b" l="l" r="r" t="t"/>
              <a:pathLst>
                <a:path extrusionOk="0" h="381" w="33">
                  <a:moveTo>
                    <a:pt x="1" y="0"/>
                  </a:moveTo>
                  <a:lnTo>
                    <a:pt x="1"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8"/>
            <p:cNvSpPr/>
            <p:nvPr/>
          </p:nvSpPr>
          <p:spPr>
            <a:xfrm>
              <a:off x="3278350"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8"/>
            <p:cNvSpPr/>
            <p:nvPr/>
          </p:nvSpPr>
          <p:spPr>
            <a:xfrm>
              <a:off x="3278350"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8"/>
            <p:cNvSpPr/>
            <p:nvPr/>
          </p:nvSpPr>
          <p:spPr>
            <a:xfrm>
              <a:off x="3278350"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8"/>
            <p:cNvSpPr/>
            <p:nvPr/>
          </p:nvSpPr>
          <p:spPr>
            <a:xfrm>
              <a:off x="3278350" y="2302875"/>
              <a:ext cx="800" cy="9525"/>
            </a:xfrm>
            <a:custGeom>
              <a:rect b="b" l="l" r="r" t="t"/>
              <a:pathLst>
                <a:path extrusionOk="0" h="381" w="32">
                  <a:moveTo>
                    <a:pt x="0" y="0"/>
                  </a:moveTo>
                  <a:lnTo>
                    <a:pt x="0"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8"/>
            <p:cNvSpPr/>
            <p:nvPr/>
          </p:nvSpPr>
          <p:spPr>
            <a:xfrm>
              <a:off x="3279125"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8"/>
            <p:cNvSpPr/>
            <p:nvPr/>
          </p:nvSpPr>
          <p:spPr>
            <a:xfrm>
              <a:off x="3279125"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8"/>
            <p:cNvSpPr/>
            <p:nvPr/>
          </p:nvSpPr>
          <p:spPr>
            <a:xfrm>
              <a:off x="3279125" y="2302875"/>
              <a:ext cx="825" cy="9525"/>
            </a:xfrm>
            <a:custGeom>
              <a:rect b="b" l="l" r="r" t="t"/>
              <a:pathLst>
                <a:path extrusionOk="0" h="381" w="33">
                  <a:moveTo>
                    <a:pt x="1" y="0"/>
                  </a:moveTo>
                  <a:lnTo>
                    <a:pt x="1" y="380"/>
                  </a:lnTo>
                  <a:lnTo>
                    <a:pt x="33" y="380"/>
                  </a:lnTo>
                  <a:lnTo>
                    <a:pt x="33"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8"/>
            <p:cNvSpPr/>
            <p:nvPr/>
          </p:nvSpPr>
          <p:spPr>
            <a:xfrm>
              <a:off x="3279925"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8"/>
            <p:cNvSpPr/>
            <p:nvPr/>
          </p:nvSpPr>
          <p:spPr>
            <a:xfrm>
              <a:off x="3279925"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8"/>
            <p:cNvSpPr/>
            <p:nvPr/>
          </p:nvSpPr>
          <p:spPr>
            <a:xfrm>
              <a:off x="3279925" y="2302875"/>
              <a:ext cx="825" cy="9525"/>
            </a:xfrm>
            <a:custGeom>
              <a:rect b="b" l="l" r="r" t="t"/>
              <a:pathLst>
                <a:path extrusionOk="0" h="381" w="33">
                  <a:moveTo>
                    <a:pt x="1" y="0"/>
                  </a:moveTo>
                  <a:lnTo>
                    <a:pt x="1"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8"/>
            <p:cNvSpPr/>
            <p:nvPr/>
          </p:nvSpPr>
          <p:spPr>
            <a:xfrm>
              <a:off x="3279925" y="2302875"/>
              <a:ext cx="825" cy="9525"/>
            </a:xfrm>
            <a:custGeom>
              <a:rect b="b" l="l" r="r" t="t"/>
              <a:pathLst>
                <a:path extrusionOk="0" h="381" w="33">
                  <a:moveTo>
                    <a:pt x="1" y="0"/>
                  </a:moveTo>
                  <a:lnTo>
                    <a:pt x="1"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8"/>
            <p:cNvSpPr/>
            <p:nvPr/>
          </p:nvSpPr>
          <p:spPr>
            <a:xfrm>
              <a:off x="3280725"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8"/>
            <p:cNvSpPr/>
            <p:nvPr/>
          </p:nvSpPr>
          <p:spPr>
            <a:xfrm>
              <a:off x="3280725"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8"/>
            <p:cNvSpPr/>
            <p:nvPr/>
          </p:nvSpPr>
          <p:spPr>
            <a:xfrm>
              <a:off x="3280725" y="2302875"/>
              <a:ext cx="800" cy="9525"/>
            </a:xfrm>
            <a:custGeom>
              <a:rect b="b" l="l" r="r" t="t"/>
              <a:pathLst>
                <a:path extrusionOk="0" h="381" w="32">
                  <a:moveTo>
                    <a:pt x="0" y="0"/>
                  </a:moveTo>
                  <a:lnTo>
                    <a:pt x="0"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8"/>
            <p:cNvSpPr/>
            <p:nvPr/>
          </p:nvSpPr>
          <p:spPr>
            <a:xfrm>
              <a:off x="3281500"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8"/>
            <p:cNvSpPr/>
            <p:nvPr/>
          </p:nvSpPr>
          <p:spPr>
            <a:xfrm>
              <a:off x="3281500"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8"/>
            <p:cNvSpPr/>
            <p:nvPr/>
          </p:nvSpPr>
          <p:spPr>
            <a:xfrm>
              <a:off x="3281500" y="2302875"/>
              <a:ext cx="825" cy="9525"/>
            </a:xfrm>
            <a:custGeom>
              <a:rect b="b" l="l" r="r" t="t"/>
              <a:pathLst>
                <a:path extrusionOk="0" h="381" w="33">
                  <a:moveTo>
                    <a:pt x="1" y="0"/>
                  </a:moveTo>
                  <a:lnTo>
                    <a:pt x="1" y="380"/>
                  </a:lnTo>
                  <a:lnTo>
                    <a:pt x="33" y="380"/>
                  </a:lnTo>
                  <a:lnTo>
                    <a:pt x="33"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8"/>
            <p:cNvSpPr/>
            <p:nvPr/>
          </p:nvSpPr>
          <p:spPr>
            <a:xfrm>
              <a:off x="3282300"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8"/>
            <p:cNvSpPr/>
            <p:nvPr/>
          </p:nvSpPr>
          <p:spPr>
            <a:xfrm>
              <a:off x="3282300"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8"/>
            <p:cNvSpPr/>
            <p:nvPr/>
          </p:nvSpPr>
          <p:spPr>
            <a:xfrm>
              <a:off x="3282300"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8"/>
            <p:cNvSpPr/>
            <p:nvPr/>
          </p:nvSpPr>
          <p:spPr>
            <a:xfrm>
              <a:off x="3283100"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8"/>
            <p:cNvSpPr/>
            <p:nvPr/>
          </p:nvSpPr>
          <p:spPr>
            <a:xfrm>
              <a:off x="3283100"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8"/>
            <p:cNvSpPr/>
            <p:nvPr/>
          </p:nvSpPr>
          <p:spPr>
            <a:xfrm>
              <a:off x="3283100"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8"/>
            <p:cNvSpPr/>
            <p:nvPr/>
          </p:nvSpPr>
          <p:spPr>
            <a:xfrm>
              <a:off x="3283100" y="2302875"/>
              <a:ext cx="800" cy="9525"/>
            </a:xfrm>
            <a:custGeom>
              <a:rect b="b" l="l" r="r" t="t"/>
              <a:pathLst>
                <a:path extrusionOk="0" h="381" w="32">
                  <a:moveTo>
                    <a:pt x="0" y="0"/>
                  </a:moveTo>
                  <a:lnTo>
                    <a:pt x="0"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8"/>
            <p:cNvSpPr/>
            <p:nvPr/>
          </p:nvSpPr>
          <p:spPr>
            <a:xfrm>
              <a:off x="3283875"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8"/>
            <p:cNvSpPr/>
            <p:nvPr/>
          </p:nvSpPr>
          <p:spPr>
            <a:xfrm>
              <a:off x="3283875"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8"/>
            <p:cNvSpPr/>
            <p:nvPr/>
          </p:nvSpPr>
          <p:spPr>
            <a:xfrm>
              <a:off x="3283875"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8"/>
            <p:cNvSpPr/>
            <p:nvPr/>
          </p:nvSpPr>
          <p:spPr>
            <a:xfrm>
              <a:off x="3284675"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8"/>
            <p:cNvSpPr/>
            <p:nvPr/>
          </p:nvSpPr>
          <p:spPr>
            <a:xfrm>
              <a:off x="3284675"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8"/>
            <p:cNvSpPr/>
            <p:nvPr/>
          </p:nvSpPr>
          <p:spPr>
            <a:xfrm>
              <a:off x="3284675"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8"/>
            <p:cNvSpPr/>
            <p:nvPr/>
          </p:nvSpPr>
          <p:spPr>
            <a:xfrm>
              <a:off x="3285475"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8"/>
            <p:cNvSpPr/>
            <p:nvPr/>
          </p:nvSpPr>
          <p:spPr>
            <a:xfrm>
              <a:off x="3285475"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8"/>
            <p:cNvSpPr/>
            <p:nvPr/>
          </p:nvSpPr>
          <p:spPr>
            <a:xfrm>
              <a:off x="3285475" y="2302875"/>
              <a:ext cx="25" cy="9525"/>
            </a:xfrm>
            <a:custGeom>
              <a:rect b="b" l="l" r="r" t="t"/>
              <a:pathLst>
                <a:path extrusionOk="0" h="381" w="1">
                  <a:moveTo>
                    <a:pt x="0" y="0"/>
                  </a:moveTo>
                  <a:lnTo>
                    <a:pt x="0" y="0"/>
                  </a:lnTo>
                  <a:lnTo>
                    <a:pt x="0" y="380"/>
                  </a:lnTo>
                  <a:lnTo>
                    <a:pt x="0"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8"/>
            <p:cNvSpPr/>
            <p:nvPr/>
          </p:nvSpPr>
          <p:spPr>
            <a:xfrm>
              <a:off x="3285475" y="2302875"/>
              <a:ext cx="800" cy="9525"/>
            </a:xfrm>
            <a:custGeom>
              <a:rect b="b" l="l" r="r" t="t"/>
              <a:pathLst>
                <a:path extrusionOk="0" h="381" w="32">
                  <a:moveTo>
                    <a:pt x="0" y="0"/>
                  </a:moveTo>
                  <a:lnTo>
                    <a:pt x="0" y="380"/>
                  </a:lnTo>
                  <a:lnTo>
                    <a:pt x="32" y="380"/>
                  </a:lnTo>
                  <a:lnTo>
                    <a:pt x="32" y="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8"/>
            <p:cNvSpPr/>
            <p:nvPr/>
          </p:nvSpPr>
          <p:spPr>
            <a:xfrm>
              <a:off x="3286250" y="2302875"/>
              <a:ext cx="25" cy="9525"/>
            </a:xfrm>
            <a:custGeom>
              <a:rect b="b" l="l" r="r" t="t"/>
              <a:pathLst>
                <a:path extrusionOk="0" h="381" w="1">
                  <a:moveTo>
                    <a:pt x="1" y="0"/>
                  </a:moveTo>
                  <a:lnTo>
                    <a:pt x="1" y="0"/>
                  </a:lnTo>
                  <a:lnTo>
                    <a:pt x="1" y="380"/>
                  </a:lnTo>
                  <a:lnTo>
                    <a:pt x="1" y="380"/>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8"/>
            <p:cNvSpPr/>
            <p:nvPr/>
          </p:nvSpPr>
          <p:spPr>
            <a:xfrm>
              <a:off x="3302875" y="2241125"/>
              <a:ext cx="9525" cy="8725"/>
            </a:xfrm>
            <a:custGeom>
              <a:rect b="b" l="l" r="r" t="t"/>
              <a:pathLst>
                <a:path extrusionOk="0" h="349" w="381">
                  <a:moveTo>
                    <a:pt x="191" y="0"/>
                  </a:moveTo>
                  <a:cubicBezTo>
                    <a:pt x="96" y="0"/>
                    <a:pt x="1" y="64"/>
                    <a:pt x="1" y="190"/>
                  </a:cubicBezTo>
                  <a:cubicBezTo>
                    <a:pt x="1" y="285"/>
                    <a:pt x="96" y="349"/>
                    <a:pt x="191" y="349"/>
                  </a:cubicBezTo>
                  <a:cubicBezTo>
                    <a:pt x="286" y="349"/>
                    <a:pt x="381" y="285"/>
                    <a:pt x="381" y="190"/>
                  </a:cubicBezTo>
                  <a:cubicBezTo>
                    <a:pt x="381" y="64"/>
                    <a:pt x="286" y="0"/>
                    <a:pt x="191" y="0"/>
                  </a:cubicBez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8"/>
            <p:cNvSpPr/>
            <p:nvPr/>
          </p:nvSpPr>
          <p:spPr>
            <a:xfrm>
              <a:off x="3302100" y="2240325"/>
              <a:ext cx="800" cy="10325"/>
            </a:xfrm>
            <a:custGeom>
              <a:rect b="b" l="l" r="r" t="t"/>
              <a:pathLst>
                <a:path extrusionOk="0" h="413" w="32">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8"/>
            <p:cNvSpPr/>
            <p:nvPr/>
          </p:nvSpPr>
          <p:spPr>
            <a:xfrm>
              <a:off x="3302875"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8"/>
            <p:cNvSpPr/>
            <p:nvPr/>
          </p:nvSpPr>
          <p:spPr>
            <a:xfrm>
              <a:off x="3302875" y="2240325"/>
              <a:ext cx="825" cy="10325"/>
            </a:xfrm>
            <a:custGeom>
              <a:rect b="b" l="l" r="r" t="t"/>
              <a:pathLst>
                <a:path extrusionOk="0" h="413" w="33">
                  <a:moveTo>
                    <a:pt x="1" y="1"/>
                  </a:moveTo>
                  <a:lnTo>
                    <a:pt x="1" y="412"/>
                  </a:lnTo>
                  <a:lnTo>
                    <a:pt x="33" y="412"/>
                  </a:lnTo>
                  <a:lnTo>
                    <a:pt x="33"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8"/>
            <p:cNvSpPr/>
            <p:nvPr/>
          </p:nvSpPr>
          <p:spPr>
            <a:xfrm>
              <a:off x="3303675"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8"/>
            <p:cNvSpPr/>
            <p:nvPr/>
          </p:nvSpPr>
          <p:spPr>
            <a:xfrm>
              <a:off x="3303675"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8"/>
            <p:cNvSpPr/>
            <p:nvPr/>
          </p:nvSpPr>
          <p:spPr>
            <a:xfrm>
              <a:off x="3303675"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8"/>
            <p:cNvSpPr/>
            <p:nvPr/>
          </p:nvSpPr>
          <p:spPr>
            <a:xfrm>
              <a:off x="3303675" y="2240325"/>
              <a:ext cx="825" cy="10325"/>
            </a:xfrm>
            <a:custGeom>
              <a:rect b="b" l="l" r="r" t="t"/>
              <a:pathLst>
                <a:path extrusionOk="0" h="413" w="33">
                  <a:moveTo>
                    <a:pt x="1" y="1"/>
                  </a:moveTo>
                  <a:lnTo>
                    <a:pt x="1"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8"/>
            <p:cNvSpPr/>
            <p:nvPr/>
          </p:nvSpPr>
          <p:spPr>
            <a:xfrm>
              <a:off x="3304475"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8"/>
            <p:cNvSpPr/>
            <p:nvPr/>
          </p:nvSpPr>
          <p:spPr>
            <a:xfrm>
              <a:off x="3304475"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8"/>
            <p:cNvSpPr/>
            <p:nvPr/>
          </p:nvSpPr>
          <p:spPr>
            <a:xfrm>
              <a:off x="3304475"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8"/>
            <p:cNvSpPr/>
            <p:nvPr/>
          </p:nvSpPr>
          <p:spPr>
            <a:xfrm>
              <a:off x="3305250"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8"/>
            <p:cNvSpPr/>
            <p:nvPr/>
          </p:nvSpPr>
          <p:spPr>
            <a:xfrm>
              <a:off x="3305250"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8"/>
            <p:cNvSpPr/>
            <p:nvPr/>
          </p:nvSpPr>
          <p:spPr>
            <a:xfrm>
              <a:off x="3305250" y="2240325"/>
              <a:ext cx="825" cy="10325"/>
            </a:xfrm>
            <a:custGeom>
              <a:rect b="b" l="l" r="r" t="t"/>
              <a:pathLst>
                <a:path extrusionOk="0" h="413" w="33">
                  <a:moveTo>
                    <a:pt x="1" y="1"/>
                  </a:moveTo>
                  <a:lnTo>
                    <a:pt x="1" y="412"/>
                  </a:lnTo>
                  <a:lnTo>
                    <a:pt x="33" y="412"/>
                  </a:lnTo>
                  <a:lnTo>
                    <a:pt x="33"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8"/>
            <p:cNvSpPr/>
            <p:nvPr/>
          </p:nvSpPr>
          <p:spPr>
            <a:xfrm>
              <a:off x="3305250" y="2240325"/>
              <a:ext cx="825" cy="10325"/>
            </a:xfrm>
            <a:custGeom>
              <a:rect b="b" l="l" r="r" t="t"/>
              <a:pathLst>
                <a:path extrusionOk="0" h="413" w="33">
                  <a:moveTo>
                    <a:pt x="1" y="1"/>
                  </a:moveTo>
                  <a:lnTo>
                    <a:pt x="1" y="412"/>
                  </a:lnTo>
                  <a:lnTo>
                    <a:pt x="33" y="412"/>
                  </a:lnTo>
                  <a:lnTo>
                    <a:pt x="33"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8"/>
            <p:cNvSpPr/>
            <p:nvPr/>
          </p:nvSpPr>
          <p:spPr>
            <a:xfrm>
              <a:off x="3306050"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8"/>
            <p:cNvSpPr/>
            <p:nvPr/>
          </p:nvSpPr>
          <p:spPr>
            <a:xfrm>
              <a:off x="3306050"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8"/>
            <p:cNvSpPr/>
            <p:nvPr/>
          </p:nvSpPr>
          <p:spPr>
            <a:xfrm>
              <a:off x="3306050" y="2240325"/>
              <a:ext cx="825" cy="10325"/>
            </a:xfrm>
            <a:custGeom>
              <a:rect b="b" l="l" r="r" t="t"/>
              <a:pathLst>
                <a:path extrusionOk="0" h="413" w="33">
                  <a:moveTo>
                    <a:pt x="1" y="1"/>
                  </a:moveTo>
                  <a:lnTo>
                    <a:pt x="1"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8"/>
            <p:cNvSpPr/>
            <p:nvPr/>
          </p:nvSpPr>
          <p:spPr>
            <a:xfrm>
              <a:off x="3306850"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8"/>
            <p:cNvSpPr/>
            <p:nvPr/>
          </p:nvSpPr>
          <p:spPr>
            <a:xfrm>
              <a:off x="3306850"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8"/>
            <p:cNvSpPr/>
            <p:nvPr/>
          </p:nvSpPr>
          <p:spPr>
            <a:xfrm>
              <a:off x="3306850" y="2240325"/>
              <a:ext cx="800" cy="10325"/>
            </a:xfrm>
            <a:custGeom>
              <a:rect b="b" l="l" r="r" t="t"/>
              <a:pathLst>
                <a:path extrusionOk="0" h="413" w="32">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8"/>
            <p:cNvSpPr/>
            <p:nvPr/>
          </p:nvSpPr>
          <p:spPr>
            <a:xfrm>
              <a:off x="3307625"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8"/>
            <p:cNvSpPr/>
            <p:nvPr/>
          </p:nvSpPr>
          <p:spPr>
            <a:xfrm>
              <a:off x="3307625"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8"/>
            <p:cNvSpPr/>
            <p:nvPr/>
          </p:nvSpPr>
          <p:spPr>
            <a:xfrm>
              <a:off x="3307625"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8"/>
            <p:cNvSpPr/>
            <p:nvPr/>
          </p:nvSpPr>
          <p:spPr>
            <a:xfrm>
              <a:off x="3308425"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8"/>
            <p:cNvSpPr/>
            <p:nvPr/>
          </p:nvSpPr>
          <p:spPr>
            <a:xfrm>
              <a:off x="3308425"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8"/>
            <p:cNvSpPr/>
            <p:nvPr/>
          </p:nvSpPr>
          <p:spPr>
            <a:xfrm>
              <a:off x="3308425"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8"/>
            <p:cNvSpPr/>
            <p:nvPr/>
          </p:nvSpPr>
          <p:spPr>
            <a:xfrm>
              <a:off x="3308425" y="2240325"/>
              <a:ext cx="825" cy="10325"/>
            </a:xfrm>
            <a:custGeom>
              <a:rect b="b" l="l" r="r" t="t"/>
              <a:pathLst>
                <a:path extrusionOk="0" h="413" w="33">
                  <a:moveTo>
                    <a:pt x="1" y="1"/>
                  </a:moveTo>
                  <a:lnTo>
                    <a:pt x="1"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8"/>
            <p:cNvSpPr/>
            <p:nvPr/>
          </p:nvSpPr>
          <p:spPr>
            <a:xfrm>
              <a:off x="3309225"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8"/>
            <p:cNvSpPr/>
            <p:nvPr/>
          </p:nvSpPr>
          <p:spPr>
            <a:xfrm>
              <a:off x="3309225"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8"/>
            <p:cNvSpPr/>
            <p:nvPr/>
          </p:nvSpPr>
          <p:spPr>
            <a:xfrm>
              <a:off x="3309225"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8"/>
            <p:cNvSpPr/>
            <p:nvPr/>
          </p:nvSpPr>
          <p:spPr>
            <a:xfrm>
              <a:off x="3309225" y="2240325"/>
              <a:ext cx="800" cy="10325"/>
            </a:xfrm>
            <a:custGeom>
              <a:rect b="b" l="l" r="r" t="t"/>
              <a:pathLst>
                <a:path extrusionOk="0" h="413" w="32">
                  <a:moveTo>
                    <a:pt x="0" y="1"/>
                  </a:moveTo>
                  <a:lnTo>
                    <a:pt x="0"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8"/>
            <p:cNvSpPr/>
            <p:nvPr/>
          </p:nvSpPr>
          <p:spPr>
            <a:xfrm>
              <a:off x="3310000"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8"/>
            <p:cNvSpPr/>
            <p:nvPr/>
          </p:nvSpPr>
          <p:spPr>
            <a:xfrm>
              <a:off x="3310000"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8"/>
            <p:cNvSpPr/>
            <p:nvPr/>
          </p:nvSpPr>
          <p:spPr>
            <a:xfrm>
              <a:off x="3310000" y="2240325"/>
              <a:ext cx="825" cy="10325"/>
            </a:xfrm>
            <a:custGeom>
              <a:rect b="b" l="l" r="r" t="t"/>
              <a:pathLst>
                <a:path extrusionOk="0" h="413" w="33">
                  <a:moveTo>
                    <a:pt x="1" y="1"/>
                  </a:moveTo>
                  <a:lnTo>
                    <a:pt x="1" y="412"/>
                  </a:lnTo>
                  <a:lnTo>
                    <a:pt x="33" y="412"/>
                  </a:lnTo>
                  <a:lnTo>
                    <a:pt x="33"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8"/>
            <p:cNvSpPr/>
            <p:nvPr/>
          </p:nvSpPr>
          <p:spPr>
            <a:xfrm>
              <a:off x="3310800"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8"/>
            <p:cNvSpPr/>
            <p:nvPr/>
          </p:nvSpPr>
          <p:spPr>
            <a:xfrm>
              <a:off x="3310800"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8"/>
            <p:cNvSpPr/>
            <p:nvPr/>
          </p:nvSpPr>
          <p:spPr>
            <a:xfrm>
              <a:off x="3310800" y="2240325"/>
              <a:ext cx="825" cy="10325"/>
            </a:xfrm>
            <a:custGeom>
              <a:rect b="b" l="l" r="r" t="t"/>
              <a:pathLst>
                <a:path extrusionOk="0" h="413" w="33">
                  <a:moveTo>
                    <a:pt x="1" y="1"/>
                  </a:moveTo>
                  <a:lnTo>
                    <a:pt x="1" y="412"/>
                  </a:lnTo>
                  <a:lnTo>
                    <a:pt x="32" y="412"/>
                  </a:lnTo>
                  <a:lnTo>
                    <a:pt x="32" y="1"/>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8"/>
            <p:cNvSpPr/>
            <p:nvPr/>
          </p:nvSpPr>
          <p:spPr>
            <a:xfrm>
              <a:off x="3311600"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8"/>
            <p:cNvSpPr/>
            <p:nvPr/>
          </p:nvSpPr>
          <p:spPr>
            <a:xfrm>
              <a:off x="3311600"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8"/>
            <p:cNvSpPr/>
            <p:nvPr/>
          </p:nvSpPr>
          <p:spPr>
            <a:xfrm>
              <a:off x="3311600" y="2240325"/>
              <a:ext cx="25" cy="10325"/>
            </a:xfrm>
            <a:custGeom>
              <a:rect b="b" l="l" r="r" t="t"/>
              <a:pathLst>
                <a:path extrusionOk="0" h="413" w="1">
                  <a:moveTo>
                    <a:pt x="0" y="1"/>
                  </a:moveTo>
                  <a:lnTo>
                    <a:pt x="0" y="1"/>
                  </a:lnTo>
                  <a:lnTo>
                    <a:pt x="0" y="412"/>
                  </a:lnTo>
                  <a:lnTo>
                    <a:pt x="0"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8"/>
            <p:cNvSpPr/>
            <p:nvPr/>
          </p:nvSpPr>
          <p:spPr>
            <a:xfrm>
              <a:off x="3312375" y="2240325"/>
              <a:ext cx="25" cy="10325"/>
            </a:xfrm>
            <a:custGeom>
              <a:rect b="b" l="l" r="r" t="t"/>
              <a:pathLst>
                <a:path extrusionOk="0" h="413" w="1">
                  <a:moveTo>
                    <a:pt x="1" y="1"/>
                  </a:moveTo>
                  <a:lnTo>
                    <a:pt x="1" y="1"/>
                  </a:lnTo>
                  <a:lnTo>
                    <a:pt x="1" y="412"/>
                  </a:lnTo>
                  <a:lnTo>
                    <a:pt x="1" y="412"/>
                  </a:lnTo>
                  <a:close/>
                </a:path>
              </a:pathLst>
            </a:custGeom>
            <a:solidFill>
              <a:srgbClr val="606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8"/>
            <p:cNvSpPr/>
            <p:nvPr/>
          </p:nvSpPr>
          <p:spPr>
            <a:xfrm>
              <a:off x="3256975" y="2195200"/>
              <a:ext cx="224875" cy="224875"/>
            </a:xfrm>
            <a:custGeom>
              <a:rect b="b" l="l" r="r" t="t"/>
              <a:pathLst>
                <a:path extrusionOk="0" h="8995" w="8995">
                  <a:moveTo>
                    <a:pt x="4497" y="2692"/>
                  </a:moveTo>
                  <a:cubicBezTo>
                    <a:pt x="5511" y="2692"/>
                    <a:pt x="6334" y="3516"/>
                    <a:pt x="6334" y="4497"/>
                  </a:cubicBezTo>
                  <a:cubicBezTo>
                    <a:pt x="6334" y="5511"/>
                    <a:pt x="5511" y="6334"/>
                    <a:pt x="4497" y="6334"/>
                  </a:cubicBezTo>
                  <a:cubicBezTo>
                    <a:pt x="3515" y="6334"/>
                    <a:pt x="2692" y="5511"/>
                    <a:pt x="2692" y="4497"/>
                  </a:cubicBezTo>
                  <a:cubicBezTo>
                    <a:pt x="2692" y="3516"/>
                    <a:pt x="3515" y="2692"/>
                    <a:pt x="4497" y="2692"/>
                  </a:cubicBezTo>
                  <a:close/>
                  <a:moveTo>
                    <a:pt x="4497" y="2376"/>
                  </a:moveTo>
                  <a:cubicBezTo>
                    <a:pt x="3325" y="2376"/>
                    <a:pt x="2375" y="3326"/>
                    <a:pt x="2375" y="4497"/>
                  </a:cubicBezTo>
                  <a:cubicBezTo>
                    <a:pt x="2375" y="5669"/>
                    <a:pt x="3325" y="6651"/>
                    <a:pt x="4497" y="6651"/>
                  </a:cubicBezTo>
                  <a:cubicBezTo>
                    <a:pt x="5701" y="6651"/>
                    <a:pt x="6651" y="5669"/>
                    <a:pt x="6651" y="4497"/>
                  </a:cubicBezTo>
                  <a:cubicBezTo>
                    <a:pt x="6651" y="3326"/>
                    <a:pt x="5701" y="2376"/>
                    <a:pt x="4497" y="2376"/>
                  </a:cubicBezTo>
                  <a:close/>
                  <a:moveTo>
                    <a:pt x="4782" y="317"/>
                  </a:moveTo>
                  <a:cubicBezTo>
                    <a:pt x="4877" y="317"/>
                    <a:pt x="4909" y="381"/>
                    <a:pt x="4909" y="444"/>
                  </a:cubicBezTo>
                  <a:lnTo>
                    <a:pt x="4909" y="1489"/>
                  </a:lnTo>
                  <a:lnTo>
                    <a:pt x="5036" y="1521"/>
                  </a:lnTo>
                  <a:cubicBezTo>
                    <a:pt x="5479" y="1616"/>
                    <a:pt x="5859" y="1774"/>
                    <a:pt x="6239" y="2027"/>
                  </a:cubicBezTo>
                  <a:lnTo>
                    <a:pt x="6334" y="2091"/>
                  </a:lnTo>
                  <a:lnTo>
                    <a:pt x="7094" y="1331"/>
                  </a:lnTo>
                  <a:cubicBezTo>
                    <a:pt x="7110" y="1315"/>
                    <a:pt x="7142" y="1307"/>
                    <a:pt x="7173" y="1307"/>
                  </a:cubicBezTo>
                  <a:cubicBezTo>
                    <a:pt x="7205" y="1307"/>
                    <a:pt x="7237" y="1315"/>
                    <a:pt x="7252" y="1331"/>
                  </a:cubicBezTo>
                  <a:lnTo>
                    <a:pt x="7664" y="1742"/>
                  </a:lnTo>
                  <a:cubicBezTo>
                    <a:pt x="7727" y="1806"/>
                    <a:pt x="7727" y="1869"/>
                    <a:pt x="7664" y="1932"/>
                  </a:cubicBezTo>
                  <a:lnTo>
                    <a:pt x="6936" y="2661"/>
                  </a:lnTo>
                  <a:lnTo>
                    <a:pt x="6999" y="2787"/>
                  </a:lnTo>
                  <a:cubicBezTo>
                    <a:pt x="7252" y="3136"/>
                    <a:pt x="7411" y="3547"/>
                    <a:pt x="7474" y="3959"/>
                  </a:cubicBezTo>
                  <a:lnTo>
                    <a:pt x="7506" y="4086"/>
                  </a:lnTo>
                  <a:lnTo>
                    <a:pt x="8551" y="4086"/>
                  </a:lnTo>
                  <a:cubicBezTo>
                    <a:pt x="8646" y="4086"/>
                    <a:pt x="8677" y="4149"/>
                    <a:pt x="8677" y="4212"/>
                  </a:cubicBezTo>
                  <a:lnTo>
                    <a:pt x="8677" y="4782"/>
                  </a:lnTo>
                  <a:cubicBezTo>
                    <a:pt x="8677" y="4877"/>
                    <a:pt x="8646" y="4909"/>
                    <a:pt x="8551" y="4909"/>
                  </a:cubicBezTo>
                  <a:lnTo>
                    <a:pt x="7506" y="4909"/>
                  </a:lnTo>
                  <a:lnTo>
                    <a:pt x="7474" y="5036"/>
                  </a:lnTo>
                  <a:cubicBezTo>
                    <a:pt x="7411" y="5479"/>
                    <a:pt x="7252" y="5859"/>
                    <a:pt x="6999" y="6239"/>
                  </a:cubicBezTo>
                  <a:lnTo>
                    <a:pt x="6936" y="6334"/>
                  </a:lnTo>
                  <a:lnTo>
                    <a:pt x="7664" y="7094"/>
                  </a:lnTo>
                  <a:cubicBezTo>
                    <a:pt x="7727" y="7126"/>
                    <a:pt x="7727" y="7221"/>
                    <a:pt x="7664" y="7253"/>
                  </a:cubicBezTo>
                  <a:lnTo>
                    <a:pt x="7252" y="7664"/>
                  </a:lnTo>
                  <a:cubicBezTo>
                    <a:pt x="7237" y="7696"/>
                    <a:pt x="7205" y="7712"/>
                    <a:pt x="7173" y="7712"/>
                  </a:cubicBezTo>
                  <a:cubicBezTo>
                    <a:pt x="7142" y="7712"/>
                    <a:pt x="7110" y="7696"/>
                    <a:pt x="7094" y="7664"/>
                  </a:cubicBezTo>
                  <a:lnTo>
                    <a:pt x="6334" y="6904"/>
                  </a:lnTo>
                  <a:lnTo>
                    <a:pt x="6239" y="6999"/>
                  </a:lnTo>
                  <a:cubicBezTo>
                    <a:pt x="5891" y="7221"/>
                    <a:pt x="5479" y="7411"/>
                    <a:pt x="5067" y="7474"/>
                  </a:cubicBezTo>
                  <a:lnTo>
                    <a:pt x="4941" y="7506"/>
                  </a:lnTo>
                  <a:lnTo>
                    <a:pt x="4941" y="8551"/>
                  </a:lnTo>
                  <a:cubicBezTo>
                    <a:pt x="4941" y="8614"/>
                    <a:pt x="4877" y="8678"/>
                    <a:pt x="4814" y="8678"/>
                  </a:cubicBezTo>
                  <a:lnTo>
                    <a:pt x="4212" y="8678"/>
                  </a:lnTo>
                  <a:cubicBezTo>
                    <a:pt x="4149" y="8678"/>
                    <a:pt x="4085" y="8614"/>
                    <a:pt x="4085" y="8551"/>
                  </a:cubicBezTo>
                  <a:lnTo>
                    <a:pt x="4085" y="7506"/>
                  </a:lnTo>
                  <a:lnTo>
                    <a:pt x="3959" y="7474"/>
                  </a:lnTo>
                  <a:cubicBezTo>
                    <a:pt x="3547" y="7411"/>
                    <a:pt x="3135" y="7253"/>
                    <a:pt x="2787" y="6999"/>
                  </a:cubicBezTo>
                  <a:lnTo>
                    <a:pt x="2692" y="6904"/>
                  </a:lnTo>
                  <a:lnTo>
                    <a:pt x="1932" y="7664"/>
                  </a:lnTo>
                  <a:cubicBezTo>
                    <a:pt x="1900" y="7696"/>
                    <a:pt x="1869" y="7712"/>
                    <a:pt x="1837" y="7712"/>
                  </a:cubicBezTo>
                  <a:cubicBezTo>
                    <a:pt x="1805" y="7712"/>
                    <a:pt x="1774" y="7696"/>
                    <a:pt x="1742" y="7664"/>
                  </a:cubicBezTo>
                  <a:lnTo>
                    <a:pt x="1330" y="7253"/>
                  </a:lnTo>
                  <a:cubicBezTo>
                    <a:pt x="1299" y="7221"/>
                    <a:pt x="1299" y="7126"/>
                    <a:pt x="1330" y="7094"/>
                  </a:cubicBezTo>
                  <a:lnTo>
                    <a:pt x="2090" y="6334"/>
                  </a:lnTo>
                  <a:lnTo>
                    <a:pt x="2027" y="6239"/>
                  </a:lnTo>
                  <a:cubicBezTo>
                    <a:pt x="1774" y="5859"/>
                    <a:pt x="1615" y="5479"/>
                    <a:pt x="1520" y="5036"/>
                  </a:cubicBezTo>
                  <a:lnTo>
                    <a:pt x="1520" y="4909"/>
                  </a:lnTo>
                  <a:lnTo>
                    <a:pt x="444" y="4909"/>
                  </a:lnTo>
                  <a:cubicBezTo>
                    <a:pt x="380" y="4909"/>
                    <a:pt x="317" y="4846"/>
                    <a:pt x="317" y="4782"/>
                  </a:cubicBezTo>
                  <a:lnTo>
                    <a:pt x="317" y="4212"/>
                  </a:lnTo>
                  <a:cubicBezTo>
                    <a:pt x="317" y="4149"/>
                    <a:pt x="380" y="4086"/>
                    <a:pt x="444" y="4086"/>
                  </a:cubicBezTo>
                  <a:lnTo>
                    <a:pt x="1520" y="4086"/>
                  </a:lnTo>
                  <a:lnTo>
                    <a:pt x="1520" y="3959"/>
                  </a:lnTo>
                  <a:cubicBezTo>
                    <a:pt x="1615" y="3547"/>
                    <a:pt x="1774" y="3136"/>
                    <a:pt x="2027" y="2787"/>
                  </a:cubicBezTo>
                  <a:lnTo>
                    <a:pt x="2090" y="2661"/>
                  </a:lnTo>
                  <a:lnTo>
                    <a:pt x="1330" y="1932"/>
                  </a:lnTo>
                  <a:cubicBezTo>
                    <a:pt x="1299" y="1869"/>
                    <a:pt x="1299" y="1806"/>
                    <a:pt x="1330" y="1742"/>
                  </a:cubicBezTo>
                  <a:lnTo>
                    <a:pt x="1742" y="1331"/>
                  </a:lnTo>
                  <a:cubicBezTo>
                    <a:pt x="1774" y="1315"/>
                    <a:pt x="1805" y="1307"/>
                    <a:pt x="1837" y="1307"/>
                  </a:cubicBezTo>
                  <a:cubicBezTo>
                    <a:pt x="1869" y="1307"/>
                    <a:pt x="1900" y="1315"/>
                    <a:pt x="1932" y="1331"/>
                  </a:cubicBezTo>
                  <a:lnTo>
                    <a:pt x="2660" y="2091"/>
                  </a:lnTo>
                  <a:lnTo>
                    <a:pt x="2787" y="2027"/>
                  </a:lnTo>
                  <a:cubicBezTo>
                    <a:pt x="3135" y="1774"/>
                    <a:pt x="3547" y="1616"/>
                    <a:pt x="3959" y="1521"/>
                  </a:cubicBezTo>
                  <a:lnTo>
                    <a:pt x="4085" y="1489"/>
                  </a:lnTo>
                  <a:lnTo>
                    <a:pt x="4085" y="444"/>
                  </a:lnTo>
                  <a:cubicBezTo>
                    <a:pt x="4085" y="381"/>
                    <a:pt x="4149" y="317"/>
                    <a:pt x="4212" y="317"/>
                  </a:cubicBezTo>
                  <a:close/>
                  <a:moveTo>
                    <a:pt x="4212" y="0"/>
                  </a:moveTo>
                  <a:cubicBezTo>
                    <a:pt x="3959" y="0"/>
                    <a:pt x="3769" y="190"/>
                    <a:pt x="3769" y="444"/>
                  </a:cubicBezTo>
                  <a:lnTo>
                    <a:pt x="3769" y="1236"/>
                  </a:lnTo>
                  <a:cubicBezTo>
                    <a:pt x="3389" y="1331"/>
                    <a:pt x="3040" y="1457"/>
                    <a:pt x="2724" y="1679"/>
                  </a:cubicBezTo>
                  <a:lnTo>
                    <a:pt x="2154" y="1109"/>
                  </a:lnTo>
                  <a:cubicBezTo>
                    <a:pt x="2074" y="1030"/>
                    <a:pt x="1964" y="990"/>
                    <a:pt x="1849" y="990"/>
                  </a:cubicBezTo>
                  <a:cubicBezTo>
                    <a:pt x="1734" y="990"/>
                    <a:pt x="1615" y="1030"/>
                    <a:pt x="1520" y="1109"/>
                  </a:cubicBezTo>
                  <a:lnTo>
                    <a:pt x="1109" y="1521"/>
                  </a:lnTo>
                  <a:cubicBezTo>
                    <a:pt x="950" y="1711"/>
                    <a:pt x="950" y="1996"/>
                    <a:pt x="1109" y="2154"/>
                  </a:cubicBezTo>
                  <a:lnTo>
                    <a:pt x="1679" y="2724"/>
                  </a:lnTo>
                  <a:cubicBezTo>
                    <a:pt x="1457" y="3041"/>
                    <a:pt x="1330" y="3389"/>
                    <a:pt x="1235" y="3769"/>
                  </a:cubicBezTo>
                  <a:lnTo>
                    <a:pt x="444" y="3769"/>
                  </a:lnTo>
                  <a:cubicBezTo>
                    <a:pt x="190" y="3769"/>
                    <a:pt x="0" y="3959"/>
                    <a:pt x="0" y="4212"/>
                  </a:cubicBezTo>
                  <a:lnTo>
                    <a:pt x="0" y="4782"/>
                  </a:lnTo>
                  <a:cubicBezTo>
                    <a:pt x="0" y="5036"/>
                    <a:pt x="190" y="5226"/>
                    <a:pt x="444" y="5226"/>
                  </a:cubicBezTo>
                  <a:lnTo>
                    <a:pt x="1235" y="5226"/>
                  </a:lnTo>
                  <a:cubicBezTo>
                    <a:pt x="1330" y="5606"/>
                    <a:pt x="1489" y="5986"/>
                    <a:pt x="1679" y="6303"/>
                  </a:cubicBezTo>
                  <a:lnTo>
                    <a:pt x="1109" y="6841"/>
                  </a:lnTo>
                  <a:cubicBezTo>
                    <a:pt x="950" y="7031"/>
                    <a:pt x="950" y="7316"/>
                    <a:pt x="1109" y="7474"/>
                  </a:cubicBezTo>
                  <a:lnTo>
                    <a:pt x="1520" y="7886"/>
                  </a:lnTo>
                  <a:cubicBezTo>
                    <a:pt x="1615" y="7981"/>
                    <a:pt x="1734" y="8029"/>
                    <a:pt x="1849" y="8029"/>
                  </a:cubicBezTo>
                  <a:cubicBezTo>
                    <a:pt x="1964" y="8029"/>
                    <a:pt x="2074" y="7981"/>
                    <a:pt x="2154" y="7886"/>
                  </a:cubicBezTo>
                  <a:lnTo>
                    <a:pt x="2724" y="7348"/>
                  </a:lnTo>
                  <a:cubicBezTo>
                    <a:pt x="3040" y="7538"/>
                    <a:pt x="3389" y="7696"/>
                    <a:pt x="3769" y="7759"/>
                  </a:cubicBezTo>
                  <a:lnTo>
                    <a:pt x="3769" y="8551"/>
                  </a:lnTo>
                  <a:cubicBezTo>
                    <a:pt x="3769" y="8804"/>
                    <a:pt x="3959" y="8994"/>
                    <a:pt x="4212" y="8994"/>
                  </a:cubicBezTo>
                  <a:lnTo>
                    <a:pt x="4814" y="8994"/>
                  </a:lnTo>
                  <a:cubicBezTo>
                    <a:pt x="5036" y="8994"/>
                    <a:pt x="5226" y="8804"/>
                    <a:pt x="5257" y="8551"/>
                  </a:cubicBezTo>
                  <a:lnTo>
                    <a:pt x="5257" y="7759"/>
                  </a:lnTo>
                  <a:cubicBezTo>
                    <a:pt x="5606" y="7696"/>
                    <a:pt x="5986" y="7538"/>
                    <a:pt x="6302" y="7348"/>
                  </a:cubicBezTo>
                  <a:lnTo>
                    <a:pt x="6872" y="7886"/>
                  </a:lnTo>
                  <a:cubicBezTo>
                    <a:pt x="6952" y="7981"/>
                    <a:pt x="7062" y="8029"/>
                    <a:pt x="7173" y="8029"/>
                  </a:cubicBezTo>
                  <a:cubicBezTo>
                    <a:pt x="7284" y="8029"/>
                    <a:pt x="7395" y="7981"/>
                    <a:pt x="7474" y="7886"/>
                  </a:cubicBezTo>
                  <a:lnTo>
                    <a:pt x="7886" y="7474"/>
                  </a:lnTo>
                  <a:cubicBezTo>
                    <a:pt x="8076" y="7316"/>
                    <a:pt x="8076" y="7031"/>
                    <a:pt x="7886" y="6841"/>
                  </a:cubicBezTo>
                  <a:lnTo>
                    <a:pt x="7347" y="6303"/>
                  </a:lnTo>
                  <a:cubicBezTo>
                    <a:pt x="7537" y="5954"/>
                    <a:pt x="7696" y="5606"/>
                    <a:pt x="7759" y="5226"/>
                  </a:cubicBezTo>
                  <a:lnTo>
                    <a:pt x="8551" y="5226"/>
                  </a:lnTo>
                  <a:cubicBezTo>
                    <a:pt x="8804" y="5226"/>
                    <a:pt x="8994" y="5036"/>
                    <a:pt x="8994" y="4782"/>
                  </a:cubicBezTo>
                  <a:lnTo>
                    <a:pt x="8994" y="4212"/>
                  </a:lnTo>
                  <a:cubicBezTo>
                    <a:pt x="8994" y="3959"/>
                    <a:pt x="8804" y="3769"/>
                    <a:pt x="8551" y="3769"/>
                  </a:cubicBezTo>
                  <a:lnTo>
                    <a:pt x="7759" y="3769"/>
                  </a:lnTo>
                  <a:cubicBezTo>
                    <a:pt x="7696" y="3389"/>
                    <a:pt x="7537" y="3041"/>
                    <a:pt x="7347" y="2724"/>
                  </a:cubicBezTo>
                  <a:lnTo>
                    <a:pt x="7886" y="2154"/>
                  </a:lnTo>
                  <a:cubicBezTo>
                    <a:pt x="8076" y="1996"/>
                    <a:pt x="8076" y="1711"/>
                    <a:pt x="7886" y="1521"/>
                  </a:cubicBezTo>
                  <a:lnTo>
                    <a:pt x="7474" y="1109"/>
                  </a:lnTo>
                  <a:cubicBezTo>
                    <a:pt x="7395" y="1030"/>
                    <a:pt x="7284" y="990"/>
                    <a:pt x="7173" y="990"/>
                  </a:cubicBezTo>
                  <a:cubicBezTo>
                    <a:pt x="7062" y="990"/>
                    <a:pt x="6952" y="1030"/>
                    <a:pt x="6872" y="1109"/>
                  </a:cubicBezTo>
                  <a:lnTo>
                    <a:pt x="6302" y="1679"/>
                  </a:lnTo>
                  <a:cubicBezTo>
                    <a:pt x="5986" y="1457"/>
                    <a:pt x="5606" y="1331"/>
                    <a:pt x="5257" y="1236"/>
                  </a:cubicBezTo>
                  <a:lnTo>
                    <a:pt x="5257" y="444"/>
                  </a:lnTo>
                  <a:cubicBezTo>
                    <a:pt x="5257" y="190"/>
                    <a:pt x="5036" y="0"/>
                    <a:pt x="4814" y="0"/>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8"/>
            <p:cNvSpPr/>
            <p:nvPr/>
          </p:nvSpPr>
          <p:spPr>
            <a:xfrm>
              <a:off x="3365425"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8"/>
            <p:cNvSpPr/>
            <p:nvPr/>
          </p:nvSpPr>
          <p:spPr>
            <a:xfrm>
              <a:off x="3365425"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8"/>
            <p:cNvSpPr/>
            <p:nvPr/>
          </p:nvSpPr>
          <p:spPr>
            <a:xfrm>
              <a:off x="3365425"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8"/>
            <p:cNvSpPr/>
            <p:nvPr/>
          </p:nvSpPr>
          <p:spPr>
            <a:xfrm>
              <a:off x="3366225" y="2215000"/>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8"/>
            <p:cNvSpPr/>
            <p:nvPr/>
          </p:nvSpPr>
          <p:spPr>
            <a:xfrm>
              <a:off x="3366225" y="2215000"/>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8"/>
            <p:cNvSpPr/>
            <p:nvPr/>
          </p:nvSpPr>
          <p:spPr>
            <a:xfrm>
              <a:off x="3366225" y="2215000"/>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8"/>
            <p:cNvSpPr/>
            <p:nvPr/>
          </p:nvSpPr>
          <p:spPr>
            <a:xfrm>
              <a:off x="3366225" y="2215000"/>
              <a:ext cx="825" cy="9525"/>
            </a:xfrm>
            <a:custGeom>
              <a:rect b="b" l="l" r="r" t="t"/>
              <a:pathLst>
                <a:path extrusionOk="0" h="381" w="33">
                  <a:moveTo>
                    <a:pt x="0" y="0"/>
                  </a:moveTo>
                  <a:lnTo>
                    <a:pt x="0"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8"/>
            <p:cNvSpPr/>
            <p:nvPr/>
          </p:nvSpPr>
          <p:spPr>
            <a:xfrm>
              <a:off x="3367025" y="2215000"/>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8"/>
            <p:cNvSpPr/>
            <p:nvPr/>
          </p:nvSpPr>
          <p:spPr>
            <a:xfrm>
              <a:off x="3367025" y="2215000"/>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8"/>
            <p:cNvSpPr/>
            <p:nvPr/>
          </p:nvSpPr>
          <p:spPr>
            <a:xfrm>
              <a:off x="3367025" y="2215000"/>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8"/>
            <p:cNvSpPr/>
            <p:nvPr/>
          </p:nvSpPr>
          <p:spPr>
            <a:xfrm>
              <a:off x="3367800"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8"/>
            <p:cNvSpPr/>
            <p:nvPr/>
          </p:nvSpPr>
          <p:spPr>
            <a:xfrm>
              <a:off x="3367800"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8"/>
            <p:cNvSpPr/>
            <p:nvPr/>
          </p:nvSpPr>
          <p:spPr>
            <a:xfrm>
              <a:off x="3367800"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8"/>
            <p:cNvSpPr/>
            <p:nvPr/>
          </p:nvSpPr>
          <p:spPr>
            <a:xfrm>
              <a:off x="3367800" y="2215000"/>
              <a:ext cx="825" cy="9525"/>
            </a:xfrm>
            <a:custGeom>
              <a:rect b="b" l="l" r="r" t="t"/>
              <a:pathLst>
                <a:path extrusionOk="0" h="381" w="33">
                  <a:moveTo>
                    <a:pt x="1" y="0"/>
                  </a:moveTo>
                  <a:lnTo>
                    <a:pt x="1" y="380"/>
                  </a:lnTo>
                  <a:lnTo>
                    <a:pt x="33" y="380"/>
                  </a:lnTo>
                  <a:lnTo>
                    <a:pt x="33"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8"/>
            <p:cNvSpPr/>
            <p:nvPr/>
          </p:nvSpPr>
          <p:spPr>
            <a:xfrm>
              <a:off x="3368600"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8"/>
            <p:cNvSpPr/>
            <p:nvPr/>
          </p:nvSpPr>
          <p:spPr>
            <a:xfrm>
              <a:off x="3368600"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8"/>
            <p:cNvSpPr/>
            <p:nvPr/>
          </p:nvSpPr>
          <p:spPr>
            <a:xfrm>
              <a:off x="3368600" y="2215000"/>
              <a:ext cx="825" cy="9525"/>
            </a:xfrm>
            <a:custGeom>
              <a:rect b="b" l="l" r="r" t="t"/>
              <a:pathLst>
                <a:path extrusionOk="0" h="381" w="33">
                  <a:moveTo>
                    <a:pt x="1" y="0"/>
                  </a:moveTo>
                  <a:lnTo>
                    <a:pt x="1"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8"/>
            <p:cNvSpPr/>
            <p:nvPr/>
          </p:nvSpPr>
          <p:spPr>
            <a:xfrm>
              <a:off x="3369400" y="2215000"/>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8"/>
            <p:cNvSpPr/>
            <p:nvPr/>
          </p:nvSpPr>
          <p:spPr>
            <a:xfrm>
              <a:off x="3369400" y="2215000"/>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8"/>
            <p:cNvSpPr/>
            <p:nvPr/>
          </p:nvSpPr>
          <p:spPr>
            <a:xfrm>
              <a:off x="3369400" y="2215000"/>
              <a:ext cx="800" cy="9525"/>
            </a:xfrm>
            <a:custGeom>
              <a:rect b="b" l="l" r="r" t="t"/>
              <a:pathLst>
                <a:path extrusionOk="0" h="381" w="32">
                  <a:moveTo>
                    <a:pt x="0" y="0"/>
                  </a:moveTo>
                  <a:lnTo>
                    <a:pt x="0"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8"/>
            <p:cNvSpPr/>
            <p:nvPr/>
          </p:nvSpPr>
          <p:spPr>
            <a:xfrm>
              <a:off x="3370175"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8"/>
            <p:cNvSpPr/>
            <p:nvPr/>
          </p:nvSpPr>
          <p:spPr>
            <a:xfrm>
              <a:off x="3370175"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8"/>
            <p:cNvSpPr/>
            <p:nvPr/>
          </p:nvSpPr>
          <p:spPr>
            <a:xfrm>
              <a:off x="3370175"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8"/>
            <p:cNvSpPr/>
            <p:nvPr/>
          </p:nvSpPr>
          <p:spPr>
            <a:xfrm>
              <a:off x="3370175" y="2215000"/>
              <a:ext cx="825" cy="9525"/>
            </a:xfrm>
            <a:custGeom>
              <a:rect b="b" l="l" r="r" t="t"/>
              <a:pathLst>
                <a:path extrusionOk="0" h="381" w="33">
                  <a:moveTo>
                    <a:pt x="1" y="0"/>
                  </a:moveTo>
                  <a:lnTo>
                    <a:pt x="1" y="380"/>
                  </a:lnTo>
                  <a:lnTo>
                    <a:pt x="33" y="380"/>
                  </a:lnTo>
                  <a:lnTo>
                    <a:pt x="33"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8"/>
            <p:cNvSpPr/>
            <p:nvPr/>
          </p:nvSpPr>
          <p:spPr>
            <a:xfrm>
              <a:off x="3370975"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8"/>
            <p:cNvSpPr/>
            <p:nvPr/>
          </p:nvSpPr>
          <p:spPr>
            <a:xfrm>
              <a:off x="3370975"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8"/>
            <p:cNvSpPr/>
            <p:nvPr/>
          </p:nvSpPr>
          <p:spPr>
            <a:xfrm>
              <a:off x="3370975"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8"/>
            <p:cNvSpPr/>
            <p:nvPr/>
          </p:nvSpPr>
          <p:spPr>
            <a:xfrm>
              <a:off x="3371775" y="2215000"/>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8"/>
            <p:cNvSpPr/>
            <p:nvPr/>
          </p:nvSpPr>
          <p:spPr>
            <a:xfrm>
              <a:off x="3371775" y="2215000"/>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8"/>
            <p:cNvSpPr/>
            <p:nvPr/>
          </p:nvSpPr>
          <p:spPr>
            <a:xfrm>
              <a:off x="3371775" y="2215000"/>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8"/>
            <p:cNvSpPr/>
            <p:nvPr/>
          </p:nvSpPr>
          <p:spPr>
            <a:xfrm>
              <a:off x="3371775" y="2215000"/>
              <a:ext cx="800" cy="9525"/>
            </a:xfrm>
            <a:custGeom>
              <a:rect b="b" l="l" r="r" t="t"/>
              <a:pathLst>
                <a:path extrusionOk="0" h="381" w="32">
                  <a:moveTo>
                    <a:pt x="0" y="0"/>
                  </a:moveTo>
                  <a:lnTo>
                    <a:pt x="0"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8"/>
            <p:cNvSpPr/>
            <p:nvPr/>
          </p:nvSpPr>
          <p:spPr>
            <a:xfrm>
              <a:off x="3372550"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8"/>
            <p:cNvSpPr/>
            <p:nvPr/>
          </p:nvSpPr>
          <p:spPr>
            <a:xfrm>
              <a:off x="3372550"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8"/>
            <p:cNvSpPr/>
            <p:nvPr/>
          </p:nvSpPr>
          <p:spPr>
            <a:xfrm>
              <a:off x="3372550" y="2215000"/>
              <a:ext cx="825" cy="9525"/>
            </a:xfrm>
            <a:custGeom>
              <a:rect b="b" l="l" r="r" t="t"/>
              <a:pathLst>
                <a:path extrusionOk="0" h="381" w="33">
                  <a:moveTo>
                    <a:pt x="1" y="0"/>
                  </a:moveTo>
                  <a:lnTo>
                    <a:pt x="1" y="380"/>
                  </a:lnTo>
                  <a:lnTo>
                    <a:pt x="33" y="380"/>
                  </a:lnTo>
                  <a:lnTo>
                    <a:pt x="33"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8"/>
            <p:cNvSpPr/>
            <p:nvPr/>
          </p:nvSpPr>
          <p:spPr>
            <a:xfrm>
              <a:off x="3373350"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8"/>
            <p:cNvSpPr/>
            <p:nvPr/>
          </p:nvSpPr>
          <p:spPr>
            <a:xfrm>
              <a:off x="3373350" y="2215000"/>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8"/>
            <p:cNvSpPr/>
            <p:nvPr/>
          </p:nvSpPr>
          <p:spPr>
            <a:xfrm>
              <a:off x="3373350" y="2215000"/>
              <a:ext cx="825" cy="9525"/>
            </a:xfrm>
            <a:custGeom>
              <a:rect b="b" l="l" r="r" t="t"/>
              <a:pathLst>
                <a:path extrusionOk="0" h="381" w="33">
                  <a:moveTo>
                    <a:pt x="1" y="0"/>
                  </a:moveTo>
                  <a:lnTo>
                    <a:pt x="1"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8"/>
            <p:cNvSpPr/>
            <p:nvPr/>
          </p:nvSpPr>
          <p:spPr>
            <a:xfrm>
              <a:off x="3373350" y="2215000"/>
              <a:ext cx="825" cy="9525"/>
            </a:xfrm>
            <a:custGeom>
              <a:rect b="b" l="l" r="r" t="t"/>
              <a:pathLst>
                <a:path extrusionOk="0" h="381" w="33">
                  <a:moveTo>
                    <a:pt x="1" y="0"/>
                  </a:moveTo>
                  <a:lnTo>
                    <a:pt x="1"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8"/>
            <p:cNvSpPr/>
            <p:nvPr/>
          </p:nvSpPr>
          <p:spPr>
            <a:xfrm>
              <a:off x="3374150" y="2215000"/>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8"/>
            <p:cNvSpPr/>
            <p:nvPr/>
          </p:nvSpPr>
          <p:spPr>
            <a:xfrm>
              <a:off x="3427200" y="2240325"/>
              <a:ext cx="0" cy="10325"/>
            </a:xfrm>
            <a:custGeom>
              <a:rect b="b" l="l" r="r" t="t"/>
              <a:pathLst>
                <a:path extrusionOk="0" h="413" w="0">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8"/>
            <p:cNvSpPr/>
            <p:nvPr/>
          </p:nvSpPr>
          <p:spPr>
            <a:xfrm>
              <a:off x="3427200" y="2240325"/>
              <a:ext cx="800" cy="10325"/>
            </a:xfrm>
            <a:custGeom>
              <a:rect b="b" l="l" r="r" t="t"/>
              <a:pathLst>
                <a:path extrusionOk="0" h="413" w="32">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8"/>
            <p:cNvSpPr/>
            <p:nvPr/>
          </p:nvSpPr>
          <p:spPr>
            <a:xfrm>
              <a:off x="3427200" y="2240325"/>
              <a:ext cx="800" cy="10325"/>
            </a:xfrm>
            <a:custGeom>
              <a:rect b="b" l="l" r="r" t="t"/>
              <a:pathLst>
                <a:path extrusionOk="0" h="413" w="32">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8"/>
            <p:cNvSpPr/>
            <p:nvPr/>
          </p:nvSpPr>
          <p:spPr>
            <a:xfrm>
              <a:off x="3427975"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8"/>
            <p:cNvSpPr/>
            <p:nvPr/>
          </p:nvSpPr>
          <p:spPr>
            <a:xfrm>
              <a:off x="3427975"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8"/>
            <p:cNvSpPr/>
            <p:nvPr/>
          </p:nvSpPr>
          <p:spPr>
            <a:xfrm>
              <a:off x="3427975" y="2240325"/>
              <a:ext cx="825" cy="10325"/>
            </a:xfrm>
            <a:custGeom>
              <a:rect b="b" l="l" r="r" t="t"/>
              <a:pathLst>
                <a:path extrusionOk="0" h="413" w="33">
                  <a:moveTo>
                    <a:pt x="1" y="1"/>
                  </a:moveTo>
                  <a:lnTo>
                    <a:pt x="1"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8"/>
            <p:cNvSpPr/>
            <p:nvPr/>
          </p:nvSpPr>
          <p:spPr>
            <a:xfrm>
              <a:off x="3428775"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8"/>
            <p:cNvSpPr/>
            <p:nvPr/>
          </p:nvSpPr>
          <p:spPr>
            <a:xfrm>
              <a:off x="3428775"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8"/>
            <p:cNvSpPr/>
            <p:nvPr/>
          </p:nvSpPr>
          <p:spPr>
            <a:xfrm>
              <a:off x="3428775" y="2240325"/>
              <a:ext cx="825" cy="10325"/>
            </a:xfrm>
            <a:custGeom>
              <a:rect b="b" l="l" r="r" t="t"/>
              <a:pathLst>
                <a:path extrusionOk="0" h="413" w="33">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8"/>
            <p:cNvSpPr/>
            <p:nvPr/>
          </p:nvSpPr>
          <p:spPr>
            <a:xfrm>
              <a:off x="3429575"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8"/>
            <p:cNvSpPr/>
            <p:nvPr/>
          </p:nvSpPr>
          <p:spPr>
            <a:xfrm>
              <a:off x="3429575"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8"/>
            <p:cNvSpPr/>
            <p:nvPr/>
          </p:nvSpPr>
          <p:spPr>
            <a:xfrm>
              <a:off x="3429575"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8"/>
            <p:cNvSpPr/>
            <p:nvPr/>
          </p:nvSpPr>
          <p:spPr>
            <a:xfrm>
              <a:off x="3429575" y="2240325"/>
              <a:ext cx="800" cy="10325"/>
            </a:xfrm>
            <a:custGeom>
              <a:rect b="b" l="l" r="r" t="t"/>
              <a:pathLst>
                <a:path extrusionOk="0" h="413" w="32">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8"/>
            <p:cNvSpPr/>
            <p:nvPr/>
          </p:nvSpPr>
          <p:spPr>
            <a:xfrm>
              <a:off x="3430350"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8"/>
            <p:cNvSpPr/>
            <p:nvPr/>
          </p:nvSpPr>
          <p:spPr>
            <a:xfrm>
              <a:off x="3430350"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8"/>
            <p:cNvSpPr/>
            <p:nvPr/>
          </p:nvSpPr>
          <p:spPr>
            <a:xfrm>
              <a:off x="3430350" y="2240325"/>
              <a:ext cx="825" cy="10325"/>
            </a:xfrm>
            <a:custGeom>
              <a:rect b="b" l="l" r="r" t="t"/>
              <a:pathLst>
                <a:path extrusionOk="0" h="413" w="33">
                  <a:moveTo>
                    <a:pt x="1" y="1"/>
                  </a:moveTo>
                  <a:lnTo>
                    <a:pt x="1"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8"/>
            <p:cNvSpPr/>
            <p:nvPr/>
          </p:nvSpPr>
          <p:spPr>
            <a:xfrm>
              <a:off x="3431150"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8"/>
            <p:cNvSpPr/>
            <p:nvPr/>
          </p:nvSpPr>
          <p:spPr>
            <a:xfrm>
              <a:off x="3431150"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8"/>
            <p:cNvSpPr/>
            <p:nvPr/>
          </p:nvSpPr>
          <p:spPr>
            <a:xfrm>
              <a:off x="3431150" y="2240325"/>
              <a:ext cx="825" cy="10325"/>
            </a:xfrm>
            <a:custGeom>
              <a:rect b="b" l="l" r="r" t="t"/>
              <a:pathLst>
                <a:path extrusionOk="0" h="413" w="33">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8"/>
            <p:cNvSpPr/>
            <p:nvPr/>
          </p:nvSpPr>
          <p:spPr>
            <a:xfrm>
              <a:off x="3431150" y="2240325"/>
              <a:ext cx="825" cy="10325"/>
            </a:xfrm>
            <a:custGeom>
              <a:rect b="b" l="l" r="r" t="t"/>
              <a:pathLst>
                <a:path extrusionOk="0" h="413" w="33">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8"/>
            <p:cNvSpPr/>
            <p:nvPr/>
          </p:nvSpPr>
          <p:spPr>
            <a:xfrm>
              <a:off x="3431950"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8"/>
            <p:cNvSpPr/>
            <p:nvPr/>
          </p:nvSpPr>
          <p:spPr>
            <a:xfrm>
              <a:off x="3431950"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8"/>
            <p:cNvSpPr/>
            <p:nvPr/>
          </p:nvSpPr>
          <p:spPr>
            <a:xfrm>
              <a:off x="3431950" y="2240325"/>
              <a:ext cx="800" cy="10325"/>
            </a:xfrm>
            <a:custGeom>
              <a:rect b="b" l="l" r="r" t="t"/>
              <a:pathLst>
                <a:path extrusionOk="0" h="413" w="32">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8"/>
            <p:cNvSpPr/>
            <p:nvPr/>
          </p:nvSpPr>
          <p:spPr>
            <a:xfrm>
              <a:off x="3432725"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8"/>
            <p:cNvSpPr/>
            <p:nvPr/>
          </p:nvSpPr>
          <p:spPr>
            <a:xfrm>
              <a:off x="3432725"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8"/>
            <p:cNvSpPr/>
            <p:nvPr/>
          </p:nvSpPr>
          <p:spPr>
            <a:xfrm>
              <a:off x="3432725" y="2240325"/>
              <a:ext cx="825" cy="10325"/>
            </a:xfrm>
            <a:custGeom>
              <a:rect b="b" l="l" r="r" t="t"/>
              <a:pathLst>
                <a:path extrusionOk="0" h="413" w="33">
                  <a:moveTo>
                    <a:pt x="1" y="1"/>
                  </a:moveTo>
                  <a:lnTo>
                    <a:pt x="1"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8"/>
            <p:cNvSpPr/>
            <p:nvPr/>
          </p:nvSpPr>
          <p:spPr>
            <a:xfrm>
              <a:off x="3433525"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8"/>
            <p:cNvSpPr/>
            <p:nvPr/>
          </p:nvSpPr>
          <p:spPr>
            <a:xfrm>
              <a:off x="3433525"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8"/>
            <p:cNvSpPr/>
            <p:nvPr/>
          </p:nvSpPr>
          <p:spPr>
            <a:xfrm>
              <a:off x="3433525"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8"/>
            <p:cNvSpPr/>
            <p:nvPr/>
          </p:nvSpPr>
          <p:spPr>
            <a:xfrm>
              <a:off x="3434325"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8"/>
            <p:cNvSpPr/>
            <p:nvPr/>
          </p:nvSpPr>
          <p:spPr>
            <a:xfrm>
              <a:off x="3434325"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8"/>
            <p:cNvSpPr/>
            <p:nvPr/>
          </p:nvSpPr>
          <p:spPr>
            <a:xfrm>
              <a:off x="3434325"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8"/>
            <p:cNvSpPr/>
            <p:nvPr/>
          </p:nvSpPr>
          <p:spPr>
            <a:xfrm>
              <a:off x="3434325" y="2240325"/>
              <a:ext cx="800" cy="10325"/>
            </a:xfrm>
            <a:custGeom>
              <a:rect b="b" l="l" r="r" t="t"/>
              <a:pathLst>
                <a:path extrusionOk="0" h="413" w="32">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8"/>
            <p:cNvSpPr/>
            <p:nvPr/>
          </p:nvSpPr>
          <p:spPr>
            <a:xfrm>
              <a:off x="3435100"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8"/>
            <p:cNvSpPr/>
            <p:nvPr/>
          </p:nvSpPr>
          <p:spPr>
            <a:xfrm>
              <a:off x="3435100"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8"/>
            <p:cNvSpPr/>
            <p:nvPr/>
          </p:nvSpPr>
          <p:spPr>
            <a:xfrm>
              <a:off x="3435100"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8"/>
            <p:cNvSpPr/>
            <p:nvPr/>
          </p:nvSpPr>
          <p:spPr>
            <a:xfrm>
              <a:off x="3435900"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8"/>
            <p:cNvSpPr/>
            <p:nvPr/>
          </p:nvSpPr>
          <p:spPr>
            <a:xfrm>
              <a:off x="3435900"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8"/>
            <p:cNvSpPr/>
            <p:nvPr/>
          </p:nvSpPr>
          <p:spPr>
            <a:xfrm>
              <a:off x="3435900"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8"/>
            <p:cNvSpPr/>
            <p:nvPr/>
          </p:nvSpPr>
          <p:spPr>
            <a:xfrm>
              <a:off x="3436700"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8"/>
            <p:cNvSpPr/>
            <p:nvPr/>
          </p:nvSpPr>
          <p:spPr>
            <a:xfrm>
              <a:off x="3436700"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8"/>
            <p:cNvSpPr/>
            <p:nvPr/>
          </p:nvSpPr>
          <p:spPr>
            <a:xfrm>
              <a:off x="3453325"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8"/>
            <p:cNvSpPr/>
            <p:nvPr/>
          </p:nvSpPr>
          <p:spPr>
            <a:xfrm>
              <a:off x="3453325"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8"/>
            <p:cNvSpPr/>
            <p:nvPr/>
          </p:nvSpPr>
          <p:spPr>
            <a:xfrm>
              <a:off x="3453325" y="2302875"/>
              <a:ext cx="800" cy="9525"/>
            </a:xfrm>
            <a:custGeom>
              <a:rect b="b" l="l" r="r" t="t"/>
              <a:pathLst>
                <a:path extrusionOk="0" h="381" w="32">
                  <a:moveTo>
                    <a:pt x="0" y="0"/>
                  </a:moveTo>
                  <a:lnTo>
                    <a:pt x="0"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8"/>
            <p:cNvSpPr/>
            <p:nvPr/>
          </p:nvSpPr>
          <p:spPr>
            <a:xfrm>
              <a:off x="3454100"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8"/>
            <p:cNvSpPr/>
            <p:nvPr/>
          </p:nvSpPr>
          <p:spPr>
            <a:xfrm>
              <a:off x="3454100"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8"/>
            <p:cNvSpPr/>
            <p:nvPr/>
          </p:nvSpPr>
          <p:spPr>
            <a:xfrm>
              <a:off x="3454100" y="2302875"/>
              <a:ext cx="825" cy="9525"/>
            </a:xfrm>
            <a:custGeom>
              <a:rect b="b" l="l" r="r" t="t"/>
              <a:pathLst>
                <a:path extrusionOk="0" h="381" w="33">
                  <a:moveTo>
                    <a:pt x="1" y="0"/>
                  </a:moveTo>
                  <a:lnTo>
                    <a:pt x="1"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8"/>
            <p:cNvSpPr/>
            <p:nvPr/>
          </p:nvSpPr>
          <p:spPr>
            <a:xfrm>
              <a:off x="3454900"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8"/>
            <p:cNvSpPr/>
            <p:nvPr/>
          </p:nvSpPr>
          <p:spPr>
            <a:xfrm>
              <a:off x="3454900"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8"/>
            <p:cNvSpPr/>
            <p:nvPr/>
          </p:nvSpPr>
          <p:spPr>
            <a:xfrm>
              <a:off x="3454900"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8"/>
            <p:cNvSpPr/>
            <p:nvPr/>
          </p:nvSpPr>
          <p:spPr>
            <a:xfrm>
              <a:off x="3454900" y="2302875"/>
              <a:ext cx="825" cy="9525"/>
            </a:xfrm>
            <a:custGeom>
              <a:rect b="b" l="l" r="r" t="t"/>
              <a:pathLst>
                <a:path extrusionOk="0" h="381" w="33">
                  <a:moveTo>
                    <a:pt x="0" y="0"/>
                  </a:moveTo>
                  <a:lnTo>
                    <a:pt x="0"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8"/>
            <p:cNvSpPr/>
            <p:nvPr/>
          </p:nvSpPr>
          <p:spPr>
            <a:xfrm>
              <a:off x="3455700"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8"/>
            <p:cNvSpPr/>
            <p:nvPr/>
          </p:nvSpPr>
          <p:spPr>
            <a:xfrm>
              <a:off x="3455700"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8"/>
            <p:cNvSpPr/>
            <p:nvPr/>
          </p:nvSpPr>
          <p:spPr>
            <a:xfrm>
              <a:off x="3455700" y="2302875"/>
              <a:ext cx="800" cy="9525"/>
            </a:xfrm>
            <a:custGeom>
              <a:rect b="b" l="l" r="r" t="t"/>
              <a:pathLst>
                <a:path extrusionOk="0" h="381" w="32">
                  <a:moveTo>
                    <a:pt x="0" y="0"/>
                  </a:moveTo>
                  <a:lnTo>
                    <a:pt x="0"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8"/>
            <p:cNvSpPr/>
            <p:nvPr/>
          </p:nvSpPr>
          <p:spPr>
            <a:xfrm>
              <a:off x="3456475"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8"/>
            <p:cNvSpPr/>
            <p:nvPr/>
          </p:nvSpPr>
          <p:spPr>
            <a:xfrm>
              <a:off x="3456475"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8"/>
            <p:cNvSpPr/>
            <p:nvPr/>
          </p:nvSpPr>
          <p:spPr>
            <a:xfrm>
              <a:off x="3456475" y="2302875"/>
              <a:ext cx="825" cy="9525"/>
            </a:xfrm>
            <a:custGeom>
              <a:rect b="b" l="l" r="r" t="t"/>
              <a:pathLst>
                <a:path extrusionOk="0" h="381" w="33">
                  <a:moveTo>
                    <a:pt x="1" y="0"/>
                  </a:moveTo>
                  <a:lnTo>
                    <a:pt x="1"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8"/>
            <p:cNvSpPr/>
            <p:nvPr/>
          </p:nvSpPr>
          <p:spPr>
            <a:xfrm>
              <a:off x="3456475" y="2302875"/>
              <a:ext cx="825" cy="9525"/>
            </a:xfrm>
            <a:custGeom>
              <a:rect b="b" l="l" r="r" t="t"/>
              <a:pathLst>
                <a:path extrusionOk="0" h="381" w="33">
                  <a:moveTo>
                    <a:pt x="1" y="0"/>
                  </a:moveTo>
                  <a:lnTo>
                    <a:pt x="1"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8"/>
            <p:cNvSpPr/>
            <p:nvPr/>
          </p:nvSpPr>
          <p:spPr>
            <a:xfrm>
              <a:off x="3457275"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8"/>
            <p:cNvSpPr/>
            <p:nvPr/>
          </p:nvSpPr>
          <p:spPr>
            <a:xfrm>
              <a:off x="3457275"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8"/>
            <p:cNvSpPr/>
            <p:nvPr/>
          </p:nvSpPr>
          <p:spPr>
            <a:xfrm>
              <a:off x="3457275" y="2302875"/>
              <a:ext cx="825" cy="9525"/>
            </a:xfrm>
            <a:custGeom>
              <a:rect b="b" l="l" r="r" t="t"/>
              <a:pathLst>
                <a:path extrusionOk="0" h="381" w="33">
                  <a:moveTo>
                    <a:pt x="0" y="0"/>
                  </a:moveTo>
                  <a:lnTo>
                    <a:pt x="0"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8"/>
            <p:cNvSpPr/>
            <p:nvPr/>
          </p:nvSpPr>
          <p:spPr>
            <a:xfrm>
              <a:off x="3458075"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8"/>
            <p:cNvSpPr/>
            <p:nvPr/>
          </p:nvSpPr>
          <p:spPr>
            <a:xfrm>
              <a:off x="3458075"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8"/>
            <p:cNvSpPr/>
            <p:nvPr/>
          </p:nvSpPr>
          <p:spPr>
            <a:xfrm>
              <a:off x="3458075" y="2302875"/>
              <a:ext cx="800" cy="9525"/>
            </a:xfrm>
            <a:custGeom>
              <a:rect b="b" l="l" r="r" t="t"/>
              <a:pathLst>
                <a:path extrusionOk="0" h="381" w="32">
                  <a:moveTo>
                    <a:pt x="0" y="0"/>
                  </a:moveTo>
                  <a:lnTo>
                    <a:pt x="0"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8"/>
            <p:cNvSpPr/>
            <p:nvPr/>
          </p:nvSpPr>
          <p:spPr>
            <a:xfrm>
              <a:off x="3458850"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8"/>
            <p:cNvSpPr/>
            <p:nvPr/>
          </p:nvSpPr>
          <p:spPr>
            <a:xfrm>
              <a:off x="3458850"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8"/>
            <p:cNvSpPr/>
            <p:nvPr/>
          </p:nvSpPr>
          <p:spPr>
            <a:xfrm>
              <a:off x="3458850"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8"/>
            <p:cNvSpPr/>
            <p:nvPr/>
          </p:nvSpPr>
          <p:spPr>
            <a:xfrm>
              <a:off x="3459650"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8"/>
            <p:cNvSpPr/>
            <p:nvPr/>
          </p:nvSpPr>
          <p:spPr>
            <a:xfrm>
              <a:off x="3459650"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8"/>
            <p:cNvSpPr/>
            <p:nvPr/>
          </p:nvSpPr>
          <p:spPr>
            <a:xfrm>
              <a:off x="3459650"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8"/>
            <p:cNvSpPr/>
            <p:nvPr/>
          </p:nvSpPr>
          <p:spPr>
            <a:xfrm>
              <a:off x="3459650" y="2302875"/>
              <a:ext cx="825" cy="9525"/>
            </a:xfrm>
            <a:custGeom>
              <a:rect b="b" l="l" r="r" t="t"/>
              <a:pathLst>
                <a:path extrusionOk="0" h="381" w="33">
                  <a:moveTo>
                    <a:pt x="0" y="0"/>
                  </a:moveTo>
                  <a:lnTo>
                    <a:pt x="0"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8"/>
            <p:cNvSpPr/>
            <p:nvPr/>
          </p:nvSpPr>
          <p:spPr>
            <a:xfrm>
              <a:off x="3460450"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8"/>
            <p:cNvSpPr/>
            <p:nvPr/>
          </p:nvSpPr>
          <p:spPr>
            <a:xfrm>
              <a:off x="3460450"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8"/>
            <p:cNvSpPr/>
            <p:nvPr/>
          </p:nvSpPr>
          <p:spPr>
            <a:xfrm>
              <a:off x="3460450"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8"/>
            <p:cNvSpPr/>
            <p:nvPr/>
          </p:nvSpPr>
          <p:spPr>
            <a:xfrm>
              <a:off x="3461225"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8"/>
            <p:cNvSpPr/>
            <p:nvPr/>
          </p:nvSpPr>
          <p:spPr>
            <a:xfrm>
              <a:off x="3461225"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8"/>
            <p:cNvSpPr/>
            <p:nvPr/>
          </p:nvSpPr>
          <p:spPr>
            <a:xfrm>
              <a:off x="3461225"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8"/>
            <p:cNvSpPr/>
            <p:nvPr/>
          </p:nvSpPr>
          <p:spPr>
            <a:xfrm>
              <a:off x="3462025"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8"/>
            <p:cNvSpPr/>
            <p:nvPr/>
          </p:nvSpPr>
          <p:spPr>
            <a:xfrm>
              <a:off x="3462025"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8"/>
            <p:cNvSpPr/>
            <p:nvPr/>
          </p:nvSpPr>
          <p:spPr>
            <a:xfrm>
              <a:off x="3462025"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8"/>
            <p:cNvSpPr/>
            <p:nvPr/>
          </p:nvSpPr>
          <p:spPr>
            <a:xfrm>
              <a:off x="3427200" y="2364625"/>
              <a:ext cx="0" cy="10325"/>
            </a:xfrm>
            <a:custGeom>
              <a:rect b="b" l="l" r="r" t="t"/>
              <a:pathLst>
                <a:path extrusionOk="0" h="413" w="0">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8"/>
            <p:cNvSpPr/>
            <p:nvPr/>
          </p:nvSpPr>
          <p:spPr>
            <a:xfrm>
              <a:off x="3427200" y="2364625"/>
              <a:ext cx="800" cy="10325"/>
            </a:xfrm>
            <a:custGeom>
              <a:rect b="b" l="l" r="r" t="t"/>
              <a:pathLst>
                <a:path extrusionOk="0" h="413" w="32">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8"/>
            <p:cNvSpPr/>
            <p:nvPr/>
          </p:nvSpPr>
          <p:spPr>
            <a:xfrm>
              <a:off x="3427200" y="2364625"/>
              <a:ext cx="800" cy="10325"/>
            </a:xfrm>
            <a:custGeom>
              <a:rect b="b" l="l" r="r" t="t"/>
              <a:pathLst>
                <a:path extrusionOk="0" h="413" w="32">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8"/>
            <p:cNvSpPr/>
            <p:nvPr/>
          </p:nvSpPr>
          <p:spPr>
            <a:xfrm>
              <a:off x="3427975"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8"/>
            <p:cNvSpPr/>
            <p:nvPr/>
          </p:nvSpPr>
          <p:spPr>
            <a:xfrm>
              <a:off x="3427975"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8"/>
            <p:cNvSpPr/>
            <p:nvPr/>
          </p:nvSpPr>
          <p:spPr>
            <a:xfrm>
              <a:off x="3427975" y="2364625"/>
              <a:ext cx="825" cy="10325"/>
            </a:xfrm>
            <a:custGeom>
              <a:rect b="b" l="l" r="r" t="t"/>
              <a:pathLst>
                <a:path extrusionOk="0" h="413" w="33">
                  <a:moveTo>
                    <a:pt x="1" y="1"/>
                  </a:moveTo>
                  <a:lnTo>
                    <a:pt x="1"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8"/>
            <p:cNvSpPr/>
            <p:nvPr/>
          </p:nvSpPr>
          <p:spPr>
            <a:xfrm>
              <a:off x="3428775"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8"/>
            <p:cNvSpPr/>
            <p:nvPr/>
          </p:nvSpPr>
          <p:spPr>
            <a:xfrm>
              <a:off x="3428775"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8"/>
            <p:cNvSpPr/>
            <p:nvPr/>
          </p:nvSpPr>
          <p:spPr>
            <a:xfrm>
              <a:off x="3428775" y="2364625"/>
              <a:ext cx="825" cy="10325"/>
            </a:xfrm>
            <a:custGeom>
              <a:rect b="b" l="l" r="r" t="t"/>
              <a:pathLst>
                <a:path extrusionOk="0" h="413" w="33">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8"/>
            <p:cNvSpPr/>
            <p:nvPr/>
          </p:nvSpPr>
          <p:spPr>
            <a:xfrm>
              <a:off x="3429575"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8"/>
            <p:cNvSpPr/>
            <p:nvPr/>
          </p:nvSpPr>
          <p:spPr>
            <a:xfrm>
              <a:off x="3429575"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8"/>
            <p:cNvSpPr/>
            <p:nvPr/>
          </p:nvSpPr>
          <p:spPr>
            <a:xfrm>
              <a:off x="3429575"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8"/>
            <p:cNvSpPr/>
            <p:nvPr/>
          </p:nvSpPr>
          <p:spPr>
            <a:xfrm>
              <a:off x="3429575" y="2364625"/>
              <a:ext cx="800" cy="10325"/>
            </a:xfrm>
            <a:custGeom>
              <a:rect b="b" l="l" r="r" t="t"/>
              <a:pathLst>
                <a:path extrusionOk="0" h="413" w="32">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8"/>
            <p:cNvSpPr/>
            <p:nvPr/>
          </p:nvSpPr>
          <p:spPr>
            <a:xfrm>
              <a:off x="3430350"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8"/>
            <p:cNvSpPr/>
            <p:nvPr/>
          </p:nvSpPr>
          <p:spPr>
            <a:xfrm>
              <a:off x="3430350"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8"/>
            <p:cNvSpPr/>
            <p:nvPr/>
          </p:nvSpPr>
          <p:spPr>
            <a:xfrm>
              <a:off x="3430350" y="2364625"/>
              <a:ext cx="825" cy="10325"/>
            </a:xfrm>
            <a:custGeom>
              <a:rect b="b" l="l" r="r" t="t"/>
              <a:pathLst>
                <a:path extrusionOk="0" h="413" w="33">
                  <a:moveTo>
                    <a:pt x="1" y="1"/>
                  </a:moveTo>
                  <a:lnTo>
                    <a:pt x="1"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8"/>
            <p:cNvSpPr/>
            <p:nvPr/>
          </p:nvSpPr>
          <p:spPr>
            <a:xfrm>
              <a:off x="3431150"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8"/>
            <p:cNvSpPr/>
            <p:nvPr/>
          </p:nvSpPr>
          <p:spPr>
            <a:xfrm>
              <a:off x="3431150"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8"/>
            <p:cNvSpPr/>
            <p:nvPr/>
          </p:nvSpPr>
          <p:spPr>
            <a:xfrm>
              <a:off x="3431150" y="2364625"/>
              <a:ext cx="825" cy="10325"/>
            </a:xfrm>
            <a:custGeom>
              <a:rect b="b" l="l" r="r" t="t"/>
              <a:pathLst>
                <a:path extrusionOk="0" h="413" w="33">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8"/>
            <p:cNvSpPr/>
            <p:nvPr/>
          </p:nvSpPr>
          <p:spPr>
            <a:xfrm>
              <a:off x="3431150" y="2364625"/>
              <a:ext cx="825" cy="10325"/>
            </a:xfrm>
            <a:custGeom>
              <a:rect b="b" l="l" r="r" t="t"/>
              <a:pathLst>
                <a:path extrusionOk="0" h="413" w="33">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8"/>
            <p:cNvSpPr/>
            <p:nvPr/>
          </p:nvSpPr>
          <p:spPr>
            <a:xfrm>
              <a:off x="3431950"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8"/>
            <p:cNvSpPr/>
            <p:nvPr/>
          </p:nvSpPr>
          <p:spPr>
            <a:xfrm>
              <a:off x="3431950"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8"/>
            <p:cNvSpPr/>
            <p:nvPr/>
          </p:nvSpPr>
          <p:spPr>
            <a:xfrm>
              <a:off x="3431950" y="2364625"/>
              <a:ext cx="800" cy="10325"/>
            </a:xfrm>
            <a:custGeom>
              <a:rect b="b" l="l" r="r" t="t"/>
              <a:pathLst>
                <a:path extrusionOk="0" h="413" w="32">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8"/>
            <p:cNvSpPr/>
            <p:nvPr/>
          </p:nvSpPr>
          <p:spPr>
            <a:xfrm>
              <a:off x="3432725"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8"/>
            <p:cNvSpPr/>
            <p:nvPr/>
          </p:nvSpPr>
          <p:spPr>
            <a:xfrm>
              <a:off x="3432725"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8"/>
            <p:cNvSpPr/>
            <p:nvPr/>
          </p:nvSpPr>
          <p:spPr>
            <a:xfrm>
              <a:off x="3432725" y="2364625"/>
              <a:ext cx="825" cy="10325"/>
            </a:xfrm>
            <a:custGeom>
              <a:rect b="b" l="l" r="r" t="t"/>
              <a:pathLst>
                <a:path extrusionOk="0" h="413" w="33">
                  <a:moveTo>
                    <a:pt x="1" y="1"/>
                  </a:moveTo>
                  <a:lnTo>
                    <a:pt x="1"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8"/>
            <p:cNvSpPr/>
            <p:nvPr/>
          </p:nvSpPr>
          <p:spPr>
            <a:xfrm>
              <a:off x="3433525"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8"/>
            <p:cNvSpPr/>
            <p:nvPr/>
          </p:nvSpPr>
          <p:spPr>
            <a:xfrm>
              <a:off x="3433525"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8"/>
            <p:cNvSpPr/>
            <p:nvPr/>
          </p:nvSpPr>
          <p:spPr>
            <a:xfrm>
              <a:off x="3433525"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8"/>
            <p:cNvSpPr/>
            <p:nvPr/>
          </p:nvSpPr>
          <p:spPr>
            <a:xfrm>
              <a:off x="3434325"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8"/>
            <p:cNvSpPr/>
            <p:nvPr/>
          </p:nvSpPr>
          <p:spPr>
            <a:xfrm>
              <a:off x="3434325"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8"/>
            <p:cNvSpPr/>
            <p:nvPr/>
          </p:nvSpPr>
          <p:spPr>
            <a:xfrm>
              <a:off x="3434325"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8"/>
            <p:cNvSpPr/>
            <p:nvPr/>
          </p:nvSpPr>
          <p:spPr>
            <a:xfrm>
              <a:off x="3434325" y="2364625"/>
              <a:ext cx="800" cy="10325"/>
            </a:xfrm>
            <a:custGeom>
              <a:rect b="b" l="l" r="r" t="t"/>
              <a:pathLst>
                <a:path extrusionOk="0" h="413" w="32">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8"/>
            <p:cNvSpPr/>
            <p:nvPr/>
          </p:nvSpPr>
          <p:spPr>
            <a:xfrm>
              <a:off x="3435100"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8"/>
            <p:cNvSpPr/>
            <p:nvPr/>
          </p:nvSpPr>
          <p:spPr>
            <a:xfrm>
              <a:off x="3435100"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8"/>
            <p:cNvSpPr/>
            <p:nvPr/>
          </p:nvSpPr>
          <p:spPr>
            <a:xfrm>
              <a:off x="3435100"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8"/>
            <p:cNvSpPr/>
            <p:nvPr/>
          </p:nvSpPr>
          <p:spPr>
            <a:xfrm>
              <a:off x="3435900"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8"/>
            <p:cNvSpPr/>
            <p:nvPr/>
          </p:nvSpPr>
          <p:spPr>
            <a:xfrm>
              <a:off x="3435900"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8"/>
            <p:cNvSpPr/>
            <p:nvPr/>
          </p:nvSpPr>
          <p:spPr>
            <a:xfrm>
              <a:off x="3435900"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8"/>
            <p:cNvSpPr/>
            <p:nvPr/>
          </p:nvSpPr>
          <p:spPr>
            <a:xfrm>
              <a:off x="3436700"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8"/>
            <p:cNvSpPr/>
            <p:nvPr/>
          </p:nvSpPr>
          <p:spPr>
            <a:xfrm>
              <a:off x="3436700"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8"/>
            <p:cNvSpPr/>
            <p:nvPr/>
          </p:nvSpPr>
          <p:spPr>
            <a:xfrm>
              <a:off x="3365425"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8"/>
            <p:cNvSpPr/>
            <p:nvPr/>
          </p:nvSpPr>
          <p:spPr>
            <a:xfrm>
              <a:off x="3365425"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8"/>
            <p:cNvSpPr/>
            <p:nvPr/>
          </p:nvSpPr>
          <p:spPr>
            <a:xfrm>
              <a:off x="3365425"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8"/>
            <p:cNvSpPr/>
            <p:nvPr/>
          </p:nvSpPr>
          <p:spPr>
            <a:xfrm>
              <a:off x="3366225" y="2391550"/>
              <a:ext cx="25" cy="8725"/>
            </a:xfrm>
            <a:custGeom>
              <a:rect b="b" l="l" r="r" t="t"/>
              <a:pathLst>
                <a:path extrusionOk="0" h="349" w="1">
                  <a:moveTo>
                    <a:pt x="0" y="0"/>
                  </a:moveTo>
                  <a:lnTo>
                    <a:pt x="0" y="0"/>
                  </a:lnTo>
                  <a:lnTo>
                    <a:pt x="0" y="349"/>
                  </a:lnTo>
                  <a:lnTo>
                    <a:pt x="0"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8"/>
            <p:cNvSpPr/>
            <p:nvPr/>
          </p:nvSpPr>
          <p:spPr>
            <a:xfrm>
              <a:off x="3366225" y="2391550"/>
              <a:ext cx="25" cy="8725"/>
            </a:xfrm>
            <a:custGeom>
              <a:rect b="b" l="l" r="r" t="t"/>
              <a:pathLst>
                <a:path extrusionOk="0" h="349" w="1">
                  <a:moveTo>
                    <a:pt x="0" y="0"/>
                  </a:moveTo>
                  <a:lnTo>
                    <a:pt x="0" y="0"/>
                  </a:lnTo>
                  <a:lnTo>
                    <a:pt x="0" y="349"/>
                  </a:lnTo>
                  <a:lnTo>
                    <a:pt x="0"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8"/>
            <p:cNvSpPr/>
            <p:nvPr/>
          </p:nvSpPr>
          <p:spPr>
            <a:xfrm>
              <a:off x="3366225" y="2391550"/>
              <a:ext cx="25" cy="8725"/>
            </a:xfrm>
            <a:custGeom>
              <a:rect b="b" l="l" r="r" t="t"/>
              <a:pathLst>
                <a:path extrusionOk="0" h="349" w="1">
                  <a:moveTo>
                    <a:pt x="0" y="0"/>
                  </a:moveTo>
                  <a:lnTo>
                    <a:pt x="0" y="0"/>
                  </a:lnTo>
                  <a:lnTo>
                    <a:pt x="0" y="349"/>
                  </a:lnTo>
                  <a:lnTo>
                    <a:pt x="0"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8"/>
            <p:cNvSpPr/>
            <p:nvPr/>
          </p:nvSpPr>
          <p:spPr>
            <a:xfrm>
              <a:off x="3366225" y="2391550"/>
              <a:ext cx="825" cy="8725"/>
            </a:xfrm>
            <a:custGeom>
              <a:rect b="b" l="l" r="r" t="t"/>
              <a:pathLst>
                <a:path extrusionOk="0" h="349" w="33">
                  <a:moveTo>
                    <a:pt x="0" y="0"/>
                  </a:moveTo>
                  <a:lnTo>
                    <a:pt x="0" y="349"/>
                  </a:lnTo>
                  <a:lnTo>
                    <a:pt x="32" y="349"/>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8"/>
            <p:cNvSpPr/>
            <p:nvPr/>
          </p:nvSpPr>
          <p:spPr>
            <a:xfrm>
              <a:off x="3367025" y="2391550"/>
              <a:ext cx="25" cy="8725"/>
            </a:xfrm>
            <a:custGeom>
              <a:rect b="b" l="l" r="r" t="t"/>
              <a:pathLst>
                <a:path extrusionOk="0" h="349" w="1">
                  <a:moveTo>
                    <a:pt x="0" y="0"/>
                  </a:moveTo>
                  <a:lnTo>
                    <a:pt x="0" y="0"/>
                  </a:lnTo>
                  <a:lnTo>
                    <a:pt x="0" y="349"/>
                  </a:lnTo>
                  <a:lnTo>
                    <a:pt x="0"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8"/>
            <p:cNvSpPr/>
            <p:nvPr/>
          </p:nvSpPr>
          <p:spPr>
            <a:xfrm>
              <a:off x="3367025" y="2391550"/>
              <a:ext cx="25" cy="8725"/>
            </a:xfrm>
            <a:custGeom>
              <a:rect b="b" l="l" r="r" t="t"/>
              <a:pathLst>
                <a:path extrusionOk="0" h="349" w="1">
                  <a:moveTo>
                    <a:pt x="0" y="0"/>
                  </a:moveTo>
                  <a:lnTo>
                    <a:pt x="0" y="0"/>
                  </a:lnTo>
                  <a:lnTo>
                    <a:pt x="0" y="349"/>
                  </a:lnTo>
                  <a:lnTo>
                    <a:pt x="0"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8"/>
            <p:cNvSpPr/>
            <p:nvPr/>
          </p:nvSpPr>
          <p:spPr>
            <a:xfrm>
              <a:off x="3367025" y="2391550"/>
              <a:ext cx="25" cy="8725"/>
            </a:xfrm>
            <a:custGeom>
              <a:rect b="b" l="l" r="r" t="t"/>
              <a:pathLst>
                <a:path extrusionOk="0" h="349" w="1">
                  <a:moveTo>
                    <a:pt x="0" y="0"/>
                  </a:moveTo>
                  <a:lnTo>
                    <a:pt x="0" y="0"/>
                  </a:lnTo>
                  <a:lnTo>
                    <a:pt x="0" y="349"/>
                  </a:lnTo>
                  <a:lnTo>
                    <a:pt x="0"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8"/>
            <p:cNvSpPr/>
            <p:nvPr/>
          </p:nvSpPr>
          <p:spPr>
            <a:xfrm>
              <a:off x="3367800"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8"/>
            <p:cNvSpPr/>
            <p:nvPr/>
          </p:nvSpPr>
          <p:spPr>
            <a:xfrm>
              <a:off x="3367800"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8"/>
            <p:cNvSpPr/>
            <p:nvPr/>
          </p:nvSpPr>
          <p:spPr>
            <a:xfrm>
              <a:off x="3367800"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8"/>
            <p:cNvSpPr/>
            <p:nvPr/>
          </p:nvSpPr>
          <p:spPr>
            <a:xfrm>
              <a:off x="3367800" y="2391550"/>
              <a:ext cx="825" cy="8725"/>
            </a:xfrm>
            <a:custGeom>
              <a:rect b="b" l="l" r="r" t="t"/>
              <a:pathLst>
                <a:path extrusionOk="0" h="349" w="33">
                  <a:moveTo>
                    <a:pt x="1" y="0"/>
                  </a:moveTo>
                  <a:lnTo>
                    <a:pt x="1" y="349"/>
                  </a:lnTo>
                  <a:lnTo>
                    <a:pt x="33" y="349"/>
                  </a:lnTo>
                  <a:lnTo>
                    <a:pt x="33"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8"/>
            <p:cNvSpPr/>
            <p:nvPr/>
          </p:nvSpPr>
          <p:spPr>
            <a:xfrm>
              <a:off x="3368600"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8"/>
            <p:cNvSpPr/>
            <p:nvPr/>
          </p:nvSpPr>
          <p:spPr>
            <a:xfrm>
              <a:off x="3368600"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8"/>
            <p:cNvSpPr/>
            <p:nvPr/>
          </p:nvSpPr>
          <p:spPr>
            <a:xfrm>
              <a:off x="3368600" y="2391550"/>
              <a:ext cx="825" cy="8725"/>
            </a:xfrm>
            <a:custGeom>
              <a:rect b="b" l="l" r="r" t="t"/>
              <a:pathLst>
                <a:path extrusionOk="0" h="349" w="33">
                  <a:moveTo>
                    <a:pt x="1" y="0"/>
                  </a:moveTo>
                  <a:lnTo>
                    <a:pt x="1" y="349"/>
                  </a:lnTo>
                  <a:lnTo>
                    <a:pt x="32" y="349"/>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8"/>
            <p:cNvSpPr/>
            <p:nvPr/>
          </p:nvSpPr>
          <p:spPr>
            <a:xfrm>
              <a:off x="3369400" y="2391550"/>
              <a:ext cx="25" cy="8725"/>
            </a:xfrm>
            <a:custGeom>
              <a:rect b="b" l="l" r="r" t="t"/>
              <a:pathLst>
                <a:path extrusionOk="0" h="349" w="1">
                  <a:moveTo>
                    <a:pt x="0" y="0"/>
                  </a:moveTo>
                  <a:lnTo>
                    <a:pt x="0" y="0"/>
                  </a:lnTo>
                  <a:lnTo>
                    <a:pt x="0" y="349"/>
                  </a:lnTo>
                  <a:lnTo>
                    <a:pt x="0"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8"/>
            <p:cNvSpPr/>
            <p:nvPr/>
          </p:nvSpPr>
          <p:spPr>
            <a:xfrm>
              <a:off x="3369400" y="2391550"/>
              <a:ext cx="25" cy="8725"/>
            </a:xfrm>
            <a:custGeom>
              <a:rect b="b" l="l" r="r" t="t"/>
              <a:pathLst>
                <a:path extrusionOk="0" h="349" w="1">
                  <a:moveTo>
                    <a:pt x="0" y="0"/>
                  </a:moveTo>
                  <a:lnTo>
                    <a:pt x="0" y="0"/>
                  </a:lnTo>
                  <a:lnTo>
                    <a:pt x="0" y="349"/>
                  </a:lnTo>
                  <a:lnTo>
                    <a:pt x="0"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8"/>
            <p:cNvSpPr/>
            <p:nvPr/>
          </p:nvSpPr>
          <p:spPr>
            <a:xfrm>
              <a:off x="3369400" y="2391550"/>
              <a:ext cx="800" cy="8725"/>
            </a:xfrm>
            <a:custGeom>
              <a:rect b="b" l="l" r="r" t="t"/>
              <a:pathLst>
                <a:path extrusionOk="0" h="349" w="32">
                  <a:moveTo>
                    <a:pt x="0" y="0"/>
                  </a:moveTo>
                  <a:lnTo>
                    <a:pt x="0" y="349"/>
                  </a:lnTo>
                  <a:lnTo>
                    <a:pt x="32" y="349"/>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8"/>
            <p:cNvSpPr/>
            <p:nvPr/>
          </p:nvSpPr>
          <p:spPr>
            <a:xfrm>
              <a:off x="3370175"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8"/>
            <p:cNvSpPr/>
            <p:nvPr/>
          </p:nvSpPr>
          <p:spPr>
            <a:xfrm>
              <a:off x="3370175"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8"/>
            <p:cNvSpPr/>
            <p:nvPr/>
          </p:nvSpPr>
          <p:spPr>
            <a:xfrm>
              <a:off x="3370175"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8"/>
            <p:cNvSpPr/>
            <p:nvPr/>
          </p:nvSpPr>
          <p:spPr>
            <a:xfrm>
              <a:off x="3370175" y="2391550"/>
              <a:ext cx="825" cy="8725"/>
            </a:xfrm>
            <a:custGeom>
              <a:rect b="b" l="l" r="r" t="t"/>
              <a:pathLst>
                <a:path extrusionOk="0" h="349" w="33">
                  <a:moveTo>
                    <a:pt x="1" y="0"/>
                  </a:moveTo>
                  <a:lnTo>
                    <a:pt x="1" y="349"/>
                  </a:lnTo>
                  <a:lnTo>
                    <a:pt x="33" y="349"/>
                  </a:lnTo>
                  <a:lnTo>
                    <a:pt x="33"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8"/>
            <p:cNvSpPr/>
            <p:nvPr/>
          </p:nvSpPr>
          <p:spPr>
            <a:xfrm>
              <a:off x="3370975"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8"/>
            <p:cNvSpPr/>
            <p:nvPr/>
          </p:nvSpPr>
          <p:spPr>
            <a:xfrm>
              <a:off x="3370975"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8"/>
            <p:cNvSpPr/>
            <p:nvPr/>
          </p:nvSpPr>
          <p:spPr>
            <a:xfrm>
              <a:off x="3370975"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8"/>
            <p:cNvSpPr/>
            <p:nvPr/>
          </p:nvSpPr>
          <p:spPr>
            <a:xfrm>
              <a:off x="3371775" y="2391550"/>
              <a:ext cx="25" cy="8725"/>
            </a:xfrm>
            <a:custGeom>
              <a:rect b="b" l="l" r="r" t="t"/>
              <a:pathLst>
                <a:path extrusionOk="0" h="349" w="1">
                  <a:moveTo>
                    <a:pt x="0" y="0"/>
                  </a:moveTo>
                  <a:lnTo>
                    <a:pt x="0" y="0"/>
                  </a:lnTo>
                  <a:lnTo>
                    <a:pt x="0" y="349"/>
                  </a:lnTo>
                  <a:lnTo>
                    <a:pt x="0"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8"/>
            <p:cNvSpPr/>
            <p:nvPr/>
          </p:nvSpPr>
          <p:spPr>
            <a:xfrm>
              <a:off x="3371775" y="2391550"/>
              <a:ext cx="25" cy="8725"/>
            </a:xfrm>
            <a:custGeom>
              <a:rect b="b" l="l" r="r" t="t"/>
              <a:pathLst>
                <a:path extrusionOk="0" h="349" w="1">
                  <a:moveTo>
                    <a:pt x="0" y="0"/>
                  </a:moveTo>
                  <a:lnTo>
                    <a:pt x="0" y="0"/>
                  </a:lnTo>
                  <a:lnTo>
                    <a:pt x="0" y="349"/>
                  </a:lnTo>
                  <a:lnTo>
                    <a:pt x="0"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8"/>
            <p:cNvSpPr/>
            <p:nvPr/>
          </p:nvSpPr>
          <p:spPr>
            <a:xfrm>
              <a:off x="3371775" y="2391550"/>
              <a:ext cx="25" cy="8725"/>
            </a:xfrm>
            <a:custGeom>
              <a:rect b="b" l="l" r="r" t="t"/>
              <a:pathLst>
                <a:path extrusionOk="0" h="349" w="1">
                  <a:moveTo>
                    <a:pt x="0" y="0"/>
                  </a:moveTo>
                  <a:lnTo>
                    <a:pt x="0" y="0"/>
                  </a:lnTo>
                  <a:lnTo>
                    <a:pt x="0" y="349"/>
                  </a:lnTo>
                  <a:lnTo>
                    <a:pt x="0"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8"/>
            <p:cNvSpPr/>
            <p:nvPr/>
          </p:nvSpPr>
          <p:spPr>
            <a:xfrm>
              <a:off x="3371775" y="2391550"/>
              <a:ext cx="800" cy="8725"/>
            </a:xfrm>
            <a:custGeom>
              <a:rect b="b" l="l" r="r" t="t"/>
              <a:pathLst>
                <a:path extrusionOk="0" h="349" w="32">
                  <a:moveTo>
                    <a:pt x="0" y="0"/>
                  </a:moveTo>
                  <a:lnTo>
                    <a:pt x="0" y="349"/>
                  </a:lnTo>
                  <a:lnTo>
                    <a:pt x="32" y="349"/>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8"/>
            <p:cNvSpPr/>
            <p:nvPr/>
          </p:nvSpPr>
          <p:spPr>
            <a:xfrm>
              <a:off x="3372550"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8"/>
            <p:cNvSpPr/>
            <p:nvPr/>
          </p:nvSpPr>
          <p:spPr>
            <a:xfrm>
              <a:off x="3372550"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8"/>
            <p:cNvSpPr/>
            <p:nvPr/>
          </p:nvSpPr>
          <p:spPr>
            <a:xfrm>
              <a:off x="3372550" y="2391550"/>
              <a:ext cx="825" cy="8725"/>
            </a:xfrm>
            <a:custGeom>
              <a:rect b="b" l="l" r="r" t="t"/>
              <a:pathLst>
                <a:path extrusionOk="0" h="349" w="33">
                  <a:moveTo>
                    <a:pt x="1" y="0"/>
                  </a:moveTo>
                  <a:lnTo>
                    <a:pt x="1" y="349"/>
                  </a:lnTo>
                  <a:lnTo>
                    <a:pt x="33" y="349"/>
                  </a:lnTo>
                  <a:lnTo>
                    <a:pt x="33"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8"/>
            <p:cNvSpPr/>
            <p:nvPr/>
          </p:nvSpPr>
          <p:spPr>
            <a:xfrm>
              <a:off x="3373350"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8"/>
            <p:cNvSpPr/>
            <p:nvPr/>
          </p:nvSpPr>
          <p:spPr>
            <a:xfrm>
              <a:off x="3373350" y="2391550"/>
              <a:ext cx="25" cy="8725"/>
            </a:xfrm>
            <a:custGeom>
              <a:rect b="b" l="l" r="r" t="t"/>
              <a:pathLst>
                <a:path extrusionOk="0" h="349" w="1">
                  <a:moveTo>
                    <a:pt x="1" y="0"/>
                  </a:moveTo>
                  <a:lnTo>
                    <a:pt x="1" y="0"/>
                  </a:lnTo>
                  <a:lnTo>
                    <a:pt x="1" y="349"/>
                  </a:lnTo>
                  <a:lnTo>
                    <a:pt x="1"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8"/>
            <p:cNvSpPr/>
            <p:nvPr/>
          </p:nvSpPr>
          <p:spPr>
            <a:xfrm>
              <a:off x="3373350" y="2391550"/>
              <a:ext cx="825" cy="8725"/>
            </a:xfrm>
            <a:custGeom>
              <a:rect b="b" l="l" r="r" t="t"/>
              <a:pathLst>
                <a:path extrusionOk="0" h="349" w="33">
                  <a:moveTo>
                    <a:pt x="1" y="0"/>
                  </a:moveTo>
                  <a:lnTo>
                    <a:pt x="1" y="349"/>
                  </a:lnTo>
                  <a:lnTo>
                    <a:pt x="32" y="349"/>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8"/>
            <p:cNvSpPr/>
            <p:nvPr/>
          </p:nvSpPr>
          <p:spPr>
            <a:xfrm>
              <a:off x="3373350" y="2391550"/>
              <a:ext cx="825" cy="8725"/>
            </a:xfrm>
            <a:custGeom>
              <a:rect b="b" l="l" r="r" t="t"/>
              <a:pathLst>
                <a:path extrusionOk="0" h="349" w="33">
                  <a:moveTo>
                    <a:pt x="1" y="0"/>
                  </a:moveTo>
                  <a:lnTo>
                    <a:pt x="1" y="349"/>
                  </a:lnTo>
                  <a:lnTo>
                    <a:pt x="32" y="349"/>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8"/>
            <p:cNvSpPr/>
            <p:nvPr/>
          </p:nvSpPr>
          <p:spPr>
            <a:xfrm>
              <a:off x="3374150" y="2391550"/>
              <a:ext cx="25" cy="8725"/>
            </a:xfrm>
            <a:custGeom>
              <a:rect b="b" l="l" r="r" t="t"/>
              <a:pathLst>
                <a:path extrusionOk="0" h="349" w="1">
                  <a:moveTo>
                    <a:pt x="0" y="0"/>
                  </a:moveTo>
                  <a:lnTo>
                    <a:pt x="0" y="0"/>
                  </a:lnTo>
                  <a:lnTo>
                    <a:pt x="0" y="349"/>
                  </a:lnTo>
                  <a:lnTo>
                    <a:pt x="0" y="349"/>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8"/>
            <p:cNvSpPr/>
            <p:nvPr/>
          </p:nvSpPr>
          <p:spPr>
            <a:xfrm>
              <a:off x="3302100" y="2364625"/>
              <a:ext cx="800" cy="10325"/>
            </a:xfrm>
            <a:custGeom>
              <a:rect b="b" l="l" r="r" t="t"/>
              <a:pathLst>
                <a:path extrusionOk="0" h="413" w="32">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8"/>
            <p:cNvSpPr/>
            <p:nvPr/>
          </p:nvSpPr>
          <p:spPr>
            <a:xfrm>
              <a:off x="3302875"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8"/>
            <p:cNvSpPr/>
            <p:nvPr/>
          </p:nvSpPr>
          <p:spPr>
            <a:xfrm>
              <a:off x="3302875" y="2364625"/>
              <a:ext cx="825" cy="10325"/>
            </a:xfrm>
            <a:custGeom>
              <a:rect b="b" l="l" r="r" t="t"/>
              <a:pathLst>
                <a:path extrusionOk="0" h="413" w="33">
                  <a:moveTo>
                    <a:pt x="1" y="1"/>
                  </a:moveTo>
                  <a:lnTo>
                    <a:pt x="1" y="412"/>
                  </a:lnTo>
                  <a:lnTo>
                    <a:pt x="33" y="412"/>
                  </a:lnTo>
                  <a:lnTo>
                    <a:pt x="33"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8"/>
            <p:cNvSpPr/>
            <p:nvPr/>
          </p:nvSpPr>
          <p:spPr>
            <a:xfrm>
              <a:off x="3303675"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8"/>
            <p:cNvSpPr/>
            <p:nvPr/>
          </p:nvSpPr>
          <p:spPr>
            <a:xfrm>
              <a:off x="3303675"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8"/>
            <p:cNvSpPr/>
            <p:nvPr/>
          </p:nvSpPr>
          <p:spPr>
            <a:xfrm>
              <a:off x="3303675"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8"/>
            <p:cNvSpPr/>
            <p:nvPr/>
          </p:nvSpPr>
          <p:spPr>
            <a:xfrm>
              <a:off x="3303675" y="2364625"/>
              <a:ext cx="825" cy="10325"/>
            </a:xfrm>
            <a:custGeom>
              <a:rect b="b" l="l" r="r" t="t"/>
              <a:pathLst>
                <a:path extrusionOk="0" h="413" w="33">
                  <a:moveTo>
                    <a:pt x="1" y="1"/>
                  </a:moveTo>
                  <a:lnTo>
                    <a:pt x="1"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8"/>
            <p:cNvSpPr/>
            <p:nvPr/>
          </p:nvSpPr>
          <p:spPr>
            <a:xfrm>
              <a:off x="3304475"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8"/>
            <p:cNvSpPr/>
            <p:nvPr/>
          </p:nvSpPr>
          <p:spPr>
            <a:xfrm>
              <a:off x="3304475"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8"/>
            <p:cNvSpPr/>
            <p:nvPr/>
          </p:nvSpPr>
          <p:spPr>
            <a:xfrm>
              <a:off x="3304475"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8"/>
            <p:cNvSpPr/>
            <p:nvPr/>
          </p:nvSpPr>
          <p:spPr>
            <a:xfrm>
              <a:off x="3305250"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8"/>
            <p:cNvSpPr/>
            <p:nvPr/>
          </p:nvSpPr>
          <p:spPr>
            <a:xfrm>
              <a:off x="3305250"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8"/>
            <p:cNvSpPr/>
            <p:nvPr/>
          </p:nvSpPr>
          <p:spPr>
            <a:xfrm>
              <a:off x="3305250" y="2364625"/>
              <a:ext cx="825" cy="10325"/>
            </a:xfrm>
            <a:custGeom>
              <a:rect b="b" l="l" r="r" t="t"/>
              <a:pathLst>
                <a:path extrusionOk="0" h="413" w="33">
                  <a:moveTo>
                    <a:pt x="1" y="1"/>
                  </a:moveTo>
                  <a:lnTo>
                    <a:pt x="1" y="412"/>
                  </a:lnTo>
                  <a:lnTo>
                    <a:pt x="33" y="412"/>
                  </a:lnTo>
                  <a:lnTo>
                    <a:pt x="33"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8"/>
            <p:cNvSpPr/>
            <p:nvPr/>
          </p:nvSpPr>
          <p:spPr>
            <a:xfrm>
              <a:off x="3305250" y="2364625"/>
              <a:ext cx="825" cy="10325"/>
            </a:xfrm>
            <a:custGeom>
              <a:rect b="b" l="l" r="r" t="t"/>
              <a:pathLst>
                <a:path extrusionOk="0" h="413" w="33">
                  <a:moveTo>
                    <a:pt x="1" y="1"/>
                  </a:moveTo>
                  <a:lnTo>
                    <a:pt x="1" y="412"/>
                  </a:lnTo>
                  <a:lnTo>
                    <a:pt x="33" y="412"/>
                  </a:lnTo>
                  <a:lnTo>
                    <a:pt x="33"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8"/>
            <p:cNvSpPr/>
            <p:nvPr/>
          </p:nvSpPr>
          <p:spPr>
            <a:xfrm>
              <a:off x="3306050"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8"/>
            <p:cNvSpPr/>
            <p:nvPr/>
          </p:nvSpPr>
          <p:spPr>
            <a:xfrm>
              <a:off x="3306050"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8"/>
            <p:cNvSpPr/>
            <p:nvPr/>
          </p:nvSpPr>
          <p:spPr>
            <a:xfrm>
              <a:off x="3306050" y="2364625"/>
              <a:ext cx="825" cy="10325"/>
            </a:xfrm>
            <a:custGeom>
              <a:rect b="b" l="l" r="r" t="t"/>
              <a:pathLst>
                <a:path extrusionOk="0" h="413" w="33">
                  <a:moveTo>
                    <a:pt x="1" y="1"/>
                  </a:moveTo>
                  <a:lnTo>
                    <a:pt x="1"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8"/>
            <p:cNvSpPr/>
            <p:nvPr/>
          </p:nvSpPr>
          <p:spPr>
            <a:xfrm>
              <a:off x="3306850"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8"/>
            <p:cNvSpPr/>
            <p:nvPr/>
          </p:nvSpPr>
          <p:spPr>
            <a:xfrm>
              <a:off x="3306850"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8"/>
            <p:cNvSpPr/>
            <p:nvPr/>
          </p:nvSpPr>
          <p:spPr>
            <a:xfrm>
              <a:off x="3306850" y="2364625"/>
              <a:ext cx="800" cy="10325"/>
            </a:xfrm>
            <a:custGeom>
              <a:rect b="b" l="l" r="r" t="t"/>
              <a:pathLst>
                <a:path extrusionOk="0" h="413" w="32">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8"/>
            <p:cNvSpPr/>
            <p:nvPr/>
          </p:nvSpPr>
          <p:spPr>
            <a:xfrm>
              <a:off x="3307625"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8"/>
            <p:cNvSpPr/>
            <p:nvPr/>
          </p:nvSpPr>
          <p:spPr>
            <a:xfrm>
              <a:off x="3307625"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8"/>
            <p:cNvSpPr/>
            <p:nvPr/>
          </p:nvSpPr>
          <p:spPr>
            <a:xfrm>
              <a:off x="3307625"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8"/>
            <p:cNvSpPr/>
            <p:nvPr/>
          </p:nvSpPr>
          <p:spPr>
            <a:xfrm>
              <a:off x="3308425"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8"/>
            <p:cNvSpPr/>
            <p:nvPr/>
          </p:nvSpPr>
          <p:spPr>
            <a:xfrm>
              <a:off x="3308425"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8"/>
            <p:cNvSpPr/>
            <p:nvPr/>
          </p:nvSpPr>
          <p:spPr>
            <a:xfrm>
              <a:off x="3308425"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8"/>
            <p:cNvSpPr/>
            <p:nvPr/>
          </p:nvSpPr>
          <p:spPr>
            <a:xfrm>
              <a:off x="3308425" y="2364625"/>
              <a:ext cx="825" cy="10325"/>
            </a:xfrm>
            <a:custGeom>
              <a:rect b="b" l="l" r="r" t="t"/>
              <a:pathLst>
                <a:path extrusionOk="0" h="413" w="33">
                  <a:moveTo>
                    <a:pt x="1" y="1"/>
                  </a:moveTo>
                  <a:lnTo>
                    <a:pt x="1"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8"/>
            <p:cNvSpPr/>
            <p:nvPr/>
          </p:nvSpPr>
          <p:spPr>
            <a:xfrm>
              <a:off x="3309225"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8"/>
            <p:cNvSpPr/>
            <p:nvPr/>
          </p:nvSpPr>
          <p:spPr>
            <a:xfrm>
              <a:off x="3309225"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8"/>
            <p:cNvSpPr/>
            <p:nvPr/>
          </p:nvSpPr>
          <p:spPr>
            <a:xfrm>
              <a:off x="3309225"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8"/>
            <p:cNvSpPr/>
            <p:nvPr/>
          </p:nvSpPr>
          <p:spPr>
            <a:xfrm>
              <a:off x="3309225" y="2364625"/>
              <a:ext cx="800" cy="10325"/>
            </a:xfrm>
            <a:custGeom>
              <a:rect b="b" l="l" r="r" t="t"/>
              <a:pathLst>
                <a:path extrusionOk="0" h="413" w="32">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8"/>
            <p:cNvSpPr/>
            <p:nvPr/>
          </p:nvSpPr>
          <p:spPr>
            <a:xfrm>
              <a:off x="3310000"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8"/>
            <p:cNvSpPr/>
            <p:nvPr/>
          </p:nvSpPr>
          <p:spPr>
            <a:xfrm>
              <a:off x="3310000"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8"/>
            <p:cNvSpPr/>
            <p:nvPr/>
          </p:nvSpPr>
          <p:spPr>
            <a:xfrm>
              <a:off x="3310000" y="2364625"/>
              <a:ext cx="825" cy="10325"/>
            </a:xfrm>
            <a:custGeom>
              <a:rect b="b" l="l" r="r" t="t"/>
              <a:pathLst>
                <a:path extrusionOk="0" h="413" w="33">
                  <a:moveTo>
                    <a:pt x="1" y="1"/>
                  </a:moveTo>
                  <a:lnTo>
                    <a:pt x="1" y="412"/>
                  </a:lnTo>
                  <a:lnTo>
                    <a:pt x="33" y="412"/>
                  </a:lnTo>
                  <a:lnTo>
                    <a:pt x="33"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8"/>
            <p:cNvSpPr/>
            <p:nvPr/>
          </p:nvSpPr>
          <p:spPr>
            <a:xfrm>
              <a:off x="3310800"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18"/>
            <p:cNvSpPr/>
            <p:nvPr/>
          </p:nvSpPr>
          <p:spPr>
            <a:xfrm>
              <a:off x="3310800"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8"/>
            <p:cNvSpPr/>
            <p:nvPr/>
          </p:nvSpPr>
          <p:spPr>
            <a:xfrm>
              <a:off x="3310800" y="2364625"/>
              <a:ext cx="825" cy="10325"/>
            </a:xfrm>
            <a:custGeom>
              <a:rect b="b" l="l" r="r" t="t"/>
              <a:pathLst>
                <a:path extrusionOk="0" h="413" w="33">
                  <a:moveTo>
                    <a:pt x="1" y="1"/>
                  </a:moveTo>
                  <a:lnTo>
                    <a:pt x="1"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8"/>
            <p:cNvSpPr/>
            <p:nvPr/>
          </p:nvSpPr>
          <p:spPr>
            <a:xfrm>
              <a:off x="3311600"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8"/>
            <p:cNvSpPr/>
            <p:nvPr/>
          </p:nvSpPr>
          <p:spPr>
            <a:xfrm>
              <a:off x="3311600"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8"/>
            <p:cNvSpPr/>
            <p:nvPr/>
          </p:nvSpPr>
          <p:spPr>
            <a:xfrm>
              <a:off x="3311600" y="23646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8"/>
            <p:cNvSpPr/>
            <p:nvPr/>
          </p:nvSpPr>
          <p:spPr>
            <a:xfrm>
              <a:off x="3312375" y="23646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8"/>
            <p:cNvSpPr/>
            <p:nvPr/>
          </p:nvSpPr>
          <p:spPr>
            <a:xfrm>
              <a:off x="3276750" y="2302875"/>
              <a:ext cx="825" cy="9525"/>
            </a:xfrm>
            <a:custGeom>
              <a:rect b="b" l="l" r="r" t="t"/>
              <a:pathLst>
                <a:path extrusionOk="0" h="381" w="33">
                  <a:moveTo>
                    <a:pt x="1" y="0"/>
                  </a:moveTo>
                  <a:lnTo>
                    <a:pt x="1" y="380"/>
                  </a:lnTo>
                  <a:lnTo>
                    <a:pt x="33" y="380"/>
                  </a:lnTo>
                  <a:lnTo>
                    <a:pt x="33"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8"/>
            <p:cNvSpPr/>
            <p:nvPr/>
          </p:nvSpPr>
          <p:spPr>
            <a:xfrm>
              <a:off x="3277550"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8"/>
            <p:cNvSpPr/>
            <p:nvPr/>
          </p:nvSpPr>
          <p:spPr>
            <a:xfrm>
              <a:off x="3277550"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8"/>
            <p:cNvSpPr/>
            <p:nvPr/>
          </p:nvSpPr>
          <p:spPr>
            <a:xfrm>
              <a:off x="3277550" y="2302875"/>
              <a:ext cx="825" cy="9525"/>
            </a:xfrm>
            <a:custGeom>
              <a:rect b="b" l="l" r="r" t="t"/>
              <a:pathLst>
                <a:path extrusionOk="0" h="381" w="33">
                  <a:moveTo>
                    <a:pt x="1" y="0"/>
                  </a:moveTo>
                  <a:lnTo>
                    <a:pt x="1"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8"/>
            <p:cNvSpPr/>
            <p:nvPr/>
          </p:nvSpPr>
          <p:spPr>
            <a:xfrm>
              <a:off x="3278350"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8"/>
            <p:cNvSpPr/>
            <p:nvPr/>
          </p:nvSpPr>
          <p:spPr>
            <a:xfrm>
              <a:off x="3278350"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8"/>
            <p:cNvSpPr/>
            <p:nvPr/>
          </p:nvSpPr>
          <p:spPr>
            <a:xfrm>
              <a:off x="3278350"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8"/>
            <p:cNvSpPr/>
            <p:nvPr/>
          </p:nvSpPr>
          <p:spPr>
            <a:xfrm>
              <a:off x="3278350" y="2302875"/>
              <a:ext cx="800" cy="9525"/>
            </a:xfrm>
            <a:custGeom>
              <a:rect b="b" l="l" r="r" t="t"/>
              <a:pathLst>
                <a:path extrusionOk="0" h="381" w="32">
                  <a:moveTo>
                    <a:pt x="0" y="0"/>
                  </a:moveTo>
                  <a:lnTo>
                    <a:pt x="0"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8"/>
            <p:cNvSpPr/>
            <p:nvPr/>
          </p:nvSpPr>
          <p:spPr>
            <a:xfrm>
              <a:off x="3279125"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8"/>
            <p:cNvSpPr/>
            <p:nvPr/>
          </p:nvSpPr>
          <p:spPr>
            <a:xfrm>
              <a:off x="3279125"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8"/>
            <p:cNvSpPr/>
            <p:nvPr/>
          </p:nvSpPr>
          <p:spPr>
            <a:xfrm>
              <a:off x="3279125" y="2302875"/>
              <a:ext cx="825" cy="9525"/>
            </a:xfrm>
            <a:custGeom>
              <a:rect b="b" l="l" r="r" t="t"/>
              <a:pathLst>
                <a:path extrusionOk="0" h="381" w="33">
                  <a:moveTo>
                    <a:pt x="1" y="0"/>
                  </a:moveTo>
                  <a:lnTo>
                    <a:pt x="1" y="380"/>
                  </a:lnTo>
                  <a:lnTo>
                    <a:pt x="33" y="380"/>
                  </a:lnTo>
                  <a:lnTo>
                    <a:pt x="33"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8"/>
            <p:cNvSpPr/>
            <p:nvPr/>
          </p:nvSpPr>
          <p:spPr>
            <a:xfrm>
              <a:off x="3279925"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8"/>
            <p:cNvSpPr/>
            <p:nvPr/>
          </p:nvSpPr>
          <p:spPr>
            <a:xfrm>
              <a:off x="3279925"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8"/>
            <p:cNvSpPr/>
            <p:nvPr/>
          </p:nvSpPr>
          <p:spPr>
            <a:xfrm>
              <a:off x="3279925" y="2302875"/>
              <a:ext cx="825" cy="9525"/>
            </a:xfrm>
            <a:custGeom>
              <a:rect b="b" l="l" r="r" t="t"/>
              <a:pathLst>
                <a:path extrusionOk="0" h="381" w="33">
                  <a:moveTo>
                    <a:pt x="1" y="0"/>
                  </a:moveTo>
                  <a:lnTo>
                    <a:pt x="1"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8"/>
            <p:cNvSpPr/>
            <p:nvPr/>
          </p:nvSpPr>
          <p:spPr>
            <a:xfrm>
              <a:off x="3279925" y="2302875"/>
              <a:ext cx="825" cy="9525"/>
            </a:xfrm>
            <a:custGeom>
              <a:rect b="b" l="l" r="r" t="t"/>
              <a:pathLst>
                <a:path extrusionOk="0" h="381" w="33">
                  <a:moveTo>
                    <a:pt x="1" y="0"/>
                  </a:moveTo>
                  <a:lnTo>
                    <a:pt x="1"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8"/>
            <p:cNvSpPr/>
            <p:nvPr/>
          </p:nvSpPr>
          <p:spPr>
            <a:xfrm>
              <a:off x="3280725"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8"/>
            <p:cNvSpPr/>
            <p:nvPr/>
          </p:nvSpPr>
          <p:spPr>
            <a:xfrm>
              <a:off x="3280725"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8"/>
            <p:cNvSpPr/>
            <p:nvPr/>
          </p:nvSpPr>
          <p:spPr>
            <a:xfrm>
              <a:off x="3280725" y="2302875"/>
              <a:ext cx="800" cy="9525"/>
            </a:xfrm>
            <a:custGeom>
              <a:rect b="b" l="l" r="r" t="t"/>
              <a:pathLst>
                <a:path extrusionOk="0" h="381" w="32">
                  <a:moveTo>
                    <a:pt x="0" y="0"/>
                  </a:moveTo>
                  <a:lnTo>
                    <a:pt x="0"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8"/>
            <p:cNvSpPr/>
            <p:nvPr/>
          </p:nvSpPr>
          <p:spPr>
            <a:xfrm>
              <a:off x="3281500"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8"/>
            <p:cNvSpPr/>
            <p:nvPr/>
          </p:nvSpPr>
          <p:spPr>
            <a:xfrm>
              <a:off x="3281500"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8"/>
            <p:cNvSpPr/>
            <p:nvPr/>
          </p:nvSpPr>
          <p:spPr>
            <a:xfrm>
              <a:off x="3281500" y="2302875"/>
              <a:ext cx="825" cy="9525"/>
            </a:xfrm>
            <a:custGeom>
              <a:rect b="b" l="l" r="r" t="t"/>
              <a:pathLst>
                <a:path extrusionOk="0" h="381" w="33">
                  <a:moveTo>
                    <a:pt x="1" y="0"/>
                  </a:moveTo>
                  <a:lnTo>
                    <a:pt x="1" y="380"/>
                  </a:lnTo>
                  <a:lnTo>
                    <a:pt x="33" y="380"/>
                  </a:lnTo>
                  <a:lnTo>
                    <a:pt x="33"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8"/>
            <p:cNvSpPr/>
            <p:nvPr/>
          </p:nvSpPr>
          <p:spPr>
            <a:xfrm>
              <a:off x="3282300"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8"/>
            <p:cNvSpPr/>
            <p:nvPr/>
          </p:nvSpPr>
          <p:spPr>
            <a:xfrm>
              <a:off x="3282300"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8"/>
            <p:cNvSpPr/>
            <p:nvPr/>
          </p:nvSpPr>
          <p:spPr>
            <a:xfrm>
              <a:off x="3282300"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8"/>
            <p:cNvSpPr/>
            <p:nvPr/>
          </p:nvSpPr>
          <p:spPr>
            <a:xfrm>
              <a:off x="3283100"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8"/>
            <p:cNvSpPr/>
            <p:nvPr/>
          </p:nvSpPr>
          <p:spPr>
            <a:xfrm>
              <a:off x="3283100"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8"/>
            <p:cNvSpPr/>
            <p:nvPr/>
          </p:nvSpPr>
          <p:spPr>
            <a:xfrm>
              <a:off x="3283100"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8"/>
            <p:cNvSpPr/>
            <p:nvPr/>
          </p:nvSpPr>
          <p:spPr>
            <a:xfrm>
              <a:off x="3283100" y="2302875"/>
              <a:ext cx="800" cy="9525"/>
            </a:xfrm>
            <a:custGeom>
              <a:rect b="b" l="l" r="r" t="t"/>
              <a:pathLst>
                <a:path extrusionOk="0" h="381" w="32">
                  <a:moveTo>
                    <a:pt x="0" y="0"/>
                  </a:moveTo>
                  <a:lnTo>
                    <a:pt x="0"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8"/>
            <p:cNvSpPr/>
            <p:nvPr/>
          </p:nvSpPr>
          <p:spPr>
            <a:xfrm>
              <a:off x="3283875"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8"/>
            <p:cNvSpPr/>
            <p:nvPr/>
          </p:nvSpPr>
          <p:spPr>
            <a:xfrm>
              <a:off x="3283875"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8"/>
            <p:cNvSpPr/>
            <p:nvPr/>
          </p:nvSpPr>
          <p:spPr>
            <a:xfrm>
              <a:off x="3283875"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8"/>
            <p:cNvSpPr/>
            <p:nvPr/>
          </p:nvSpPr>
          <p:spPr>
            <a:xfrm>
              <a:off x="3284675"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8"/>
            <p:cNvSpPr/>
            <p:nvPr/>
          </p:nvSpPr>
          <p:spPr>
            <a:xfrm>
              <a:off x="3284675"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8"/>
            <p:cNvSpPr/>
            <p:nvPr/>
          </p:nvSpPr>
          <p:spPr>
            <a:xfrm>
              <a:off x="3284675"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8"/>
            <p:cNvSpPr/>
            <p:nvPr/>
          </p:nvSpPr>
          <p:spPr>
            <a:xfrm>
              <a:off x="3285475"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8"/>
            <p:cNvSpPr/>
            <p:nvPr/>
          </p:nvSpPr>
          <p:spPr>
            <a:xfrm>
              <a:off x="3285475"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8"/>
            <p:cNvSpPr/>
            <p:nvPr/>
          </p:nvSpPr>
          <p:spPr>
            <a:xfrm>
              <a:off x="3285475" y="2302875"/>
              <a:ext cx="25" cy="9525"/>
            </a:xfrm>
            <a:custGeom>
              <a:rect b="b" l="l" r="r" t="t"/>
              <a:pathLst>
                <a:path extrusionOk="0" h="381" w="1">
                  <a:moveTo>
                    <a:pt x="0" y="0"/>
                  </a:moveTo>
                  <a:lnTo>
                    <a:pt x="0" y="0"/>
                  </a:lnTo>
                  <a:lnTo>
                    <a:pt x="0" y="380"/>
                  </a:lnTo>
                  <a:lnTo>
                    <a:pt x="0"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8"/>
            <p:cNvSpPr/>
            <p:nvPr/>
          </p:nvSpPr>
          <p:spPr>
            <a:xfrm>
              <a:off x="3285475" y="2302875"/>
              <a:ext cx="800" cy="9525"/>
            </a:xfrm>
            <a:custGeom>
              <a:rect b="b" l="l" r="r" t="t"/>
              <a:pathLst>
                <a:path extrusionOk="0" h="381" w="32">
                  <a:moveTo>
                    <a:pt x="0" y="0"/>
                  </a:moveTo>
                  <a:lnTo>
                    <a:pt x="0" y="380"/>
                  </a:lnTo>
                  <a:lnTo>
                    <a:pt x="32" y="380"/>
                  </a:lnTo>
                  <a:lnTo>
                    <a:pt x="3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8"/>
            <p:cNvSpPr/>
            <p:nvPr/>
          </p:nvSpPr>
          <p:spPr>
            <a:xfrm>
              <a:off x="3286250" y="2302875"/>
              <a:ext cx="25" cy="9525"/>
            </a:xfrm>
            <a:custGeom>
              <a:rect b="b" l="l" r="r" t="t"/>
              <a:pathLst>
                <a:path extrusionOk="0" h="381" w="1">
                  <a:moveTo>
                    <a:pt x="1" y="0"/>
                  </a:moveTo>
                  <a:lnTo>
                    <a:pt x="1" y="0"/>
                  </a:lnTo>
                  <a:lnTo>
                    <a:pt x="1" y="380"/>
                  </a:lnTo>
                  <a:lnTo>
                    <a:pt x="1" y="38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8"/>
            <p:cNvSpPr/>
            <p:nvPr/>
          </p:nvSpPr>
          <p:spPr>
            <a:xfrm>
              <a:off x="3302100" y="2240325"/>
              <a:ext cx="800" cy="10325"/>
            </a:xfrm>
            <a:custGeom>
              <a:rect b="b" l="l" r="r" t="t"/>
              <a:pathLst>
                <a:path extrusionOk="0" h="413" w="32">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8"/>
            <p:cNvSpPr/>
            <p:nvPr/>
          </p:nvSpPr>
          <p:spPr>
            <a:xfrm>
              <a:off x="3302875"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8"/>
            <p:cNvSpPr/>
            <p:nvPr/>
          </p:nvSpPr>
          <p:spPr>
            <a:xfrm>
              <a:off x="3302875" y="2240325"/>
              <a:ext cx="825" cy="10325"/>
            </a:xfrm>
            <a:custGeom>
              <a:rect b="b" l="l" r="r" t="t"/>
              <a:pathLst>
                <a:path extrusionOk="0" h="413" w="33">
                  <a:moveTo>
                    <a:pt x="1" y="1"/>
                  </a:moveTo>
                  <a:lnTo>
                    <a:pt x="1" y="412"/>
                  </a:lnTo>
                  <a:lnTo>
                    <a:pt x="33" y="412"/>
                  </a:lnTo>
                  <a:lnTo>
                    <a:pt x="33"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8"/>
            <p:cNvSpPr/>
            <p:nvPr/>
          </p:nvSpPr>
          <p:spPr>
            <a:xfrm>
              <a:off x="3303675"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8"/>
            <p:cNvSpPr/>
            <p:nvPr/>
          </p:nvSpPr>
          <p:spPr>
            <a:xfrm>
              <a:off x="3303675"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8"/>
            <p:cNvSpPr/>
            <p:nvPr/>
          </p:nvSpPr>
          <p:spPr>
            <a:xfrm>
              <a:off x="3303675"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8"/>
            <p:cNvSpPr/>
            <p:nvPr/>
          </p:nvSpPr>
          <p:spPr>
            <a:xfrm>
              <a:off x="3303675" y="2240325"/>
              <a:ext cx="825" cy="10325"/>
            </a:xfrm>
            <a:custGeom>
              <a:rect b="b" l="l" r="r" t="t"/>
              <a:pathLst>
                <a:path extrusionOk="0" h="413" w="33">
                  <a:moveTo>
                    <a:pt x="1" y="1"/>
                  </a:moveTo>
                  <a:lnTo>
                    <a:pt x="1"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8"/>
            <p:cNvSpPr/>
            <p:nvPr/>
          </p:nvSpPr>
          <p:spPr>
            <a:xfrm>
              <a:off x="3304475"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8"/>
            <p:cNvSpPr/>
            <p:nvPr/>
          </p:nvSpPr>
          <p:spPr>
            <a:xfrm>
              <a:off x="3304475"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8"/>
            <p:cNvSpPr/>
            <p:nvPr/>
          </p:nvSpPr>
          <p:spPr>
            <a:xfrm>
              <a:off x="3304475"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8"/>
            <p:cNvSpPr/>
            <p:nvPr/>
          </p:nvSpPr>
          <p:spPr>
            <a:xfrm>
              <a:off x="3305250"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8"/>
            <p:cNvSpPr/>
            <p:nvPr/>
          </p:nvSpPr>
          <p:spPr>
            <a:xfrm>
              <a:off x="3305250"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8"/>
            <p:cNvSpPr/>
            <p:nvPr/>
          </p:nvSpPr>
          <p:spPr>
            <a:xfrm>
              <a:off x="3305250" y="2240325"/>
              <a:ext cx="825" cy="10325"/>
            </a:xfrm>
            <a:custGeom>
              <a:rect b="b" l="l" r="r" t="t"/>
              <a:pathLst>
                <a:path extrusionOk="0" h="413" w="33">
                  <a:moveTo>
                    <a:pt x="1" y="1"/>
                  </a:moveTo>
                  <a:lnTo>
                    <a:pt x="1" y="412"/>
                  </a:lnTo>
                  <a:lnTo>
                    <a:pt x="33" y="412"/>
                  </a:lnTo>
                  <a:lnTo>
                    <a:pt x="33"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8"/>
            <p:cNvSpPr/>
            <p:nvPr/>
          </p:nvSpPr>
          <p:spPr>
            <a:xfrm>
              <a:off x="3305250" y="2240325"/>
              <a:ext cx="825" cy="10325"/>
            </a:xfrm>
            <a:custGeom>
              <a:rect b="b" l="l" r="r" t="t"/>
              <a:pathLst>
                <a:path extrusionOk="0" h="413" w="33">
                  <a:moveTo>
                    <a:pt x="1" y="1"/>
                  </a:moveTo>
                  <a:lnTo>
                    <a:pt x="1" y="412"/>
                  </a:lnTo>
                  <a:lnTo>
                    <a:pt x="33" y="412"/>
                  </a:lnTo>
                  <a:lnTo>
                    <a:pt x="33"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8"/>
            <p:cNvSpPr/>
            <p:nvPr/>
          </p:nvSpPr>
          <p:spPr>
            <a:xfrm>
              <a:off x="3306050"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8"/>
            <p:cNvSpPr/>
            <p:nvPr/>
          </p:nvSpPr>
          <p:spPr>
            <a:xfrm>
              <a:off x="3306050"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8"/>
            <p:cNvSpPr/>
            <p:nvPr/>
          </p:nvSpPr>
          <p:spPr>
            <a:xfrm>
              <a:off x="3306050" y="2240325"/>
              <a:ext cx="825" cy="10325"/>
            </a:xfrm>
            <a:custGeom>
              <a:rect b="b" l="l" r="r" t="t"/>
              <a:pathLst>
                <a:path extrusionOk="0" h="413" w="33">
                  <a:moveTo>
                    <a:pt x="1" y="1"/>
                  </a:moveTo>
                  <a:lnTo>
                    <a:pt x="1"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8"/>
            <p:cNvSpPr/>
            <p:nvPr/>
          </p:nvSpPr>
          <p:spPr>
            <a:xfrm>
              <a:off x="3306850"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8"/>
            <p:cNvSpPr/>
            <p:nvPr/>
          </p:nvSpPr>
          <p:spPr>
            <a:xfrm>
              <a:off x="3306850"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8"/>
            <p:cNvSpPr/>
            <p:nvPr/>
          </p:nvSpPr>
          <p:spPr>
            <a:xfrm>
              <a:off x="3306850" y="2240325"/>
              <a:ext cx="800" cy="10325"/>
            </a:xfrm>
            <a:custGeom>
              <a:rect b="b" l="l" r="r" t="t"/>
              <a:pathLst>
                <a:path extrusionOk="0" h="413" w="32">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8"/>
            <p:cNvSpPr/>
            <p:nvPr/>
          </p:nvSpPr>
          <p:spPr>
            <a:xfrm>
              <a:off x="3307625"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8"/>
            <p:cNvSpPr/>
            <p:nvPr/>
          </p:nvSpPr>
          <p:spPr>
            <a:xfrm>
              <a:off x="3307625"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8"/>
            <p:cNvSpPr/>
            <p:nvPr/>
          </p:nvSpPr>
          <p:spPr>
            <a:xfrm>
              <a:off x="3307625"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8"/>
            <p:cNvSpPr/>
            <p:nvPr/>
          </p:nvSpPr>
          <p:spPr>
            <a:xfrm>
              <a:off x="3308425"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18"/>
            <p:cNvSpPr/>
            <p:nvPr/>
          </p:nvSpPr>
          <p:spPr>
            <a:xfrm>
              <a:off x="3308425"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18"/>
            <p:cNvSpPr/>
            <p:nvPr/>
          </p:nvSpPr>
          <p:spPr>
            <a:xfrm>
              <a:off x="3308425"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8"/>
            <p:cNvSpPr/>
            <p:nvPr/>
          </p:nvSpPr>
          <p:spPr>
            <a:xfrm>
              <a:off x="3308425" y="2240325"/>
              <a:ext cx="825" cy="10325"/>
            </a:xfrm>
            <a:custGeom>
              <a:rect b="b" l="l" r="r" t="t"/>
              <a:pathLst>
                <a:path extrusionOk="0" h="413" w="33">
                  <a:moveTo>
                    <a:pt x="1" y="1"/>
                  </a:moveTo>
                  <a:lnTo>
                    <a:pt x="1"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8"/>
            <p:cNvSpPr/>
            <p:nvPr/>
          </p:nvSpPr>
          <p:spPr>
            <a:xfrm>
              <a:off x="3309225"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8"/>
            <p:cNvSpPr/>
            <p:nvPr/>
          </p:nvSpPr>
          <p:spPr>
            <a:xfrm>
              <a:off x="3309225"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8"/>
            <p:cNvSpPr/>
            <p:nvPr/>
          </p:nvSpPr>
          <p:spPr>
            <a:xfrm>
              <a:off x="3309225"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8"/>
            <p:cNvSpPr/>
            <p:nvPr/>
          </p:nvSpPr>
          <p:spPr>
            <a:xfrm>
              <a:off x="3309225" y="2240325"/>
              <a:ext cx="800" cy="10325"/>
            </a:xfrm>
            <a:custGeom>
              <a:rect b="b" l="l" r="r" t="t"/>
              <a:pathLst>
                <a:path extrusionOk="0" h="413" w="32">
                  <a:moveTo>
                    <a:pt x="0" y="1"/>
                  </a:moveTo>
                  <a:lnTo>
                    <a:pt x="0"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18"/>
            <p:cNvSpPr/>
            <p:nvPr/>
          </p:nvSpPr>
          <p:spPr>
            <a:xfrm>
              <a:off x="3310000"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8"/>
            <p:cNvSpPr/>
            <p:nvPr/>
          </p:nvSpPr>
          <p:spPr>
            <a:xfrm>
              <a:off x="3310000"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8"/>
            <p:cNvSpPr/>
            <p:nvPr/>
          </p:nvSpPr>
          <p:spPr>
            <a:xfrm>
              <a:off x="3310000" y="2240325"/>
              <a:ext cx="825" cy="10325"/>
            </a:xfrm>
            <a:custGeom>
              <a:rect b="b" l="l" r="r" t="t"/>
              <a:pathLst>
                <a:path extrusionOk="0" h="413" w="33">
                  <a:moveTo>
                    <a:pt x="1" y="1"/>
                  </a:moveTo>
                  <a:lnTo>
                    <a:pt x="1" y="412"/>
                  </a:lnTo>
                  <a:lnTo>
                    <a:pt x="33" y="412"/>
                  </a:lnTo>
                  <a:lnTo>
                    <a:pt x="33"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8"/>
            <p:cNvSpPr/>
            <p:nvPr/>
          </p:nvSpPr>
          <p:spPr>
            <a:xfrm>
              <a:off x="3310800"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18"/>
            <p:cNvSpPr/>
            <p:nvPr/>
          </p:nvSpPr>
          <p:spPr>
            <a:xfrm>
              <a:off x="3310800"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8"/>
            <p:cNvSpPr/>
            <p:nvPr/>
          </p:nvSpPr>
          <p:spPr>
            <a:xfrm>
              <a:off x="3310800" y="2240325"/>
              <a:ext cx="825" cy="10325"/>
            </a:xfrm>
            <a:custGeom>
              <a:rect b="b" l="l" r="r" t="t"/>
              <a:pathLst>
                <a:path extrusionOk="0" h="413" w="33">
                  <a:moveTo>
                    <a:pt x="1" y="1"/>
                  </a:moveTo>
                  <a:lnTo>
                    <a:pt x="1" y="412"/>
                  </a:lnTo>
                  <a:lnTo>
                    <a:pt x="32" y="412"/>
                  </a:lnTo>
                  <a:lnTo>
                    <a:pt x="32"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8"/>
            <p:cNvSpPr/>
            <p:nvPr/>
          </p:nvSpPr>
          <p:spPr>
            <a:xfrm>
              <a:off x="3311600"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8"/>
            <p:cNvSpPr/>
            <p:nvPr/>
          </p:nvSpPr>
          <p:spPr>
            <a:xfrm>
              <a:off x="3311600"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8"/>
            <p:cNvSpPr/>
            <p:nvPr/>
          </p:nvSpPr>
          <p:spPr>
            <a:xfrm>
              <a:off x="3311600" y="2240325"/>
              <a:ext cx="25" cy="10325"/>
            </a:xfrm>
            <a:custGeom>
              <a:rect b="b" l="l" r="r" t="t"/>
              <a:pathLst>
                <a:path extrusionOk="0" h="413" w="1">
                  <a:moveTo>
                    <a:pt x="0" y="1"/>
                  </a:moveTo>
                  <a:lnTo>
                    <a:pt x="0" y="1"/>
                  </a:lnTo>
                  <a:lnTo>
                    <a:pt x="0" y="412"/>
                  </a:lnTo>
                  <a:lnTo>
                    <a:pt x="0"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8"/>
            <p:cNvSpPr/>
            <p:nvPr/>
          </p:nvSpPr>
          <p:spPr>
            <a:xfrm>
              <a:off x="3312375" y="2240325"/>
              <a:ext cx="25" cy="10325"/>
            </a:xfrm>
            <a:custGeom>
              <a:rect b="b" l="l" r="r" t="t"/>
              <a:pathLst>
                <a:path extrusionOk="0" h="413" w="1">
                  <a:moveTo>
                    <a:pt x="1" y="1"/>
                  </a:moveTo>
                  <a:lnTo>
                    <a:pt x="1" y="1"/>
                  </a:lnTo>
                  <a:lnTo>
                    <a:pt x="1" y="412"/>
                  </a:lnTo>
                  <a:lnTo>
                    <a:pt x="1" y="412"/>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8"/>
            <p:cNvSpPr/>
            <p:nvPr/>
          </p:nvSpPr>
          <p:spPr>
            <a:xfrm>
              <a:off x="3256975" y="2195200"/>
              <a:ext cx="224875" cy="224875"/>
            </a:xfrm>
            <a:custGeom>
              <a:rect b="b" l="l" r="r" t="t"/>
              <a:pathLst>
                <a:path extrusionOk="0" fill="none" h="8995" w="8995">
                  <a:moveTo>
                    <a:pt x="4814" y="8994"/>
                  </a:moveTo>
                  <a:lnTo>
                    <a:pt x="4212" y="8994"/>
                  </a:lnTo>
                  <a:cubicBezTo>
                    <a:pt x="3959" y="8994"/>
                    <a:pt x="3769" y="8804"/>
                    <a:pt x="3769" y="8551"/>
                  </a:cubicBezTo>
                  <a:lnTo>
                    <a:pt x="3769" y="7759"/>
                  </a:lnTo>
                  <a:cubicBezTo>
                    <a:pt x="3389" y="7696"/>
                    <a:pt x="3040" y="7538"/>
                    <a:pt x="2724" y="7348"/>
                  </a:cubicBezTo>
                  <a:lnTo>
                    <a:pt x="2154" y="7886"/>
                  </a:lnTo>
                  <a:cubicBezTo>
                    <a:pt x="1995" y="8076"/>
                    <a:pt x="1710" y="8076"/>
                    <a:pt x="1520" y="7886"/>
                  </a:cubicBezTo>
                  <a:lnTo>
                    <a:pt x="1109" y="7474"/>
                  </a:lnTo>
                  <a:cubicBezTo>
                    <a:pt x="950" y="7316"/>
                    <a:pt x="950" y="7031"/>
                    <a:pt x="1109" y="6841"/>
                  </a:cubicBezTo>
                  <a:lnTo>
                    <a:pt x="1679" y="6303"/>
                  </a:lnTo>
                  <a:cubicBezTo>
                    <a:pt x="1489" y="5986"/>
                    <a:pt x="1330" y="5606"/>
                    <a:pt x="1235" y="5226"/>
                  </a:cubicBezTo>
                  <a:lnTo>
                    <a:pt x="444" y="5226"/>
                  </a:lnTo>
                  <a:cubicBezTo>
                    <a:pt x="190" y="5226"/>
                    <a:pt x="0" y="5036"/>
                    <a:pt x="0" y="4782"/>
                  </a:cubicBezTo>
                  <a:lnTo>
                    <a:pt x="0" y="4212"/>
                  </a:lnTo>
                  <a:cubicBezTo>
                    <a:pt x="0" y="3959"/>
                    <a:pt x="190" y="3769"/>
                    <a:pt x="444" y="3769"/>
                  </a:cubicBezTo>
                  <a:lnTo>
                    <a:pt x="1235" y="3769"/>
                  </a:lnTo>
                  <a:cubicBezTo>
                    <a:pt x="1330" y="3389"/>
                    <a:pt x="1457" y="3041"/>
                    <a:pt x="1679" y="2724"/>
                  </a:cubicBezTo>
                  <a:lnTo>
                    <a:pt x="1109" y="2154"/>
                  </a:lnTo>
                  <a:cubicBezTo>
                    <a:pt x="950" y="1996"/>
                    <a:pt x="950" y="1711"/>
                    <a:pt x="1109" y="1521"/>
                  </a:cubicBezTo>
                  <a:lnTo>
                    <a:pt x="1520" y="1109"/>
                  </a:lnTo>
                  <a:cubicBezTo>
                    <a:pt x="1710" y="951"/>
                    <a:pt x="1995" y="951"/>
                    <a:pt x="2154" y="1109"/>
                  </a:cubicBezTo>
                  <a:lnTo>
                    <a:pt x="2724" y="1679"/>
                  </a:lnTo>
                  <a:cubicBezTo>
                    <a:pt x="3040" y="1457"/>
                    <a:pt x="3389" y="1331"/>
                    <a:pt x="3769" y="1236"/>
                  </a:cubicBezTo>
                  <a:lnTo>
                    <a:pt x="3769" y="444"/>
                  </a:lnTo>
                  <a:cubicBezTo>
                    <a:pt x="3769" y="190"/>
                    <a:pt x="3959" y="0"/>
                    <a:pt x="4212" y="0"/>
                  </a:cubicBezTo>
                  <a:lnTo>
                    <a:pt x="4814" y="0"/>
                  </a:lnTo>
                  <a:cubicBezTo>
                    <a:pt x="5036" y="0"/>
                    <a:pt x="5257" y="190"/>
                    <a:pt x="5257" y="444"/>
                  </a:cubicBezTo>
                  <a:lnTo>
                    <a:pt x="5257" y="1236"/>
                  </a:lnTo>
                  <a:cubicBezTo>
                    <a:pt x="5606" y="1331"/>
                    <a:pt x="5986" y="1457"/>
                    <a:pt x="6302" y="1679"/>
                  </a:cubicBezTo>
                  <a:lnTo>
                    <a:pt x="6872" y="1109"/>
                  </a:lnTo>
                  <a:cubicBezTo>
                    <a:pt x="7031" y="951"/>
                    <a:pt x="7316" y="951"/>
                    <a:pt x="7474" y="1109"/>
                  </a:cubicBezTo>
                  <a:lnTo>
                    <a:pt x="7886" y="1521"/>
                  </a:lnTo>
                  <a:cubicBezTo>
                    <a:pt x="8076" y="1711"/>
                    <a:pt x="8076" y="1996"/>
                    <a:pt x="7886" y="2154"/>
                  </a:cubicBezTo>
                  <a:lnTo>
                    <a:pt x="7347" y="2724"/>
                  </a:lnTo>
                  <a:cubicBezTo>
                    <a:pt x="7537" y="3041"/>
                    <a:pt x="7696" y="3389"/>
                    <a:pt x="7759" y="3769"/>
                  </a:cubicBezTo>
                  <a:lnTo>
                    <a:pt x="8551" y="3769"/>
                  </a:lnTo>
                  <a:cubicBezTo>
                    <a:pt x="8804" y="3769"/>
                    <a:pt x="8994" y="3959"/>
                    <a:pt x="8994" y="4212"/>
                  </a:cubicBezTo>
                  <a:lnTo>
                    <a:pt x="8994" y="4782"/>
                  </a:lnTo>
                  <a:cubicBezTo>
                    <a:pt x="8994" y="5036"/>
                    <a:pt x="8804" y="5226"/>
                    <a:pt x="8551" y="5226"/>
                  </a:cubicBezTo>
                  <a:lnTo>
                    <a:pt x="7759" y="5226"/>
                  </a:lnTo>
                  <a:cubicBezTo>
                    <a:pt x="7696" y="5606"/>
                    <a:pt x="7537" y="5954"/>
                    <a:pt x="7347" y="6303"/>
                  </a:cubicBezTo>
                  <a:lnTo>
                    <a:pt x="7886" y="6841"/>
                  </a:lnTo>
                  <a:cubicBezTo>
                    <a:pt x="8076" y="7031"/>
                    <a:pt x="8076" y="7316"/>
                    <a:pt x="7886" y="7474"/>
                  </a:cubicBezTo>
                  <a:lnTo>
                    <a:pt x="7474" y="7886"/>
                  </a:lnTo>
                  <a:cubicBezTo>
                    <a:pt x="7316" y="8076"/>
                    <a:pt x="7031" y="8076"/>
                    <a:pt x="6872" y="7886"/>
                  </a:cubicBezTo>
                  <a:lnTo>
                    <a:pt x="6302" y="7348"/>
                  </a:lnTo>
                  <a:cubicBezTo>
                    <a:pt x="5986" y="7538"/>
                    <a:pt x="5606" y="7696"/>
                    <a:pt x="5257" y="7759"/>
                  </a:cubicBezTo>
                  <a:lnTo>
                    <a:pt x="5257" y="8551"/>
                  </a:lnTo>
                  <a:cubicBezTo>
                    <a:pt x="5226" y="8804"/>
                    <a:pt x="5036" y="8994"/>
                    <a:pt x="4814" y="8994"/>
                  </a:cubicBezTo>
                  <a:close/>
                  <a:moveTo>
                    <a:pt x="2692" y="6904"/>
                  </a:moveTo>
                  <a:lnTo>
                    <a:pt x="2787" y="6999"/>
                  </a:lnTo>
                  <a:cubicBezTo>
                    <a:pt x="3135" y="7253"/>
                    <a:pt x="3547" y="7411"/>
                    <a:pt x="3959" y="7474"/>
                  </a:cubicBezTo>
                  <a:lnTo>
                    <a:pt x="4085" y="7506"/>
                  </a:lnTo>
                  <a:lnTo>
                    <a:pt x="4085" y="8551"/>
                  </a:lnTo>
                  <a:cubicBezTo>
                    <a:pt x="4085" y="8614"/>
                    <a:pt x="4149" y="8678"/>
                    <a:pt x="4212" y="8678"/>
                  </a:cubicBezTo>
                  <a:lnTo>
                    <a:pt x="4814" y="8678"/>
                  </a:lnTo>
                  <a:cubicBezTo>
                    <a:pt x="4877" y="8678"/>
                    <a:pt x="4941" y="8614"/>
                    <a:pt x="4941" y="8551"/>
                  </a:cubicBezTo>
                  <a:lnTo>
                    <a:pt x="4941" y="7506"/>
                  </a:lnTo>
                  <a:lnTo>
                    <a:pt x="5067" y="7474"/>
                  </a:lnTo>
                  <a:cubicBezTo>
                    <a:pt x="5479" y="7411"/>
                    <a:pt x="5891" y="7221"/>
                    <a:pt x="6239" y="6999"/>
                  </a:cubicBezTo>
                  <a:lnTo>
                    <a:pt x="6334" y="6904"/>
                  </a:lnTo>
                  <a:lnTo>
                    <a:pt x="7094" y="7664"/>
                  </a:lnTo>
                  <a:cubicBezTo>
                    <a:pt x="7126" y="7728"/>
                    <a:pt x="7221" y="7728"/>
                    <a:pt x="7252" y="7664"/>
                  </a:cubicBezTo>
                  <a:lnTo>
                    <a:pt x="7664" y="7253"/>
                  </a:lnTo>
                  <a:cubicBezTo>
                    <a:pt x="7727" y="7221"/>
                    <a:pt x="7727" y="7126"/>
                    <a:pt x="7664" y="7094"/>
                  </a:cubicBezTo>
                  <a:lnTo>
                    <a:pt x="6936" y="6334"/>
                  </a:lnTo>
                  <a:lnTo>
                    <a:pt x="6999" y="6239"/>
                  </a:lnTo>
                  <a:cubicBezTo>
                    <a:pt x="7252" y="5859"/>
                    <a:pt x="7411" y="5479"/>
                    <a:pt x="7474" y="5036"/>
                  </a:cubicBezTo>
                  <a:lnTo>
                    <a:pt x="7506" y="4909"/>
                  </a:lnTo>
                  <a:lnTo>
                    <a:pt x="8551" y="4909"/>
                  </a:lnTo>
                  <a:cubicBezTo>
                    <a:pt x="8646" y="4909"/>
                    <a:pt x="8677" y="4877"/>
                    <a:pt x="8677" y="4782"/>
                  </a:cubicBezTo>
                  <a:lnTo>
                    <a:pt x="8677" y="4212"/>
                  </a:lnTo>
                  <a:cubicBezTo>
                    <a:pt x="8677" y="4149"/>
                    <a:pt x="8646" y="4086"/>
                    <a:pt x="8551" y="4086"/>
                  </a:cubicBezTo>
                  <a:lnTo>
                    <a:pt x="7506" y="4086"/>
                  </a:lnTo>
                  <a:lnTo>
                    <a:pt x="7474" y="3959"/>
                  </a:lnTo>
                  <a:cubicBezTo>
                    <a:pt x="7411" y="3547"/>
                    <a:pt x="7252" y="3136"/>
                    <a:pt x="6999" y="2787"/>
                  </a:cubicBezTo>
                  <a:lnTo>
                    <a:pt x="6936" y="2661"/>
                  </a:lnTo>
                  <a:lnTo>
                    <a:pt x="7664" y="1932"/>
                  </a:lnTo>
                  <a:cubicBezTo>
                    <a:pt x="7727" y="1869"/>
                    <a:pt x="7727" y="1806"/>
                    <a:pt x="7664" y="1742"/>
                  </a:cubicBezTo>
                  <a:lnTo>
                    <a:pt x="7252" y="1331"/>
                  </a:lnTo>
                  <a:cubicBezTo>
                    <a:pt x="7221" y="1299"/>
                    <a:pt x="7126" y="1299"/>
                    <a:pt x="7094" y="1331"/>
                  </a:cubicBezTo>
                  <a:lnTo>
                    <a:pt x="6334" y="2091"/>
                  </a:lnTo>
                  <a:lnTo>
                    <a:pt x="6239" y="2027"/>
                  </a:lnTo>
                  <a:cubicBezTo>
                    <a:pt x="5859" y="1774"/>
                    <a:pt x="5479" y="1616"/>
                    <a:pt x="5036" y="1521"/>
                  </a:cubicBezTo>
                  <a:lnTo>
                    <a:pt x="4909" y="1489"/>
                  </a:lnTo>
                  <a:lnTo>
                    <a:pt x="4909" y="444"/>
                  </a:lnTo>
                  <a:cubicBezTo>
                    <a:pt x="4909" y="381"/>
                    <a:pt x="4877" y="317"/>
                    <a:pt x="4782" y="317"/>
                  </a:cubicBezTo>
                  <a:lnTo>
                    <a:pt x="4212" y="317"/>
                  </a:lnTo>
                  <a:cubicBezTo>
                    <a:pt x="4149" y="317"/>
                    <a:pt x="4085" y="381"/>
                    <a:pt x="4085" y="444"/>
                  </a:cubicBezTo>
                  <a:lnTo>
                    <a:pt x="4085" y="1489"/>
                  </a:lnTo>
                  <a:lnTo>
                    <a:pt x="3959" y="1521"/>
                  </a:lnTo>
                  <a:cubicBezTo>
                    <a:pt x="3547" y="1616"/>
                    <a:pt x="3135" y="1774"/>
                    <a:pt x="2787" y="2027"/>
                  </a:cubicBezTo>
                  <a:lnTo>
                    <a:pt x="2660" y="2091"/>
                  </a:lnTo>
                  <a:lnTo>
                    <a:pt x="1932" y="1331"/>
                  </a:lnTo>
                  <a:cubicBezTo>
                    <a:pt x="1869" y="1299"/>
                    <a:pt x="1805" y="1299"/>
                    <a:pt x="1742" y="1331"/>
                  </a:cubicBezTo>
                  <a:lnTo>
                    <a:pt x="1330" y="1742"/>
                  </a:lnTo>
                  <a:cubicBezTo>
                    <a:pt x="1299" y="1806"/>
                    <a:pt x="1299" y="1869"/>
                    <a:pt x="1330" y="1932"/>
                  </a:cubicBezTo>
                  <a:lnTo>
                    <a:pt x="2090" y="2661"/>
                  </a:lnTo>
                  <a:lnTo>
                    <a:pt x="2027" y="2787"/>
                  </a:lnTo>
                  <a:cubicBezTo>
                    <a:pt x="1774" y="3136"/>
                    <a:pt x="1615" y="3547"/>
                    <a:pt x="1520" y="3959"/>
                  </a:cubicBezTo>
                  <a:lnTo>
                    <a:pt x="1520" y="4086"/>
                  </a:lnTo>
                  <a:lnTo>
                    <a:pt x="444" y="4086"/>
                  </a:lnTo>
                  <a:cubicBezTo>
                    <a:pt x="380" y="4086"/>
                    <a:pt x="317" y="4149"/>
                    <a:pt x="317" y="4212"/>
                  </a:cubicBezTo>
                  <a:lnTo>
                    <a:pt x="317" y="4782"/>
                  </a:lnTo>
                  <a:cubicBezTo>
                    <a:pt x="317" y="4846"/>
                    <a:pt x="380" y="4909"/>
                    <a:pt x="444" y="4909"/>
                  </a:cubicBezTo>
                  <a:lnTo>
                    <a:pt x="1520" y="4909"/>
                  </a:lnTo>
                  <a:lnTo>
                    <a:pt x="1520" y="5036"/>
                  </a:lnTo>
                  <a:cubicBezTo>
                    <a:pt x="1615" y="5479"/>
                    <a:pt x="1774" y="5859"/>
                    <a:pt x="2027" y="6239"/>
                  </a:cubicBezTo>
                  <a:lnTo>
                    <a:pt x="2090" y="6334"/>
                  </a:lnTo>
                  <a:lnTo>
                    <a:pt x="1330" y="7094"/>
                  </a:lnTo>
                  <a:cubicBezTo>
                    <a:pt x="1299" y="7126"/>
                    <a:pt x="1299" y="7221"/>
                    <a:pt x="1330" y="7253"/>
                  </a:cubicBezTo>
                  <a:lnTo>
                    <a:pt x="1742" y="7664"/>
                  </a:lnTo>
                  <a:cubicBezTo>
                    <a:pt x="1805" y="7728"/>
                    <a:pt x="1869" y="7728"/>
                    <a:pt x="1932" y="7664"/>
                  </a:cubicBezTo>
                  <a:close/>
                  <a:moveTo>
                    <a:pt x="4497" y="6651"/>
                  </a:moveTo>
                  <a:cubicBezTo>
                    <a:pt x="3325" y="6651"/>
                    <a:pt x="2375" y="5669"/>
                    <a:pt x="2375" y="4497"/>
                  </a:cubicBezTo>
                  <a:cubicBezTo>
                    <a:pt x="2375" y="3326"/>
                    <a:pt x="3325" y="2376"/>
                    <a:pt x="4497" y="2376"/>
                  </a:cubicBezTo>
                  <a:cubicBezTo>
                    <a:pt x="5701" y="2376"/>
                    <a:pt x="6651" y="3326"/>
                    <a:pt x="6651" y="4497"/>
                  </a:cubicBezTo>
                  <a:cubicBezTo>
                    <a:pt x="6651" y="5669"/>
                    <a:pt x="5701" y="6651"/>
                    <a:pt x="4497" y="6651"/>
                  </a:cubicBezTo>
                  <a:close/>
                  <a:moveTo>
                    <a:pt x="4497" y="2692"/>
                  </a:moveTo>
                  <a:cubicBezTo>
                    <a:pt x="3515" y="2692"/>
                    <a:pt x="2692" y="3516"/>
                    <a:pt x="2692" y="4497"/>
                  </a:cubicBezTo>
                  <a:cubicBezTo>
                    <a:pt x="2692" y="5511"/>
                    <a:pt x="3515" y="6334"/>
                    <a:pt x="4497" y="6334"/>
                  </a:cubicBezTo>
                  <a:cubicBezTo>
                    <a:pt x="5511" y="6334"/>
                    <a:pt x="6334" y="5511"/>
                    <a:pt x="6334" y="4497"/>
                  </a:cubicBezTo>
                  <a:cubicBezTo>
                    <a:pt x="6334" y="3516"/>
                    <a:pt x="5511" y="2692"/>
                    <a:pt x="4497" y="2692"/>
                  </a:cubicBez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8"/>
            <p:cNvSpPr/>
            <p:nvPr/>
          </p:nvSpPr>
          <p:spPr>
            <a:xfrm>
              <a:off x="3365425" y="2215000"/>
              <a:ext cx="25" cy="9525"/>
            </a:xfrm>
            <a:custGeom>
              <a:rect b="b" l="l" r="r" t="t"/>
              <a:pathLst>
                <a:path extrusionOk="0" fill="none" h="381" w="1">
                  <a:moveTo>
                    <a:pt x="1" y="0"/>
                  </a:move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8"/>
            <p:cNvSpPr/>
            <p:nvPr/>
          </p:nvSpPr>
          <p:spPr>
            <a:xfrm>
              <a:off x="3365425"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8"/>
            <p:cNvSpPr/>
            <p:nvPr/>
          </p:nvSpPr>
          <p:spPr>
            <a:xfrm>
              <a:off x="3365425"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8"/>
            <p:cNvSpPr/>
            <p:nvPr/>
          </p:nvSpPr>
          <p:spPr>
            <a:xfrm>
              <a:off x="3365425"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8"/>
            <p:cNvSpPr/>
            <p:nvPr/>
          </p:nvSpPr>
          <p:spPr>
            <a:xfrm>
              <a:off x="3366225" y="2215000"/>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8"/>
            <p:cNvSpPr/>
            <p:nvPr/>
          </p:nvSpPr>
          <p:spPr>
            <a:xfrm>
              <a:off x="3366225" y="2215000"/>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8"/>
            <p:cNvSpPr/>
            <p:nvPr/>
          </p:nvSpPr>
          <p:spPr>
            <a:xfrm>
              <a:off x="3366225" y="2215000"/>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8"/>
            <p:cNvSpPr/>
            <p:nvPr/>
          </p:nvSpPr>
          <p:spPr>
            <a:xfrm>
              <a:off x="3366225" y="2215000"/>
              <a:ext cx="825" cy="9525"/>
            </a:xfrm>
            <a:custGeom>
              <a:rect b="b" l="l" r="r" t="t"/>
              <a:pathLst>
                <a:path extrusionOk="0" fill="none" h="381" w="33">
                  <a:moveTo>
                    <a:pt x="0" y="0"/>
                  </a:moveTo>
                  <a:lnTo>
                    <a:pt x="32" y="0"/>
                  </a:lnTo>
                  <a:lnTo>
                    <a:pt x="32"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8"/>
            <p:cNvSpPr/>
            <p:nvPr/>
          </p:nvSpPr>
          <p:spPr>
            <a:xfrm>
              <a:off x="3367025" y="2215000"/>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8"/>
            <p:cNvSpPr/>
            <p:nvPr/>
          </p:nvSpPr>
          <p:spPr>
            <a:xfrm>
              <a:off x="3367025" y="2215000"/>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8"/>
            <p:cNvSpPr/>
            <p:nvPr/>
          </p:nvSpPr>
          <p:spPr>
            <a:xfrm>
              <a:off x="3367025" y="2215000"/>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8"/>
            <p:cNvSpPr/>
            <p:nvPr/>
          </p:nvSpPr>
          <p:spPr>
            <a:xfrm>
              <a:off x="3367800"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8"/>
            <p:cNvSpPr/>
            <p:nvPr/>
          </p:nvSpPr>
          <p:spPr>
            <a:xfrm>
              <a:off x="3367800"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8"/>
            <p:cNvSpPr/>
            <p:nvPr/>
          </p:nvSpPr>
          <p:spPr>
            <a:xfrm>
              <a:off x="3367800"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8"/>
            <p:cNvSpPr/>
            <p:nvPr/>
          </p:nvSpPr>
          <p:spPr>
            <a:xfrm>
              <a:off x="3367800" y="2215000"/>
              <a:ext cx="825" cy="9525"/>
            </a:xfrm>
            <a:custGeom>
              <a:rect b="b" l="l" r="r" t="t"/>
              <a:pathLst>
                <a:path extrusionOk="0" fill="none" h="381" w="33">
                  <a:moveTo>
                    <a:pt x="1" y="0"/>
                  </a:moveTo>
                  <a:lnTo>
                    <a:pt x="33" y="0"/>
                  </a:lnTo>
                  <a:lnTo>
                    <a:pt x="33"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8"/>
            <p:cNvSpPr/>
            <p:nvPr/>
          </p:nvSpPr>
          <p:spPr>
            <a:xfrm>
              <a:off x="3368600"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8"/>
            <p:cNvSpPr/>
            <p:nvPr/>
          </p:nvSpPr>
          <p:spPr>
            <a:xfrm>
              <a:off x="3368600"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8"/>
            <p:cNvSpPr/>
            <p:nvPr/>
          </p:nvSpPr>
          <p:spPr>
            <a:xfrm>
              <a:off x="3368600" y="2215000"/>
              <a:ext cx="825" cy="9525"/>
            </a:xfrm>
            <a:custGeom>
              <a:rect b="b" l="l" r="r" t="t"/>
              <a:pathLst>
                <a:path extrusionOk="0" fill="none" h="381" w="33">
                  <a:moveTo>
                    <a:pt x="1" y="0"/>
                  </a:moveTo>
                  <a:lnTo>
                    <a:pt x="32" y="0"/>
                  </a:lnTo>
                  <a:lnTo>
                    <a:pt x="32"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8"/>
            <p:cNvSpPr/>
            <p:nvPr/>
          </p:nvSpPr>
          <p:spPr>
            <a:xfrm>
              <a:off x="3369400" y="2215000"/>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8"/>
            <p:cNvSpPr/>
            <p:nvPr/>
          </p:nvSpPr>
          <p:spPr>
            <a:xfrm>
              <a:off x="3369400" y="2215000"/>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8"/>
            <p:cNvSpPr/>
            <p:nvPr/>
          </p:nvSpPr>
          <p:spPr>
            <a:xfrm>
              <a:off x="3369400" y="2215000"/>
              <a:ext cx="800" cy="9525"/>
            </a:xfrm>
            <a:custGeom>
              <a:rect b="b" l="l" r="r" t="t"/>
              <a:pathLst>
                <a:path extrusionOk="0" fill="none" h="381" w="32">
                  <a:moveTo>
                    <a:pt x="0" y="0"/>
                  </a:moveTo>
                  <a:lnTo>
                    <a:pt x="32" y="0"/>
                  </a:lnTo>
                  <a:lnTo>
                    <a:pt x="32"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8"/>
            <p:cNvSpPr/>
            <p:nvPr/>
          </p:nvSpPr>
          <p:spPr>
            <a:xfrm>
              <a:off x="3370175"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8"/>
            <p:cNvSpPr/>
            <p:nvPr/>
          </p:nvSpPr>
          <p:spPr>
            <a:xfrm>
              <a:off x="3370175"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8"/>
            <p:cNvSpPr/>
            <p:nvPr/>
          </p:nvSpPr>
          <p:spPr>
            <a:xfrm>
              <a:off x="3370175"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18"/>
            <p:cNvSpPr/>
            <p:nvPr/>
          </p:nvSpPr>
          <p:spPr>
            <a:xfrm>
              <a:off x="3370175" y="2215000"/>
              <a:ext cx="825" cy="9525"/>
            </a:xfrm>
            <a:custGeom>
              <a:rect b="b" l="l" r="r" t="t"/>
              <a:pathLst>
                <a:path extrusionOk="0" fill="none" h="381" w="33">
                  <a:moveTo>
                    <a:pt x="1" y="0"/>
                  </a:moveTo>
                  <a:lnTo>
                    <a:pt x="33" y="0"/>
                  </a:lnTo>
                  <a:lnTo>
                    <a:pt x="33"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18"/>
            <p:cNvSpPr/>
            <p:nvPr/>
          </p:nvSpPr>
          <p:spPr>
            <a:xfrm>
              <a:off x="3370975"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8"/>
            <p:cNvSpPr/>
            <p:nvPr/>
          </p:nvSpPr>
          <p:spPr>
            <a:xfrm>
              <a:off x="3370975"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8"/>
            <p:cNvSpPr/>
            <p:nvPr/>
          </p:nvSpPr>
          <p:spPr>
            <a:xfrm>
              <a:off x="3370975"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8"/>
            <p:cNvSpPr/>
            <p:nvPr/>
          </p:nvSpPr>
          <p:spPr>
            <a:xfrm>
              <a:off x="3371775" y="2215000"/>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8"/>
            <p:cNvSpPr/>
            <p:nvPr/>
          </p:nvSpPr>
          <p:spPr>
            <a:xfrm>
              <a:off x="3371775" y="2215000"/>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8"/>
            <p:cNvSpPr/>
            <p:nvPr/>
          </p:nvSpPr>
          <p:spPr>
            <a:xfrm>
              <a:off x="3371775" y="2215000"/>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8"/>
            <p:cNvSpPr/>
            <p:nvPr/>
          </p:nvSpPr>
          <p:spPr>
            <a:xfrm>
              <a:off x="3371775" y="2215000"/>
              <a:ext cx="800" cy="9525"/>
            </a:xfrm>
            <a:custGeom>
              <a:rect b="b" l="l" r="r" t="t"/>
              <a:pathLst>
                <a:path extrusionOk="0" fill="none" h="381" w="32">
                  <a:moveTo>
                    <a:pt x="0" y="0"/>
                  </a:moveTo>
                  <a:lnTo>
                    <a:pt x="32" y="0"/>
                  </a:lnTo>
                  <a:lnTo>
                    <a:pt x="32"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8"/>
            <p:cNvSpPr/>
            <p:nvPr/>
          </p:nvSpPr>
          <p:spPr>
            <a:xfrm>
              <a:off x="3372550"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18"/>
            <p:cNvSpPr/>
            <p:nvPr/>
          </p:nvSpPr>
          <p:spPr>
            <a:xfrm>
              <a:off x="3372550"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8"/>
            <p:cNvSpPr/>
            <p:nvPr/>
          </p:nvSpPr>
          <p:spPr>
            <a:xfrm>
              <a:off x="3372550" y="2215000"/>
              <a:ext cx="825" cy="9525"/>
            </a:xfrm>
            <a:custGeom>
              <a:rect b="b" l="l" r="r" t="t"/>
              <a:pathLst>
                <a:path extrusionOk="0" fill="none" h="381" w="33">
                  <a:moveTo>
                    <a:pt x="1" y="0"/>
                  </a:moveTo>
                  <a:lnTo>
                    <a:pt x="33" y="0"/>
                  </a:lnTo>
                  <a:lnTo>
                    <a:pt x="33"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8"/>
            <p:cNvSpPr/>
            <p:nvPr/>
          </p:nvSpPr>
          <p:spPr>
            <a:xfrm>
              <a:off x="3373350"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18"/>
            <p:cNvSpPr/>
            <p:nvPr/>
          </p:nvSpPr>
          <p:spPr>
            <a:xfrm>
              <a:off x="3373350" y="2215000"/>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8"/>
            <p:cNvSpPr/>
            <p:nvPr/>
          </p:nvSpPr>
          <p:spPr>
            <a:xfrm>
              <a:off x="3373350" y="2215000"/>
              <a:ext cx="825" cy="9525"/>
            </a:xfrm>
            <a:custGeom>
              <a:rect b="b" l="l" r="r" t="t"/>
              <a:pathLst>
                <a:path extrusionOk="0" fill="none" h="381" w="33">
                  <a:moveTo>
                    <a:pt x="1" y="0"/>
                  </a:moveTo>
                  <a:lnTo>
                    <a:pt x="32" y="0"/>
                  </a:lnTo>
                  <a:lnTo>
                    <a:pt x="32"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8"/>
            <p:cNvSpPr/>
            <p:nvPr/>
          </p:nvSpPr>
          <p:spPr>
            <a:xfrm>
              <a:off x="3373350" y="2215000"/>
              <a:ext cx="825" cy="9525"/>
            </a:xfrm>
            <a:custGeom>
              <a:rect b="b" l="l" r="r" t="t"/>
              <a:pathLst>
                <a:path extrusionOk="0" fill="none" h="381" w="33">
                  <a:moveTo>
                    <a:pt x="1" y="0"/>
                  </a:moveTo>
                  <a:lnTo>
                    <a:pt x="32" y="0"/>
                  </a:lnTo>
                  <a:lnTo>
                    <a:pt x="32"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8"/>
            <p:cNvSpPr/>
            <p:nvPr/>
          </p:nvSpPr>
          <p:spPr>
            <a:xfrm>
              <a:off x="3374150" y="2215000"/>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18"/>
            <p:cNvSpPr/>
            <p:nvPr/>
          </p:nvSpPr>
          <p:spPr>
            <a:xfrm>
              <a:off x="3374150" y="2215000"/>
              <a:ext cx="25" cy="9525"/>
            </a:xfrm>
            <a:custGeom>
              <a:rect b="b" l="l" r="r" t="t"/>
              <a:pathLst>
                <a:path extrusionOk="0" fill="none" h="381" w="1">
                  <a:moveTo>
                    <a:pt x="0" y="380"/>
                  </a:moveTo>
                  <a:lnTo>
                    <a:pt x="0" y="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8"/>
            <p:cNvSpPr/>
            <p:nvPr/>
          </p:nvSpPr>
          <p:spPr>
            <a:xfrm>
              <a:off x="3427200" y="2240325"/>
              <a:ext cx="0" cy="10325"/>
            </a:xfrm>
            <a:custGeom>
              <a:rect b="b" l="l" r="r" t="t"/>
              <a:pathLst>
                <a:path extrusionOk="0" fill="none" h="413" w="0">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8"/>
            <p:cNvSpPr/>
            <p:nvPr/>
          </p:nvSpPr>
          <p:spPr>
            <a:xfrm>
              <a:off x="3427200" y="2240325"/>
              <a:ext cx="800" cy="10325"/>
            </a:xfrm>
            <a:custGeom>
              <a:rect b="b" l="l" r="r" t="t"/>
              <a:pathLst>
                <a:path extrusionOk="0" fill="none" h="413" w="32">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8"/>
            <p:cNvSpPr/>
            <p:nvPr/>
          </p:nvSpPr>
          <p:spPr>
            <a:xfrm>
              <a:off x="3427200" y="2240325"/>
              <a:ext cx="800" cy="10325"/>
            </a:xfrm>
            <a:custGeom>
              <a:rect b="b" l="l" r="r" t="t"/>
              <a:pathLst>
                <a:path extrusionOk="0" fill="none" h="413" w="32">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8"/>
            <p:cNvSpPr/>
            <p:nvPr/>
          </p:nvSpPr>
          <p:spPr>
            <a:xfrm>
              <a:off x="3427975"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8"/>
            <p:cNvSpPr/>
            <p:nvPr/>
          </p:nvSpPr>
          <p:spPr>
            <a:xfrm>
              <a:off x="3427975"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8"/>
            <p:cNvSpPr/>
            <p:nvPr/>
          </p:nvSpPr>
          <p:spPr>
            <a:xfrm>
              <a:off x="3427975" y="2240325"/>
              <a:ext cx="825" cy="10325"/>
            </a:xfrm>
            <a:custGeom>
              <a:rect b="b" l="l" r="r" t="t"/>
              <a:pathLst>
                <a:path extrusionOk="0" fill="none" h="413" w="33">
                  <a:moveTo>
                    <a:pt x="1" y="1"/>
                  </a:moveTo>
                  <a:lnTo>
                    <a:pt x="32" y="1"/>
                  </a:lnTo>
                  <a:lnTo>
                    <a:pt x="32"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8"/>
            <p:cNvSpPr/>
            <p:nvPr/>
          </p:nvSpPr>
          <p:spPr>
            <a:xfrm>
              <a:off x="3428775"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8"/>
            <p:cNvSpPr/>
            <p:nvPr/>
          </p:nvSpPr>
          <p:spPr>
            <a:xfrm>
              <a:off x="3428775"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8"/>
            <p:cNvSpPr/>
            <p:nvPr/>
          </p:nvSpPr>
          <p:spPr>
            <a:xfrm>
              <a:off x="3428775" y="2240325"/>
              <a:ext cx="825" cy="10325"/>
            </a:xfrm>
            <a:custGeom>
              <a:rect b="b" l="l" r="r" t="t"/>
              <a:pathLst>
                <a:path extrusionOk="0" fill="none" h="413" w="33">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8"/>
            <p:cNvSpPr/>
            <p:nvPr/>
          </p:nvSpPr>
          <p:spPr>
            <a:xfrm>
              <a:off x="3429575"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8"/>
            <p:cNvSpPr/>
            <p:nvPr/>
          </p:nvSpPr>
          <p:spPr>
            <a:xfrm>
              <a:off x="3429575"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8"/>
            <p:cNvSpPr/>
            <p:nvPr/>
          </p:nvSpPr>
          <p:spPr>
            <a:xfrm>
              <a:off x="3429575"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8"/>
            <p:cNvSpPr/>
            <p:nvPr/>
          </p:nvSpPr>
          <p:spPr>
            <a:xfrm>
              <a:off x="3429575" y="2240325"/>
              <a:ext cx="800" cy="10325"/>
            </a:xfrm>
            <a:custGeom>
              <a:rect b="b" l="l" r="r" t="t"/>
              <a:pathLst>
                <a:path extrusionOk="0" fill="none" h="413" w="32">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8"/>
            <p:cNvSpPr/>
            <p:nvPr/>
          </p:nvSpPr>
          <p:spPr>
            <a:xfrm>
              <a:off x="3430350"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8"/>
            <p:cNvSpPr/>
            <p:nvPr/>
          </p:nvSpPr>
          <p:spPr>
            <a:xfrm>
              <a:off x="3430350"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8"/>
            <p:cNvSpPr/>
            <p:nvPr/>
          </p:nvSpPr>
          <p:spPr>
            <a:xfrm>
              <a:off x="3430350" y="2240325"/>
              <a:ext cx="825" cy="10325"/>
            </a:xfrm>
            <a:custGeom>
              <a:rect b="b" l="l" r="r" t="t"/>
              <a:pathLst>
                <a:path extrusionOk="0" fill="none" h="413" w="33">
                  <a:moveTo>
                    <a:pt x="1" y="1"/>
                  </a:moveTo>
                  <a:lnTo>
                    <a:pt x="32" y="1"/>
                  </a:lnTo>
                  <a:lnTo>
                    <a:pt x="32"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8"/>
            <p:cNvSpPr/>
            <p:nvPr/>
          </p:nvSpPr>
          <p:spPr>
            <a:xfrm>
              <a:off x="3431150"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8"/>
            <p:cNvSpPr/>
            <p:nvPr/>
          </p:nvSpPr>
          <p:spPr>
            <a:xfrm>
              <a:off x="3431150"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8"/>
            <p:cNvSpPr/>
            <p:nvPr/>
          </p:nvSpPr>
          <p:spPr>
            <a:xfrm>
              <a:off x="3431150" y="2240325"/>
              <a:ext cx="825" cy="10325"/>
            </a:xfrm>
            <a:custGeom>
              <a:rect b="b" l="l" r="r" t="t"/>
              <a:pathLst>
                <a:path extrusionOk="0" fill="none" h="413" w="33">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8"/>
            <p:cNvSpPr/>
            <p:nvPr/>
          </p:nvSpPr>
          <p:spPr>
            <a:xfrm>
              <a:off x="3431150" y="2240325"/>
              <a:ext cx="825" cy="10325"/>
            </a:xfrm>
            <a:custGeom>
              <a:rect b="b" l="l" r="r" t="t"/>
              <a:pathLst>
                <a:path extrusionOk="0" fill="none" h="413" w="33">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8"/>
            <p:cNvSpPr/>
            <p:nvPr/>
          </p:nvSpPr>
          <p:spPr>
            <a:xfrm>
              <a:off x="3431950"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8"/>
            <p:cNvSpPr/>
            <p:nvPr/>
          </p:nvSpPr>
          <p:spPr>
            <a:xfrm>
              <a:off x="3431950"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8"/>
            <p:cNvSpPr/>
            <p:nvPr/>
          </p:nvSpPr>
          <p:spPr>
            <a:xfrm>
              <a:off x="3431950" y="2240325"/>
              <a:ext cx="800" cy="10325"/>
            </a:xfrm>
            <a:custGeom>
              <a:rect b="b" l="l" r="r" t="t"/>
              <a:pathLst>
                <a:path extrusionOk="0" fill="none" h="413" w="32">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8"/>
            <p:cNvSpPr/>
            <p:nvPr/>
          </p:nvSpPr>
          <p:spPr>
            <a:xfrm>
              <a:off x="3432725"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8"/>
            <p:cNvSpPr/>
            <p:nvPr/>
          </p:nvSpPr>
          <p:spPr>
            <a:xfrm>
              <a:off x="3432725"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8"/>
            <p:cNvSpPr/>
            <p:nvPr/>
          </p:nvSpPr>
          <p:spPr>
            <a:xfrm>
              <a:off x="3432725" y="2240325"/>
              <a:ext cx="825" cy="10325"/>
            </a:xfrm>
            <a:custGeom>
              <a:rect b="b" l="l" r="r" t="t"/>
              <a:pathLst>
                <a:path extrusionOk="0" fill="none" h="413" w="33">
                  <a:moveTo>
                    <a:pt x="1" y="1"/>
                  </a:moveTo>
                  <a:lnTo>
                    <a:pt x="32" y="1"/>
                  </a:lnTo>
                  <a:lnTo>
                    <a:pt x="32"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8"/>
            <p:cNvSpPr/>
            <p:nvPr/>
          </p:nvSpPr>
          <p:spPr>
            <a:xfrm>
              <a:off x="3433525"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8"/>
            <p:cNvSpPr/>
            <p:nvPr/>
          </p:nvSpPr>
          <p:spPr>
            <a:xfrm>
              <a:off x="3433525"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8"/>
            <p:cNvSpPr/>
            <p:nvPr/>
          </p:nvSpPr>
          <p:spPr>
            <a:xfrm>
              <a:off x="3433525"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8"/>
            <p:cNvSpPr/>
            <p:nvPr/>
          </p:nvSpPr>
          <p:spPr>
            <a:xfrm>
              <a:off x="3434325"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18"/>
            <p:cNvSpPr/>
            <p:nvPr/>
          </p:nvSpPr>
          <p:spPr>
            <a:xfrm>
              <a:off x="3434325"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18"/>
            <p:cNvSpPr/>
            <p:nvPr/>
          </p:nvSpPr>
          <p:spPr>
            <a:xfrm>
              <a:off x="3434325"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8"/>
            <p:cNvSpPr/>
            <p:nvPr/>
          </p:nvSpPr>
          <p:spPr>
            <a:xfrm>
              <a:off x="3434325" y="2240325"/>
              <a:ext cx="800" cy="10325"/>
            </a:xfrm>
            <a:custGeom>
              <a:rect b="b" l="l" r="r" t="t"/>
              <a:pathLst>
                <a:path extrusionOk="0" fill="none" h="413" w="32">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8"/>
            <p:cNvSpPr/>
            <p:nvPr/>
          </p:nvSpPr>
          <p:spPr>
            <a:xfrm>
              <a:off x="3435100"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8"/>
            <p:cNvSpPr/>
            <p:nvPr/>
          </p:nvSpPr>
          <p:spPr>
            <a:xfrm>
              <a:off x="3435100"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18"/>
            <p:cNvSpPr/>
            <p:nvPr/>
          </p:nvSpPr>
          <p:spPr>
            <a:xfrm>
              <a:off x="3435100"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8"/>
            <p:cNvSpPr/>
            <p:nvPr/>
          </p:nvSpPr>
          <p:spPr>
            <a:xfrm>
              <a:off x="3435900"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18"/>
            <p:cNvSpPr/>
            <p:nvPr/>
          </p:nvSpPr>
          <p:spPr>
            <a:xfrm>
              <a:off x="3435900"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8"/>
            <p:cNvSpPr/>
            <p:nvPr/>
          </p:nvSpPr>
          <p:spPr>
            <a:xfrm>
              <a:off x="3435900"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8"/>
            <p:cNvSpPr/>
            <p:nvPr/>
          </p:nvSpPr>
          <p:spPr>
            <a:xfrm>
              <a:off x="3436700"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8"/>
            <p:cNvSpPr/>
            <p:nvPr/>
          </p:nvSpPr>
          <p:spPr>
            <a:xfrm>
              <a:off x="3436700"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8"/>
            <p:cNvSpPr/>
            <p:nvPr/>
          </p:nvSpPr>
          <p:spPr>
            <a:xfrm>
              <a:off x="3453325" y="2303675"/>
              <a:ext cx="25" cy="8725"/>
            </a:xfrm>
            <a:custGeom>
              <a:rect b="b" l="l" r="r" t="t"/>
              <a:pathLst>
                <a:path extrusionOk="0" fill="none" h="349" w="1">
                  <a:moveTo>
                    <a:pt x="0" y="0"/>
                  </a:moveTo>
                  <a:lnTo>
                    <a:pt x="0" y="348"/>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8"/>
            <p:cNvSpPr/>
            <p:nvPr/>
          </p:nvSpPr>
          <p:spPr>
            <a:xfrm>
              <a:off x="3453325"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8"/>
            <p:cNvSpPr/>
            <p:nvPr/>
          </p:nvSpPr>
          <p:spPr>
            <a:xfrm>
              <a:off x="3453325"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8"/>
            <p:cNvSpPr/>
            <p:nvPr/>
          </p:nvSpPr>
          <p:spPr>
            <a:xfrm>
              <a:off x="3453325" y="2302875"/>
              <a:ext cx="800" cy="9525"/>
            </a:xfrm>
            <a:custGeom>
              <a:rect b="b" l="l" r="r" t="t"/>
              <a:pathLst>
                <a:path extrusionOk="0" fill="none" h="381" w="32">
                  <a:moveTo>
                    <a:pt x="0" y="0"/>
                  </a:moveTo>
                  <a:lnTo>
                    <a:pt x="32" y="0"/>
                  </a:lnTo>
                  <a:lnTo>
                    <a:pt x="32"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8"/>
            <p:cNvSpPr/>
            <p:nvPr/>
          </p:nvSpPr>
          <p:spPr>
            <a:xfrm>
              <a:off x="3454100"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8"/>
            <p:cNvSpPr/>
            <p:nvPr/>
          </p:nvSpPr>
          <p:spPr>
            <a:xfrm>
              <a:off x="3454100"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8"/>
            <p:cNvSpPr/>
            <p:nvPr/>
          </p:nvSpPr>
          <p:spPr>
            <a:xfrm>
              <a:off x="3454100" y="2302875"/>
              <a:ext cx="825" cy="9525"/>
            </a:xfrm>
            <a:custGeom>
              <a:rect b="b" l="l" r="r" t="t"/>
              <a:pathLst>
                <a:path extrusionOk="0" fill="none" h="381" w="33">
                  <a:moveTo>
                    <a:pt x="1" y="0"/>
                  </a:moveTo>
                  <a:lnTo>
                    <a:pt x="32" y="0"/>
                  </a:lnTo>
                  <a:lnTo>
                    <a:pt x="32"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8"/>
            <p:cNvSpPr/>
            <p:nvPr/>
          </p:nvSpPr>
          <p:spPr>
            <a:xfrm>
              <a:off x="3454900"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8"/>
            <p:cNvSpPr/>
            <p:nvPr/>
          </p:nvSpPr>
          <p:spPr>
            <a:xfrm>
              <a:off x="3454900"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8"/>
            <p:cNvSpPr/>
            <p:nvPr/>
          </p:nvSpPr>
          <p:spPr>
            <a:xfrm>
              <a:off x="3454900"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8"/>
            <p:cNvSpPr/>
            <p:nvPr/>
          </p:nvSpPr>
          <p:spPr>
            <a:xfrm>
              <a:off x="3454900" y="2302875"/>
              <a:ext cx="825" cy="9525"/>
            </a:xfrm>
            <a:custGeom>
              <a:rect b="b" l="l" r="r" t="t"/>
              <a:pathLst>
                <a:path extrusionOk="0" fill="none" h="381" w="33">
                  <a:moveTo>
                    <a:pt x="0" y="0"/>
                  </a:moveTo>
                  <a:lnTo>
                    <a:pt x="32" y="0"/>
                  </a:lnTo>
                  <a:lnTo>
                    <a:pt x="32"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8"/>
            <p:cNvSpPr/>
            <p:nvPr/>
          </p:nvSpPr>
          <p:spPr>
            <a:xfrm>
              <a:off x="3455700"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8"/>
            <p:cNvSpPr/>
            <p:nvPr/>
          </p:nvSpPr>
          <p:spPr>
            <a:xfrm>
              <a:off x="3455700"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8"/>
            <p:cNvSpPr/>
            <p:nvPr/>
          </p:nvSpPr>
          <p:spPr>
            <a:xfrm>
              <a:off x="3455700" y="2302875"/>
              <a:ext cx="800" cy="9525"/>
            </a:xfrm>
            <a:custGeom>
              <a:rect b="b" l="l" r="r" t="t"/>
              <a:pathLst>
                <a:path extrusionOk="0" fill="none" h="381" w="32">
                  <a:moveTo>
                    <a:pt x="0" y="0"/>
                  </a:moveTo>
                  <a:lnTo>
                    <a:pt x="32" y="0"/>
                  </a:lnTo>
                  <a:lnTo>
                    <a:pt x="32"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8"/>
            <p:cNvSpPr/>
            <p:nvPr/>
          </p:nvSpPr>
          <p:spPr>
            <a:xfrm>
              <a:off x="3456475"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8"/>
            <p:cNvSpPr/>
            <p:nvPr/>
          </p:nvSpPr>
          <p:spPr>
            <a:xfrm>
              <a:off x="3456475"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8"/>
            <p:cNvSpPr/>
            <p:nvPr/>
          </p:nvSpPr>
          <p:spPr>
            <a:xfrm>
              <a:off x="3456475" y="2302875"/>
              <a:ext cx="825" cy="9525"/>
            </a:xfrm>
            <a:custGeom>
              <a:rect b="b" l="l" r="r" t="t"/>
              <a:pathLst>
                <a:path extrusionOk="0" fill="none" h="381" w="33">
                  <a:moveTo>
                    <a:pt x="1" y="0"/>
                  </a:moveTo>
                  <a:lnTo>
                    <a:pt x="32" y="0"/>
                  </a:lnTo>
                  <a:lnTo>
                    <a:pt x="32"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8"/>
            <p:cNvSpPr/>
            <p:nvPr/>
          </p:nvSpPr>
          <p:spPr>
            <a:xfrm>
              <a:off x="3456475" y="2302875"/>
              <a:ext cx="825" cy="9525"/>
            </a:xfrm>
            <a:custGeom>
              <a:rect b="b" l="l" r="r" t="t"/>
              <a:pathLst>
                <a:path extrusionOk="0" fill="none" h="381" w="33">
                  <a:moveTo>
                    <a:pt x="1" y="0"/>
                  </a:moveTo>
                  <a:lnTo>
                    <a:pt x="32" y="0"/>
                  </a:lnTo>
                  <a:lnTo>
                    <a:pt x="32"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8"/>
            <p:cNvSpPr/>
            <p:nvPr/>
          </p:nvSpPr>
          <p:spPr>
            <a:xfrm>
              <a:off x="3457275"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8"/>
            <p:cNvSpPr/>
            <p:nvPr/>
          </p:nvSpPr>
          <p:spPr>
            <a:xfrm>
              <a:off x="3457275"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8"/>
            <p:cNvSpPr/>
            <p:nvPr/>
          </p:nvSpPr>
          <p:spPr>
            <a:xfrm>
              <a:off x="3457275" y="2302875"/>
              <a:ext cx="825" cy="9525"/>
            </a:xfrm>
            <a:custGeom>
              <a:rect b="b" l="l" r="r" t="t"/>
              <a:pathLst>
                <a:path extrusionOk="0" fill="none" h="381" w="33">
                  <a:moveTo>
                    <a:pt x="0" y="0"/>
                  </a:moveTo>
                  <a:lnTo>
                    <a:pt x="32" y="0"/>
                  </a:lnTo>
                  <a:lnTo>
                    <a:pt x="32"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18"/>
            <p:cNvSpPr/>
            <p:nvPr/>
          </p:nvSpPr>
          <p:spPr>
            <a:xfrm>
              <a:off x="3458075"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18"/>
            <p:cNvSpPr/>
            <p:nvPr/>
          </p:nvSpPr>
          <p:spPr>
            <a:xfrm>
              <a:off x="3458075"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8"/>
            <p:cNvSpPr/>
            <p:nvPr/>
          </p:nvSpPr>
          <p:spPr>
            <a:xfrm>
              <a:off x="3458075" y="2302875"/>
              <a:ext cx="800" cy="9525"/>
            </a:xfrm>
            <a:custGeom>
              <a:rect b="b" l="l" r="r" t="t"/>
              <a:pathLst>
                <a:path extrusionOk="0" fill="none" h="381" w="32">
                  <a:moveTo>
                    <a:pt x="0" y="0"/>
                  </a:moveTo>
                  <a:lnTo>
                    <a:pt x="32" y="0"/>
                  </a:lnTo>
                  <a:lnTo>
                    <a:pt x="32"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18"/>
            <p:cNvSpPr/>
            <p:nvPr/>
          </p:nvSpPr>
          <p:spPr>
            <a:xfrm>
              <a:off x="3458850"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8"/>
            <p:cNvSpPr/>
            <p:nvPr/>
          </p:nvSpPr>
          <p:spPr>
            <a:xfrm>
              <a:off x="3458850"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18"/>
            <p:cNvSpPr/>
            <p:nvPr/>
          </p:nvSpPr>
          <p:spPr>
            <a:xfrm>
              <a:off x="3458850"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8"/>
            <p:cNvSpPr/>
            <p:nvPr/>
          </p:nvSpPr>
          <p:spPr>
            <a:xfrm>
              <a:off x="3459650"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8"/>
            <p:cNvSpPr/>
            <p:nvPr/>
          </p:nvSpPr>
          <p:spPr>
            <a:xfrm>
              <a:off x="3459650"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18"/>
            <p:cNvSpPr/>
            <p:nvPr/>
          </p:nvSpPr>
          <p:spPr>
            <a:xfrm>
              <a:off x="3459650"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8"/>
            <p:cNvSpPr/>
            <p:nvPr/>
          </p:nvSpPr>
          <p:spPr>
            <a:xfrm>
              <a:off x="3459650" y="2302875"/>
              <a:ext cx="825" cy="9525"/>
            </a:xfrm>
            <a:custGeom>
              <a:rect b="b" l="l" r="r" t="t"/>
              <a:pathLst>
                <a:path extrusionOk="0" fill="none" h="381" w="33">
                  <a:moveTo>
                    <a:pt x="0" y="0"/>
                  </a:moveTo>
                  <a:lnTo>
                    <a:pt x="32" y="0"/>
                  </a:lnTo>
                  <a:lnTo>
                    <a:pt x="32"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18"/>
            <p:cNvSpPr/>
            <p:nvPr/>
          </p:nvSpPr>
          <p:spPr>
            <a:xfrm>
              <a:off x="3460450"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18"/>
            <p:cNvSpPr/>
            <p:nvPr/>
          </p:nvSpPr>
          <p:spPr>
            <a:xfrm>
              <a:off x="3460450"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8"/>
            <p:cNvSpPr/>
            <p:nvPr/>
          </p:nvSpPr>
          <p:spPr>
            <a:xfrm>
              <a:off x="3460450"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8"/>
            <p:cNvSpPr/>
            <p:nvPr/>
          </p:nvSpPr>
          <p:spPr>
            <a:xfrm>
              <a:off x="3461225"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18"/>
            <p:cNvSpPr/>
            <p:nvPr/>
          </p:nvSpPr>
          <p:spPr>
            <a:xfrm>
              <a:off x="3461225"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8"/>
            <p:cNvSpPr/>
            <p:nvPr/>
          </p:nvSpPr>
          <p:spPr>
            <a:xfrm>
              <a:off x="3461225"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18"/>
            <p:cNvSpPr/>
            <p:nvPr/>
          </p:nvSpPr>
          <p:spPr>
            <a:xfrm>
              <a:off x="3462025"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18"/>
            <p:cNvSpPr/>
            <p:nvPr/>
          </p:nvSpPr>
          <p:spPr>
            <a:xfrm>
              <a:off x="3462025"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8"/>
            <p:cNvSpPr/>
            <p:nvPr/>
          </p:nvSpPr>
          <p:spPr>
            <a:xfrm>
              <a:off x="3462025"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18"/>
            <p:cNvSpPr/>
            <p:nvPr/>
          </p:nvSpPr>
          <p:spPr>
            <a:xfrm>
              <a:off x="3462025" y="2302875"/>
              <a:ext cx="25" cy="9525"/>
            </a:xfrm>
            <a:custGeom>
              <a:rect b="b" l="l" r="r" t="t"/>
              <a:pathLst>
                <a:path extrusionOk="0" fill="none" h="381" w="1">
                  <a:moveTo>
                    <a:pt x="0" y="380"/>
                  </a:moveTo>
                  <a:lnTo>
                    <a:pt x="0" y="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8"/>
            <p:cNvSpPr/>
            <p:nvPr/>
          </p:nvSpPr>
          <p:spPr>
            <a:xfrm>
              <a:off x="3427200" y="2364625"/>
              <a:ext cx="0" cy="10325"/>
            </a:xfrm>
            <a:custGeom>
              <a:rect b="b" l="l" r="r" t="t"/>
              <a:pathLst>
                <a:path extrusionOk="0" fill="none" h="413" w="0">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18"/>
            <p:cNvSpPr/>
            <p:nvPr/>
          </p:nvSpPr>
          <p:spPr>
            <a:xfrm>
              <a:off x="3427200" y="2364625"/>
              <a:ext cx="800" cy="10325"/>
            </a:xfrm>
            <a:custGeom>
              <a:rect b="b" l="l" r="r" t="t"/>
              <a:pathLst>
                <a:path extrusionOk="0" fill="none" h="413" w="32">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8"/>
            <p:cNvSpPr/>
            <p:nvPr/>
          </p:nvSpPr>
          <p:spPr>
            <a:xfrm>
              <a:off x="3427200" y="2364625"/>
              <a:ext cx="800" cy="10325"/>
            </a:xfrm>
            <a:custGeom>
              <a:rect b="b" l="l" r="r" t="t"/>
              <a:pathLst>
                <a:path extrusionOk="0" fill="none" h="413" w="32">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8"/>
            <p:cNvSpPr/>
            <p:nvPr/>
          </p:nvSpPr>
          <p:spPr>
            <a:xfrm>
              <a:off x="3427975"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18"/>
            <p:cNvSpPr/>
            <p:nvPr/>
          </p:nvSpPr>
          <p:spPr>
            <a:xfrm>
              <a:off x="3427975"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8"/>
            <p:cNvSpPr/>
            <p:nvPr/>
          </p:nvSpPr>
          <p:spPr>
            <a:xfrm>
              <a:off x="3427975" y="2364625"/>
              <a:ext cx="825" cy="10325"/>
            </a:xfrm>
            <a:custGeom>
              <a:rect b="b" l="l" r="r" t="t"/>
              <a:pathLst>
                <a:path extrusionOk="0" fill="none" h="413" w="33">
                  <a:moveTo>
                    <a:pt x="1" y="1"/>
                  </a:moveTo>
                  <a:lnTo>
                    <a:pt x="32" y="1"/>
                  </a:lnTo>
                  <a:lnTo>
                    <a:pt x="32"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8"/>
            <p:cNvSpPr/>
            <p:nvPr/>
          </p:nvSpPr>
          <p:spPr>
            <a:xfrm>
              <a:off x="3428775"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18"/>
            <p:cNvSpPr/>
            <p:nvPr/>
          </p:nvSpPr>
          <p:spPr>
            <a:xfrm>
              <a:off x="3428775"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8"/>
            <p:cNvSpPr/>
            <p:nvPr/>
          </p:nvSpPr>
          <p:spPr>
            <a:xfrm>
              <a:off x="3428775" y="2364625"/>
              <a:ext cx="825" cy="10325"/>
            </a:xfrm>
            <a:custGeom>
              <a:rect b="b" l="l" r="r" t="t"/>
              <a:pathLst>
                <a:path extrusionOk="0" fill="none" h="413" w="33">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8"/>
            <p:cNvSpPr/>
            <p:nvPr/>
          </p:nvSpPr>
          <p:spPr>
            <a:xfrm>
              <a:off x="3429575"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8"/>
            <p:cNvSpPr/>
            <p:nvPr/>
          </p:nvSpPr>
          <p:spPr>
            <a:xfrm>
              <a:off x="3429575"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18"/>
            <p:cNvSpPr/>
            <p:nvPr/>
          </p:nvSpPr>
          <p:spPr>
            <a:xfrm>
              <a:off x="3429575"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8"/>
            <p:cNvSpPr/>
            <p:nvPr/>
          </p:nvSpPr>
          <p:spPr>
            <a:xfrm>
              <a:off x="3429575" y="2364625"/>
              <a:ext cx="800" cy="10325"/>
            </a:xfrm>
            <a:custGeom>
              <a:rect b="b" l="l" r="r" t="t"/>
              <a:pathLst>
                <a:path extrusionOk="0" fill="none" h="413" w="32">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18"/>
            <p:cNvSpPr/>
            <p:nvPr/>
          </p:nvSpPr>
          <p:spPr>
            <a:xfrm>
              <a:off x="3430350"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8"/>
            <p:cNvSpPr/>
            <p:nvPr/>
          </p:nvSpPr>
          <p:spPr>
            <a:xfrm>
              <a:off x="3430350"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8"/>
            <p:cNvSpPr/>
            <p:nvPr/>
          </p:nvSpPr>
          <p:spPr>
            <a:xfrm>
              <a:off x="3430350" y="2364625"/>
              <a:ext cx="825" cy="10325"/>
            </a:xfrm>
            <a:custGeom>
              <a:rect b="b" l="l" r="r" t="t"/>
              <a:pathLst>
                <a:path extrusionOk="0" fill="none" h="413" w="33">
                  <a:moveTo>
                    <a:pt x="1" y="1"/>
                  </a:moveTo>
                  <a:lnTo>
                    <a:pt x="32" y="1"/>
                  </a:lnTo>
                  <a:lnTo>
                    <a:pt x="32"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8"/>
            <p:cNvSpPr/>
            <p:nvPr/>
          </p:nvSpPr>
          <p:spPr>
            <a:xfrm>
              <a:off x="3431150"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8"/>
            <p:cNvSpPr/>
            <p:nvPr/>
          </p:nvSpPr>
          <p:spPr>
            <a:xfrm>
              <a:off x="3431150"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18"/>
            <p:cNvSpPr/>
            <p:nvPr/>
          </p:nvSpPr>
          <p:spPr>
            <a:xfrm>
              <a:off x="3431150" y="2364625"/>
              <a:ext cx="825" cy="10325"/>
            </a:xfrm>
            <a:custGeom>
              <a:rect b="b" l="l" r="r" t="t"/>
              <a:pathLst>
                <a:path extrusionOk="0" fill="none" h="413" w="33">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18"/>
            <p:cNvSpPr/>
            <p:nvPr/>
          </p:nvSpPr>
          <p:spPr>
            <a:xfrm>
              <a:off x="3431150" y="2364625"/>
              <a:ext cx="825" cy="10325"/>
            </a:xfrm>
            <a:custGeom>
              <a:rect b="b" l="l" r="r" t="t"/>
              <a:pathLst>
                <a:path extrusionOk="0" fill="none" h="413" w="33">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18"/>
            <p:cNvSpPr/>
            <p:nvPr/>
          </p:nvSpPr>
          <p:spPr>
            <a:xfrm>
              <a:off x="3431950"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8"/>
            <p:cNvSpPr/>
            <p:nvPr/>
          </p:nvSpPr>
          <p:spPr>
            <a:xfrm>
              <a:off x="3431950"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18"/>
            <p:cNvSpPr/>
            <p:nvPr/>
          </p:nvSpPr>
          <p:spPr>
            <a:xfrm>
              <a:off x="3431950" y="2364625"/>
              <a:ext cx="800" cy="10325"/>
            </a:xfrm>
            <a:custGeom>
              <a:rect b="b" l="l" r="r" t="t"/>
              <a:pathLst>
                <a:path extrusionOk="0" fill="none" h="413" w="32">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18"/>
            <p:cNvSpPr/>
            <p:nvPr/>
          </p:nvSpPr>
          <p:spPr>
            <a:xfrm>
              <a:off x="3432725"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8"/>
            <p:cNvSpPr/>
            <p:nvPr/>
          </p:nvSpPr>
          <p:spPr>
            <a:xfrm>
              <a:off x="3432725"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18"/>
            <p:cNvSpPr/>
            <p:nvPr/>
          </p:nvSpPr>
          <p:spPr>
            <a:xfrm>
              <a:off x="3432725" y="2364625"/>
              <a:ext cx="825" cy="10325"/>
            </a:xfrm>
            <a:custGeom>
              <a:rect b="b" l="l" r="r" t="t"/>
              <a:pathLst>
                <a:path extrusionOk="0" fill="none" h="413" w="33">
                  <a:moveTo>
                    <a:pt x="1" y="1"/>
                  </a:moveTo>
                  <a:lnTo>
                    <a:pt x="32" y="1"/>
                  </a:lnTo>
                  <a:lnTo>
                    <a:pt x="32"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18"/>
            <p:cNvSpPr/>
            <p:nvPr/>
          </p:nvSpPr>
          <p:spPr>
            <a:xfrm>
              <a:off x="3433525"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8"/>
            <p:cNvSpPr/>
            <p:nvPr/>
          </p:nvSpPr>
          <p:spPr>
            <a:xfrm>
              <a:off x="3433525"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18"/>
            <p:cNvSpPr/>
            <p:nvPr/>
          </p:nvSpPr>
          <p:spPr>
            <a:xfrm>
              <a:off x="3433525"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18"/>
            <p:cNvSpPr/>
            <p:nvPr/>
          </p:nvSpPr>
          <p:spPr>
            <a:xfrm>
              <a:off x="3434325"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18"/>
            <p:cNvSpPr/>
            <p:nvPr/>
          </p:nvSpPr>
          <p:spPr>
            <a:xfrm>
              <a:off x="3434325"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8"/>
            <p:cNvSpPr/>
            <p:nvPr/>
          </p:nvSpPr>
          <p:spPr>
            <a:xfrm>
              <a:off x="3434325"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18"/>
            <p:cNvSpPr/>
            <p:nvPr/>
          </p:nvSpPr>
          <p:spPr>
            <a:xfrm>
              <a:off x="3434325" y="2364625"/>
              <a:ext cx="800" cy="10325"/>
            </a:xfrm>
            <a:custGeom>
              <a:rect b="b" l="l" r="r" t="t"/>
              <a:pathLst>
                <a:path extrusionOk="0" fill="none" h="413" w="32">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18"/>
            <p:cNvSpPr/>
            <p:nvPr/>
          </p:nvSpPr>
          <p:spPr>
            <a:xfrm>
              <a:off x="3435100"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18"/>
            <p:cNvSpPr/>
            <p:nvPr/>
          </p:nvSpPr>
          <p:spPr>
            <a:xfrm>
              <a:off x="3435100"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18"/>
            <p:cNvSpPr/>
            <p:nvPr/>
          </p:nvSpPr>
          <p:spPr>
            <a:xfrm>
              <a:off x="3435100"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8"/>
            <p:cNvSpPr/>
            <p:nvPr/>
          </p:nvSpPr>
          <p:spPr>
            <a:xfrm>
              <a:off x="3435900"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18"/>
            <p:cNvSpPr/>
            <p:nvPr/>
          </p:nvSpPr>
          <p:spPr>
            <a:xfrm>
              <a:off x="3435900"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8"/>
            <p:cNvSpPr/>
            <p:nvPr/>
          </p:nvSpPr>
          <p:spPr>
            <a:xfrm>
              <a:off x="3435900"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8"/>
            <p:cNvSpPr/>
            <p:nvPr/>
          </p:nvSpPr>
          <p:spPr>
            <a:xfrm>
              <a:off x="3436700"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18"/>
            <p:cNvSpPr/>
            <p:nvPr/>
          </p:nvSpPr>
          <p:spPr>
            <a:xfrm>
              <a:off x="3436700"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18"/>
            <p:cNvSpPr/>
            <p:nvPr/>
          </p:nvSpPr>
          <p:spPr>
            <a:xfrm>
              <a:off x="3365425" y="2391550"/>
              <a:ext cx="25" cy="8725"/>
            </a:xfrm>
            <a:custGeom>
              <a:rect b="b" l="l" r="r" t="t"/>
              <a:pathLst>
                <a:path extrusionOk="0" fill="none" h="349" w="1">
                  <a:moveTo>
                    <a:pt x="1" y="0"/>
                  </a:move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18"/>
            <p:cNvSpPr/>
            <p:nvPr/>
          </p:nvSpPr>
          <p:spPr>
            <a:xfrm>
              <a:off x="3365425"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8"/>
            <p:cNvSpPr/>
            <p:nvPr/>
          </p:nvSpPr>
          <p:spPr>
            <a:xfrm>
              <a:off x="3365425"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18"/>
            <p:cNvSpPr/>
            <p:nvPr/>
          </p:nvSpPr>
          <p:spPr>
            <a:xfrm>
              <a:off x="3365425"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8"/>
            <p:cNvSpPr/>
            <p:nvPr/>
          </p:nvSpPr>
          <p:spPr>
            <a:xfrm>
              <a:off x="3366225" y="2391550"/>
              <a:ext cx="25" cy="8725"/>
            </a:xfrm>
            <a:custGeom>
              <a:rect b="b" l="l" r="r" t="t"/>
              <a:pathLst>
                <a:path extrusionOk="0" fill="none" h="349" w="1">
                  <a:moveTo>
                    <a:pt x="0" y="0"/>
                  </a:moveTo>
                  <a:lnTo>
                    <a:pt x="0" y="0"/>
                  </a:lnTo>
                  <a:lnTo>
                    <a:pt x="0" y="349"/>
                  </a:lnTo>
                  <a:lnTo>
                    <a:pt x="0"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18"/>
            <p:cNvSpPr/>
            <p:nvPr/>
          </p:nvSpPr>
          <p:spPr>
            <a:xfrm>
              <a:off x="3366225" y="2391550"/>
              <a:ext cx="25" cy="8725"/>
            </a:xfrm>
            <a:custGeom>
              <a:rect b="b" l="l" r="r" t="t"/>
              <a:pathLst>
                <a:path extrusionOk="0" fill="none" h="349" w="1">
                  <a:moveTo>
                    <a:pt x="0" y="0"/>
                  </a:moveTo>
                  <a:lnTo>
                    <a:pt x="0" y="0"/>
                  </a:lnTo>
                  <a:lnTo>
                    <a:pt x="0" y="349"/>
                  </a:lnTo>
                  <a:lnTo>
                    <a:pt x="0"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18"/>
            <p:cNvSpPr/>
            <p:nvPr/>
          </p:nvSpPr>
          <p:spPr>
            <a:xfrm>
              <a:off x="3366225" y="2391550"/>
              <a:ext cx="25" cy="8725"/>
            </a:xfrm>
            <a:custGeom>
              <a:rect b="b" l="l" r="r" t="t"/>
              <a:pathLst>
                <a:path extrusionOk="0" fill="none" h="349" w="1">
                  <a:moveTo>
                    <a:pt x="0" y="0"/>
                  </a:moveTo>
                  <a:lnTo>
                    <a:pt x="0" y="0"/>
                  </a:lnTo>
                  <a:lnTo>
                    <a:pt x="0" y="349"/>
                  </a:lnTo>
                  <a:lnTo>
                    <a:pt x="0"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18"/>
            <p:cNvSpPr/>
            <p:nvPr/>
          </p:nvSpPr>
          <p:spPr>
            <a:xfrm>
              <a:off x="3366225" y="2391550"/>
              <a:ext cx="825" cy="8725"/>
            </a:xfrm>
            <a:custGeom>
              <a:rect b="b" l="l" r="r" t="t"/>
              <a:pathLst>
                <a:path extrusionOk="0" fill="none" h="349" w="33">
                  <a:moveTo>
                    <a:pt x="0" y="0"/>
                  </a:moveTo>
                  <a:lnTo>
                    <a:pt x="32" y="0"/>
                  </a:lnTo>
                  <a:lnTo>
                    <a:pt x="32" y="349"/>
                  </a:lnTo>
                  <a:lnTo>
                    <a:pt x="0"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8"/>
            <p:cNvSpPr/>
            <p:nvPr/>
          </p:nvSpPr>
          <p:spPr>
            <a:xfrm>
              <a:off x="3367025" y="2391550"/>
              <a:ext cx="25" cy="8725"/>
            </a:xfrm>
            <a:custGeom>
              <a:rect b="b" l="l" r="r" t="t"/>
              <a:pathLst>
                <a:path extrusionOk="0" fill="none" h="349" w="1">
                  <a:moveTo>
                    <a:pt x="0" y="0"/>
                  </a:moveTo>
                  <a:lnTo>
                    <a:pt x="0" y="0"/>
                  </a:lnTo>
                  <a:lnTo>
                    <a:pt x="0" y="349"/>
                  </a:lnTo>
                  <a:lnTo>
                    <a:pt x="0"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18"/>
            <p:cNvSpPr/>
            <p:nvPr/>
          </p:nvSpPr>
          <p:spPr>
            <a:xfrm>
              <a:off x="3367025" y="2391550"/>
              <a:ext cx="25" cy="8725"/>
            </a:xfrm>
            <a:custGeom>
              <a:rect b="b" l="l" r="r" t="t"/>
              <a:pathLst>
                <a:path extrusionOk="0" fill="none" h="349" w="1">
                  <a:moveTo>
                    <a:pt x="0" y="0"/>
                  </a:moveTo>
                  <a:lnTo>
                    <a:pt x="0" y="0"/>
                  </a:lnTo>
                  <a:lnTo>
                    <a:pt x="0" y="349"/>
                  </a:lnTo>
                  <a:lnTo>
                    <a:pt x="0"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18"/>
            <p:cNvSpPr/>
            <p:nvPr/>
          </p:nvSpPr>
          <p:spPr>
            <a:xfrm>
              <a:off x="3367025" y="2391550"/>
              <a:ext cx="25" cy="8725"/>
            </a:xfrm>
            <a:custGeom>
              <a:rect b="b" l="l" r="r" t="t"/>
              <a:pathLst>
                <a:path extrusionOk="0" fill="none" h="349" w="1">
                  <a:moveTo>
                    <a:pt x="0" y="0"/>
                  </a:moveTo>
                  <a:lnTo>
                    <a:pt x="0" y="0"/>
                  </a:lnTo>
                  <a:lnTo>
                    <a:pt x="0" y="349"/>
                  </a:lnTo>
                  <a:lnTo>
                    <a:pt x="0"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18"/>
            <p:cNvSpPr/>
            <p:nvPr/>
          </p:nvSpPr>
          <p:spPr>
            <a:xfrm>
              <a:off x="3367800"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18"/>
            <p:cNvSpPr/>
            <p:nvPr/>
          </p:nvSpPr>
          <p:spPr>
            <a:xfrm>
              <a:off x="3367800"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18"/>
            <p:cNvSpPr/>
            <p:nvPr/>
          </p:nvSpPr>
          <p:spPr>
            <a:xfrm>
              <a:off x="3367800"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18"/>
            <p:cNvSpPr/>
            <p:nvPr/>
          </p:nvSpPr>
          <p:spPr>
            <a:xfrm>
              <a:off x="3367800" y="2391550"/>
              <a:ext cx="825" cy="8725"/>
            </a:xfrm>
            <a:custGeom>
              <a:rect b="b" l="l" r="r" t="t"/>
              <a:pathLst>
                <a:path extrusionOk="0" fill="none" h="349" w="33">
                  <a:moveTo>
                    <a:pt x="1" y="0"/>
                  </a:moveTo>
                  <a:lnTo>
                    <a:pt x="33" y="0"/>
                  </a:lnTo>
                  <a:lnTo>
                    <a:pt x="33"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18"/>
            <p:cNvSpPr/>
            <p:nvPr/>
          </p:nvSpPr>
          <p:spPr>
            <a:xfrm>
              <a:off x="3368600"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18"/>
            <p:cNvSpPr/>
            <p:nvPr/>
          </p:nvSpPr>
          <p:spPr>
            <a:xfrm>
              <a:off x="3368600"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18"/>
            <p:cNvSpPr/>
            <p:nvPr/>
          </p:nvSpPr>
          <p:spPr>
            <a:xfrm>
              <a:off x="3368600" y="2391550"/>
              <a:ext cx="825" cy="8725"/>
            </a:xfrm>
            <a:custGeom>
              <a:rect b="b" l="l" r="r" t="t"/>
              <a:pathLst>
                <a:path extrusionOk="0" fill="none" h="349" w="33">
                  <a:moveTo>
                    <a:pt x="1" y="0"/>
                  </a:moveTo>
                  <a:lnTo>
                    <a:pt x="32" y="0"/>
                  </a:lnTo>
                  <a:lnTo>
                    <a:pt x="32"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18"/>
            <p:cNvSpPr/>
            <p:nvPr/>
          </p:nvSpPr>
          <p:spPr>
            <a:xfrm>
              <a:off x="3369400" y="2391550"/>
              <a:ext cx="25" cy="8725"/>
            </a:xfrm>
            <a:custGeom>
              <a:rect b="b" l="l" r="r" t="t"/>
              <a:pathLst>
                <a:path extrusionOk="0" fill="none" h="349" w="1">
                  <a:moveTo>
                    <a:pt x="0" y="0"/>
                  </a:moveTo>
                  <a:lnTo>
                    <a:pt x="0" y="0"/>
                  </a:lnTo>
                  <a:lnTo>
                    <a:pt x="0" y="349"/>
                  </a:lnTo>
                  <a:lnTo>
                    <a:pt x="0"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8"/>
            <p:cNvSpPr/>
            <p:nvPr/>
          </p:nvSpPr>
          <p:spPr>
            <a:xfrm>
              <a:off x="3369400" y="2391550"/>
              <a:ext cx="25" cy="8725"/>
            </a:xfrm>
            <a:custGeom>
              <a:rect b="b" l="l" r="r" t="t"/>
              <a:pathLst>
                <a:path extrusionOk="0" fill="none" h="349" w="1">
                  <a:moveTo>
                    <a:pt x="0" y="0"/>
                  </a:moveTo>
                  <a:lnTo>
                    <a:pt x="0" y="0"/>
                  </a:lnTo>
                  <a:lnTo>
                    <a:pt x="0" y="349"/>
                  </a:lnTo>
                  <a:lnTo>
                    <a:pt x="0"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18"/>
            <p:cNvSpPr/>
            <p:nvPr/>
          </p:nvSpPr>
          <p:spPr>
            <a:xfrm>
              <a:off x="3369400" y="2391550"/>
              <a:ext cx="800" cy="8725"/>
            </a:xfrm>
            <a:custGeom>
              <a:rect b="b" l="l" r="r" t="t"/>
              <a:pathLst>
                <a:path extrusionOk="0" fill="none" h="349" w="32">
                  <a:moveTo>
                    <a:pt x="0" y="0"/>
                  </a:moveTo>
                  <a:lnTo>
                    <a:pt x="32" y="0"/>
                  </a:lnTo>
                  <a:lnTo>
                    <a:pt x="32" y="349"/>
                  </a:lnTo>
                  <a:lnTo>
                    <a:pt x="0"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8"/>
            <p:cNvSpPr/>
            <p:nvPr/>
          </p:nvSpPr>
          <p:spPr>
            <a:xfrm>
              <a:off x="3370175"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18"/>
            <p:cNvSpPr/>
            <p:nvPr/>
          </p:nvSpPr>
          <p:spPr>
            <a:xfrm>
              <a:off x="3370175"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8"/>
            <p:cNvSpPr/>
            <p:nvPr/>
          </p:nvSpPr>
          <p:spPr>
            <a:xfrm>
              <a:off x="3370175"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18"/>
            <p:cNvSpPr/>
            <p:nvPr/>
          </p:nvSpPr>
          <p:spPr>
            <a:xfrm>
              <a:off x="3370175" y="2391550"/>
              <a:ext cx="825" cy="8725"/>
            </a:xfrm>
            <a:custGeom>
              <a:rect b="b" l="l" r="r" t="t"/>
              <a:pathLst>
                <a:path extrusionOk="0" fill="none" h="349" w="33">
                  <a:moveTo>
                    <a:pt x="1" y="0"/>
                  </a:moveTo>
                  <a:lnTo>
                    <a:pt x="33" y="0"/>
                  </a:lnTo>
                  <a:lnTo>
                    <a:pt x="33"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18"/>
            <p:cNvSpPr/>
            <p:nvPr/>
          </p:nvSpPr>
          <p:spPr>
            <a:xfrm>
              <a:off x="3370975"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18"/>
            <p:cNvSpPr/>
            <p:nvPr/>
          </p:nvSpPr>
          <p:spPr>
            <a:xfrm>
              <a:off x="3370975"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18"/>
            <p:cNvSpPr/>
            <p:nvPr/>
          </p:nvSpPr>
          <p:spPr>
            <a:xfrm>
              <a:off x="3370975"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18"/>
            <p:cNvSpPr/>
            <p:nvPr/>
          </p:nvSpPr>
          <p:spPr>
            <a:xfrm>
              <a:off x="3371775" y="2391550"/>
              <a:ext cx="25" cy="8725"/>
            </a:xfrm>
            <a:custGeom>
              <a:rect b="b" l="l" r="r" t="t"/>
              <a:pathLst>
                <a:path extrusionOk="0" fill="none" h="349" w="1">
                  <a:moveTo>
                    <a:pt x="0" y="0"/>
                  </a:moveTo>
                  <a:lnTo>
                    <a:pt x="0" y="0"/>
                  </a:lnTo>
                  <a:lnTo>
                    <a:pt x="0" y="349"/>
                  </a:lnTo>
                  <a:lnTo>
                    <a:pt x="0"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8"/>
            <p:cNvSpPr/>
            <p:nvPr/>
          </p:nvSpPr>
          <p:spPr>
            <a:xfrm>
              <a:off x="3371775" y="2391550"/>
              <a:ext cx="25" cy="8725"/>
            </a:xfrm>
            <a:custGeom>
              <a:rect b="b" l="l" r="r" t="t"/>
              <a:pathLst>
                <a:path extrusionOk="0" fill="none" h="349" w="1">
                  <a:moveTo>
                    <a:pt x="0" y="0"/>
                  </a:moveTo>
                  <a:lnTo>
                    <a:pt x="0" y="0"/>
                  </a:lnTo>
                  <a:lnTo>
                    <a:pt x="0" y="349"/>
                  </a:lnTo>
                  <a:lnTo>
                    <a:pt x="0"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18"/>
            <p:cNvSpPr/>
            <p:nvPr/>
          </p:nvSpPr>
          <p:spPr>
            <a:xfrm>
              <a:off x="3371775" y="2391550"/>
              <a:ext cx="25" cy="8725"/>
            </a:xfrm>
            <a:custGeom>
              <a:rect b="b" l="l" r="r" t="t"/>
              <a:pathLst>
                <a:path extrusionOk="0" fill="none" h="349" w="1">
                  <a:moveTo>
                    <a:pt x="0" y="0"/>
                  </a:moveTo>
                  <a:lnTo>
                    <a:pt x="0" y="0"/>
                  </a:lnTo>
                  <a:lnTo>
                    <a:pt x="0" y="349"/>
                  </a:lnTo>
                  <a:lnTo>
                    <a:pt x="0"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18"/>
            <p:cNvSpPr/>
            <p:nvPr/>
          </p:nvSpPr>
          <p:spPr>
            <a:xfrm>
              <a:off x="3371775" y="2391550"/>
              <a:ext cx="800" cy="8725"/>
            </a:xfrm>
            <a:custGeom>
              <a:rect b="b" l="l" r="r" t="t"/>
              <a:pathLst>
                <a:path extrusionOk="0" fill="none" h="349" w="32">
                  <a:moveTo>
                    <a:pt x="0" y="0"/>
                  </a:moveTo>
                  <a:lnTo>
                    <a:pt x="32" y="0"/>
                  </a:lnTo>
                  <a:lnTo>
                    <a:pt x="32" y="349"/>
                  </a:lnTo>
                  <a:lnTo>
                    <a:pt x="0"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18"/>
            <p:cNvSpPr/>
            <p:nvPr/>
          </p:nvSpPr>
          <p:spPr>
            <a:xfrm>
              <a:off x="3372550"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18"/>
            <p:cNvSpPr/>
            <p:nvPr/>
          </p:nvSpPr>
          <p:spPr>
            <a:xfrm>
              <a:off x="3372550"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18"/>
            <p:cNvSpPr/>
            <p:nvPr/>
          </p:nvSpPr>
          <p:spPr>
            <a:xfrm>
              <a:off x="3372550" y="2391550"/>
              <a:ext cx="825" cy="8725"/>
            </a:xfrm>
            <a:custGeom>
              <a:rect b="b" l="l" r="r" t="t"/>
              <a:pathLst>
                <a:path extrusionOk="0" fill="none" h="349" w="33">
                  <a:moveTo>
                    <a:pt x="1" y="0"/>
                  </a:moveTo>
                  <a:lnTo>
                    <a:pt x="33" y="0"/>
                  </a:lnTo>
                  <a:lnTo>
                    <a:pt x="33"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8"/>
            <p:cNvSpPr/>
            <p:nvPr/>
          </p:nvSpPr>
          <p:spPr>
            <a:xfrm>
              <a:off x="3373350"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18"/>
            <p:cNvSpPr/>
            <p:nvPr/>
          </p:nvSpPr>
          <p:spPr>
            <a:xfrm>
              <a:off x="3373350" y="2391550"/>
              <a:ext cx="25" cy="8725"/>
            </a:xfrm>
            <a:custGeom>
              <a:rect b="b" l="l" r="r" t="t"/>
              <a:pathLst>
                <a:path extrusionOk="0" fill="none" h="349" w="1">
                  <a:moveTo>
                    <a:pt x="1" y="0"/>
                  </a:moveTo>
                  <a:lnTo>
                    <a:pt x="1" y="0"/>
                  </a:lnTo>
                  <a:lnTo>
                    <a:pt x="1"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8"/>
            <p:cNvSpPr/>
            <p:nvPr/>
          </p:nvSpPr>
          <p:spPr>
            <a:xfrm>
              <a:off x="3373350" y="2391550"/>
              <a:ext cx="825" cy="8725"/>
            </a:xfrm>
            <a:custGeom>
              <a:rect b="b" l="l" r="r" t="t"/>
              <a:pathLst>
                <a:path extrusionOk="0" fill="none" h="349" w="33">
                  <a:moveTo>
                    <a:pt x="1" y="0"/>
                  </a:moveTo>
                  <a:lnTo>
                    <a:pt x="32" y="0"/>
                  </a:lnTo>
                  <a:lnTo>
                    <a:pt x="32"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18"/>
            <p:cNvSpPr/>
            <p:nvPr/>
          </p:nvSpPr>
          <p:spPr>
            <a:xfrm>
              <a:off x="3373350" y="2391550"/>
              <a:ext cx="825" cy="8725"/>
            </a:xfrm>
            <a:custGeom>
              <a:rect b="b" l="l" r="r" t="t"/>
              <a:pathLst>
                <a:path extrusionOk="0" fill="none" h="349" w="33">
                  <a:moveTo>
                    <a:pt x="1" y="0"/>
                  </a:moveTo>
                  <a:lnTo>
                    <a:pt x="32" y="0"/>
                  </a:lnTo>
                  <a:lnTo>
                    <a:pt x="32" y="349"/>
                  </a:lnTo>
                  <a:lnTo>
                    <a:pt x="1"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8"/>
            <p:cNvSpPr/>
            <p:nvPr/>
          </p:nvSpPr>
          <p:spPr>
            <a:xfrm>
              <a:off x="3374150" y="2391550"/>
              <a:ext cx="25" cy="8725"/>
            </a:xfrm>
            <a:custGeom>
              <a:rect b="b" l="l" r="r" t="t"/>
              <a:pathLst>
                <a:path extrusionOk="0" fill="none" h="349" w="1">
                  <a:moveTo>
                    <a:pt x="0" y="0"/>
                  </a:moveTo>
                  <a:lnTo>
                    <a:pt x="0" y="0"/>
                  </a:lnTo>
                  <a:lnTo>
                    <a:pt x="0" y="349"/>
                  </a:lnTo>
                  <a:lnTo>
                    <a:pt x="0" y="349"/>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18"/>
            <p:cNvSpPr/>
            <p:nvPr/>
          </p:nvSpPr>
          <p:spPr>
            <a:xfrm>
              <a:off x="3374150" y="2391550"/>
              <a:ext cx="25" cy="8725"/>
            </a:xfrm>
            <a:custGeom>
              <a:rect b="b" l="l" r="r" t="t"/>
              <a:pathLst>
                <a:path extrusionOk="0" fill="none" h="349" w="1">
                  <a:moveTo>
                    <a:pt x="0" y="349"/>
                  </a:moveTo>
                  <a:lnTo>
                    <a:pt x="0" y="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18"/>
            <p:cNvSpPr/>
            <p:nvPr/>
          </p:nvSpPr>
          <p:spPr>
            <a:xfrm>
              <a:off x="3302100" y="2364625"/>
              <a:ext cx="800" cy="10325"/>
            </a:xfrm>
            <a:custGeom>
              <a:rect b="b" l="l" r="r" t="t"/>
              <a:pathLst>
                <a:path extrusionOk="0" fill="none" h="413" w="32">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18"/>
            <p:cNvSpPr/>
            <p:nvPr/>
          </p:nvSpPr>
          <p:spPr>
            <a:xfrm>
              <a:off x="3302875"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18"/>
            <p:cNvSpPr/>
            <p:nvPr/>
          </p:nvSpPr>
          <p:spPr>
            <a:xfrm>
              <a:off x="3302875" y="2364625"/>
              <a:ext cx="825" cy="10325"/>
            </a:xfrm>
            <a:custGeom>
              <a:rect b="b" l="l" r="r" t="t"/>
              <a:pathLst>
                <a:path extrusionOk="0" fill="none" h="413" w="33">
                  <a:moveTo>
                    <a:pt x="1" y="1"/>
                  </a:moveTo>
                  <a:lnTo>
                    <a:pt x="33" y="1"/>
                  </a:lnTo>
                  <a:lnTo>
                    <a:pt x="33"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18"/>
            <p:cNvSpPr/>
            <p:nvPr/>
          </p:nvSpPr>
          <p:spPr>
            <a:xfrm>
              <a:off x="3303675"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18"/>
            <p:cNvSpPr/>
            <p:nvPr/>
          </p:nvSpPr>
          <p:spPr>
            <a:xfrm>
              <a:off x="3303675"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18"/>
            <p:cNvSpPr/>
            <p:nvPr/>
          </p:nvSpPr>
          <p:spPr>
            <a:xfrm>
              <a:off x="3303675"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18"/>
            <p:cNvSpPr/>
            <p:nvPr/>
          </p:nvSpPr>
          <p:spPr>
            <a:xfrm>
              <a:off x="3303675" y="2364625"/>
              <a:ext cx="825" cy="10325"/>
            </a:xfrm>
            <a:custGeom>
              <a:rect b="b" l="l" r="r" t="t"/>
              <a:pathLst>
                <a:path extrusionOk="0" fill="none" h="413" w="33">
                  <a:moveTo>
                    <a:pt x="1" y="1"/>
                  </a:moveTo>
                  <a:lnTo>
                    <a:pt x="32" y="1"/>
                  </a:lnTo>
                  <a:lnTo>
                    <a:pt x="32"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18"/>
            <p:cNvSpPr/>
            <p:nvPr/>
          </p:nvSpPr>
          <p:spPr>
            <a:xfrm>
              <a:off x="3304475"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18"/>
            <p:cNvSpPr/>
            <p:nvPr/>
          </p:nvSpPr>
          <p:spPr>
            <a:xfrm>
              <a:off x="3304475"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8"/>
            <p:cNvSpPr/>
            <p:nvPr/>
          </p:nvSpPr>
          <p:spPr>
            <a:xfrm>
              <a:off x="3304475"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8"/>
            <p:cNvSpPr/>
            <p:nvPr/>
          </p:nvSpPr>
          <p:spPr>
            <a:xfrm>
              <a:off x="3305250"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8"/>
            <p:cNvSpPr/>
            <p:nvPr/>
          </p:nvSpPr>
          <p:spPr>
            <a:xfrm>
              <a:off x="3305250"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8"/>
            <p:cNvSpPr/>
            <p:nvPr/>
          </p:nvSpPr>
          <p:spPr>
            <a:xfrm>
              <a:off x="3305250" y="2364625"/>
              <a:ext cx="825" cy="10325"/>
            </a:xfrm>
            <a:custGeom>
              <a:rect b="b" l="l" r="r" t="t"/>
              <a:pathLst>
                <a:path extrusionOk="0" fill="none" h="413" w="33">
                  <a:moveTo>
                    <a:pt x="1" y="1"/>
                  </a:moveTo>
                  <a:lnTo>
                    <a:pt x="33" y="1"/>
                  </a:lnTo>
                  <a:lnTo>
                    <a:pt x="33"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18"/>
            <p:cNvSpPr/>
            <p:nvPr/>
          </p:nvSpPr>
          <p:spPr>
            <a:xfrm>
              <a:off x="3305250" y="2364625"/>
              <a:ext cx="825" cy="10325"/>
            </a:xfrm>
            <a:custGeom>
              <a:rect b="b" l="l" r="r" t="t"/>
              <a:pathLst>
                <a:path extrusionOk="0" fill="none" h="413" w="33">
                  <a:moveTo>
                    <a:pt x="1" y="1"/>
                  </a:moveTo>
                  <a:lnTo>
                    <a:pt x="33" y="1"/>
                  </a:lnTo>
                  <a:lnTo>
                    <a:pt x="33"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18"/>
            <p:cNvSpPr/>
            <p:nvPr/>
          </p:nvSpPr>
          <p:spPr>
            <a:xfrm>
              <a:off x="3306050"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18"/>
            <p:cNvSpPr/>
            <p:nvPr/>
          </p:nvSpPr>
          <p:spPr>
            <a:xfrm>
              <a:off x="3306050"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18"/>
            <p:cNvSpPr/>
            <p:nvPr/>
          </p:nvSpPr>
          <p:spPr>
            <a:xfrm>
              <a:off x="3306050" y="2364625"/>
              <a:ext cx="825" cy="10325"/>
            </a:xfrm>
            <a:custGeom>
              <a:rect b="b" l="l" r="r" t="t"/>
              <a:pathLst>
                <a:path extrusionOk="0" fill="none" h="413" w="33">
                  <a:moveTo>
                    <a:pt x="1" y="1"/>
                  </a:moveTo>
                  <a:lnTo>
                    <a:pt x="32" y="1"/>
                  </a:lnTo>
                  <a:lnTo>
                    <a:pt x="32"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8"/>
            <p:cNvSpPr/>
            <p:nvPr/>
          </p:nvSpPr>
          <p:spPr>
            <a:xfrm>
              <a:off x="3306850"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18"/>
            <p:cNvSpPr/>
            <p:nvPr/>
          </p:nvSpPr>
          <p:spPr>
            <a:xfrm>
              <a:off x="3306850"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18"/>
            <p:cNvSpPr/>
            <p:nvPr/>
          </p:nvSpPr>
          <p:spPr>
            <a:xfrm>
              <a:off x="3306850" y="2364625"/>
              <a:ext cx="800" cy="10325"/>
            </a:xfrm>
            <a:custGeom>
              <a:rect b="b" l="l" r="r" t="t"/>
              <a:pathLst>
                <a:path extrusionOk="0" fill="none" h="413" w="32">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18"/>
            <p:cNvSpPr/>
            <p:nvPr/>
          </p:nvSpPr>
          <p:spPr>
            <a:xfrm>
              <a:off x="3307625"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8"/>
            <p:cNvSpPr/>
            <p:nvPr/>
          </p:nvSpPr>
          <p:spPr>
            <a:xfrm>
              <a:off x="3307625"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18"/>
            <p:cNvSpPr/>
            <p:nvPr/>
          </p:nvSpPr>
          <p:spPr>
            <a:xfrm>
              <a:off x="3307625"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18"/>
            <p:cNvSpPr/>
            <p:nvPr/>
          </p:nvSpPr>
          <p:spPr>
            <a:xfrm>
              <a:off x="3308425"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18"/>
            <p:cNvSpPr/>
            <p:nvPr/>
          </p:nvSpPr>
          <p:spPr>
            <a:xfrm>
              <a:off x="3308425"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18"/>
            <p:cNvSpPr/>
            <p:nvPr/>
          </p:nvSpPr>
          <p:spPr>
            <a:xfrm>
              <a:off x="3308425"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18"/>
            <p:cNvSpPr/>
            <p:nvPr/>
          </p:nvSpPr>
          <p:spPr>
            <a:xfrm>
              <a:off x="3308425" y="2364625"/>
              <a:ext cx="825" cy="10325"/>
            </a:xfrm>
            <a:custGeom>
              <a:rect b="b" l="l" r="r" t="t"/>
              <a:pathLst>
                <a:path extrusionOk="0" fill="none" h="413" w="33">
                  <a:moveTo>
                    <a:pt x="1" y="1"/>
                  </a:moveTo>
                  <a:lnTo>
                    <a:pt x="32" y="1"/>
                  </a:lnTo>
                  <a:lnTo>
                    <a:pt x="32"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18"/>
            <p:cNvSpPr/>
            <p:nvPr/>
          </p:nvSpPr>
          <p:spPr>
            <a:xfrm>
              <a:off x="3309225"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18"/>
            <p:cNvSpPr/>
            <p:nvPr/>
          </p:nvSpPr>
          <p:spPr>
            <a:xfrm>
              <a:off x="3309225"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18"/>
            <p:cNvSpPr/>
            <p:nvPr/>
          </p:nvSpPr>
          <p:spPr>
            <a:xfrm>
              <a:off x="3309225"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18"/>
            <p:cNvSpPr/>
            <p:nvPr/>
          </p:nvSpPr>
          <p:spPr>
            <a:xfrm>
              <a:off x="3309225" y="2364625"/>
              <a:ext cx="800" cy="10325"/>
            </a:xfrm>
            <a:custGeom>
              <a:rect b="b" l="l" r="r" t="t"/>
              <a:pathLst>
                <a:path extrusionOk="0" fill="none" h="413" w="32">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18"/>
            <p:cNvSpPr/>
            <p:nvPr/>
          </p:nvSpPr>
          <p:spPr>
            <a:xfrm>
              <a:off x="3310000"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18"/>
            <p:cNvSpPr/>
            <p:nvPr/>
          </p:nvSpPr>
          <p:spPr>
            <a:xfrm>
              <a:off x="3310000"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8"/>
            <p:cNvSpPr/>
            <p:nvPr/>
          </p:nvSpPr>
          <p:spPr>
            <a:xfrm>
              <a:off x="3310000" y="2364625"/>
              <a:ext cx="825" cy="10325"/>
            </a:xfrm>
            <a:custGeom>
              <a:rect b="b" l="l" r="r" t="t"/>
              <a:pathLst>
                <a:path extrusionOk="0" fill="none" h="413" w="33">
                  <a:moveTo>
                    <a:pt x="1" y="1"/>
                  </a:moveTo>
                  <a:lnTo>
                    <a:pt x="33" y="1"/>
                  </a:lnTo>
                  <a:lnTo>
                    <a:pt x="33"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18"/>
            <p:cNvSpPr/>
            <p:nvPr/>
          </p:nvSpPr>
          <p:spPr>
            <a:xfrm>
              <a:off x="3310800"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8"/>
            <p:cNvSpPr/>
            <p:nvPr/>
          </p:nvSpPr>
          <p:spPr>
            <a:xfrm>
              <a:off x="3310800"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18"/>
            <p:cNvSpPr/>
            <p:nvPr/>
          </p:nvSpPr>
          <p:spPr>
            <a:xfrm>
              <a:off x="3310800" y="2364625"/>
              <a:ext cx="825" cy="10325"/>
            </a:xfrm>
            <a:custGeom>
              <a:rect b="b" l="l" r="r" t="t"/>
              <a:pathLst>
                <a:path extrusionOk="0" fill="none" h="413" w="33">
                  <a:moveTo>
                    <a:pt x="1" y="1"/>
                  </a:moveTo>
                  <a:lnTo>
                    <a:pt x="32" y="1"/>
                  </a:lnTo>
                  <a:lnTo>
                    <a:pt x="32"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18"/>
            <p:cNvSpPr/>
            <p:nvPr/>
          </p:nvSpPr>
          <p:spPr>
            <a:xfrm>
              <a:off x="3311600"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18"/>
            <p:cNvSpPr/>
            <p:nvPr/>
          </p:nvSpPr>
          <p:spPr>
            <a:xfrm>
              <a:off x="3311600"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18"/>
            <p:cNvSpPr/>
            <p:nvPr/>
          </p:nvSpPr>
          <p:spPr>
            <a:xfrm>
              <a:off x="3311600" y="23646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18"/>
            <p:cNvSpPr/>
            <p:nvPr/>
          </p:nvSpPr>
          <p:spPr>
            <a:xfrm>
              <a:off x="3312375" y="23646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18"/>
            <p:cNvSpPr/>
            <p:nvPr/>
          </p:nvSpPr>
          <p:spPr>
            <a:xfrm>
              <a:off x="3276750" y="2303675"/>
              <a:ext cx="25" cy="8725"/>
            </a:xfrm>
            <a:custGeom>
              <a:rect b="b" l="l" r="r" t="t"/>
              <a:pathLst>
                <a:path extrusionOk="0" fill="none" h="349" w="1">
                  <a:moveTo>
                    <a:pt x="1" y="0"/>
                  </a:moveTo>
                  <a:lnTo>
                    <a:pt x="1" y="348"/>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18"/>
            <p:cNvSpPr/>
            <p:nvPr/>
          </p:nvSpPr>
          <p:spPr>
            <a:xfrm>
              <a:off x="3276750" y="2302875"/>
              <a:ext cx="825" cy="9525"/>
            </a:xfrm>
            <a:custGeom>
              <a:rect b="b" l="l" r="r" t="t"/>
              <a:pathLst>
                <a:path extrusionOk="0" fill="none" h="381" w="33">
                  <a:moveTo>
                    <a:pt x="1" y="0"/>
                  </a:moveTo>
                  <a:lnTo>
                    <a:pt x="33" y="0"/>
                  </a:lnTo>
                  <a:lnTo>
                    <a:pt x="33"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8"/>
            <p:cNvSpPr/>
            <p:nvPr/>
          </p:nvSpPr>
          <p:spPr>
            <a:xfrm>
              <a:off x="3277550"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18"/>
            <p:cNvSpPr/>
            <p:nvPr/>
          </p:nvSpPr>
          <p:spPr>
            <a:xfrm>
              <a:off x="3277550"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18"/>
            <p:cNvSpPr/>
            <p:nvPr/>
          </p:nvSpPr>
          <p:spPr>
            <a:xfrm>
              <a:off x="3277550" y="2302875"/>
              <a:ext cx="825" cy="9525"/>
            </a:xfrm>
            <a:custGeom>
              <a:rect b="b" l="l" r="r" t="t"/>
              <a:pathLst>
                <a:path extrusionOk="0" fill="none" h="381" w="33">
                  <a:moveTo>
                    <a:pt x="1" y="0"/>
                  </a:moveTo>
                  <a:lnTo>
                    <a:pt x="32" y="0"/>
                  </a:lnTo>
                  <a:lnTo>
                    <a:pt x="32"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18"/>
            <p:cNvSpPr/>
            <p:nvPr/>
          </p:nvSpPr>
          <p:spPr>
            <a:xfrm>
              <a:off x="3278350"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18"/>
            <p:cNvSpPr/>
            <p:nvPr/>
          </p:nvSpPr>
          <p:spPr>
            <a:xfrm>
              <a:off x="3278350"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18"/>
            <p:cNvSpPr/>
            <p:nvPr/>
          </p:nvSpPr>
          <p:spPr>
            <a:xfrm>
              <a:off x="3278350"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18"/>
            <p:cNvSpPr/>
            <p:nvPr/>
          </p:nvSpPr>
          <p:spPr>
            <a:xfrm>
              <a:off x="3278350" y="2302875"/>
              <a:ext cx="800" cy="9525"/>
            </a:xfrm>
            <a:custGeom>
              <a:rect b="b" l="l" r="r" t="t"/>
              <a:pathLst>
                <a:path extrusionOk="0" fill="none" h="381" w="32">
                  <a:moveTo>
                    <a:pt x="0" y="0"/>
                  </a:moveTo>
                  <a:lnTo>
                    <a:pt x="32" y="0"/>
                  </a:lnTo>
                  <a:lnTo>
                    <a:pt x="32"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18"/>
            <p:cNvSpPr/>
            <p:nvPr/>
          </p:nvSpPr>
          <p:spPr>
            <a:xfrm>
              <a:off x="3279125"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18"/>
            <p:cNvSpPr/>
            <p:nvPr/>
          </p:nvSpPr>
          <p:spPr>
            <a:xfrm>
              <a:off x="3279125"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18"/>
            <p:cNvSpPr/>
            <p:nvPr/>
          </p:nvSpPr>
          <p:spPr>
            <a:xfrm>
              <a:off x="3279125" y="2302875"/>
              <a:ext cx="825" cy="9525"/>
            </a:xfrm>
            <a:custGeom>
              <a:rect b="b" l="l" r="r" t="t"/>
              <a:pathLst>
                <a:path extrusionOk="0" fill="none" h="381" w="33">
                  <a:moveTo>
                    <a:pt x="1" y="0"/>
                  </a:moveTo>
                  <a:lnTo>
                    <a:pt x="33" y="0"/>
                  </a:lnTo>
                  <a:lnTo>
                    <a:pt x="33"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18"/>
            <p:cNvSpPr/>
            <p:nvPr/>
          </p:nvSpPr>
          <p:spPr>
            <a:xfrm>
              <a:off x="3279925"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18"/>
            <p:cNvSpPr/>
            <p:nvPr/>
          </p:nvSpPr>
          <p:spPr>
            <a:xfrm>
              <a:off x="3279925"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18"/>
            <p:cNvSpPr/>
            <p:nvPr/>
          </p:nvSpPr>
          <p:spPr>
            <a:xfrm>
              <a:off x="3279925" y="2302875"/>
              <a:ext cx="825" cy="9525"/>
            </a:xfrm>
            <a:custGeom>
              <a:rect b="b" l="l" r="r" t="t"/>
              <a:pathLst>
                <a:path extrusionOk="0" fill="none" h="381" w="33">
                  <a:moveTo>
                    <a:pt x="1" y="0"/>
                  </a:moveTo>
                  <a:lnTo>
                    <a:pt x="32" y="0"/>
                  </a:lnTo>
                  <a:lnTo>
                    <a:pt x="32"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18"/>
            <p:cNvSpPr/>
            <p:nvPr/>
          </p:nvSpPr>
          <p:spPr>
            <a:xfrm>
              <a:off x="3279925" y="2302875"/>
              <a:ext cx="825" cy="9525"/>
            </a:xfrm>
            <a:custGeom>
              <a:rect b="b" l="l" r="r" t="t"/>
              <a:pathLst>
                <a:path extrusionOk="0" fill="none" h="381" w="33">
                  <a:moveTo>
                    <a:pt x="1" y="0"/>
                  </a:moveTo>
                  <a:lnTo>
                    <a:pt x="32" y="0"/>
                  </a:lnTo>
                  <a:lnTo>
                    <a:pt x="32"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18"/>
            <p:cNvSpPr/>
            <p:nvPr/>
          </p:nvSpPr>
          <p:spPr>
            <a:xfrm>
              <a:off x="3280725"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18"/>
            <p:cNvSpPr/>
            <p:nvPr/>
          </p:nvSpPr>
          <p:spPr>
            <a:xfrm>
              <a:off x="3280725"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18"/>
            <p:cNvSpPr/>
            <p:nvPr/>
          </p:nvSpPr>
          <p:spPr>
            <a:xfrm>
              <a:off x="3280725" y="2302875"/>
              <a:ext cx="800" cy="9525"/>
            </a:xfrm>
            <a:custGeom>
              <a:rect b="b" l="l" r="r" t="t"/>
              <a:pathLst>
                <a:path extrusionOk="0" fill="none" h="381" w="32">
                  <a:moveTo>
                    <a:pt x="0" y="0"/>
                  </a:moveTo>
                  <a:lnTo>
                    <a:pt x="32" y="0"/>
                  </a:lnTo>
                  <a:lnTo>
                    <a:pt x="32"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18"/>
            <p:cNvSpPr/>
            <p:nvPr/>
          </p:nvSpPr>
          <p:spPr>
            <a:xfrm>
              <a:off x="3281500"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18"/>
            <p:cNvSpPr/>
            <p:nvPr/>
          </p:nvSpPr>
          <p:spPr>
            <a:xfrm>
              <a:off x="3281500"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18"/>
            <p:cNvSpPr/>
            <p:nvPr/>
          </p:nvSpPr>
          <p:spPr>
            <a:xfrm>
              <a:off x="3281500" y="2302875"/>
              <a:ext cx="825" cy="9525"/>
            </a:xfrm>
            <a:custGeom>
              <a:rect b="b" l="l" r="r" t="t"/>
              <a:pathLst>
                <a:path extrusionOk="0" fill="none" h="381" w="33">
                  <a:moveTo>
                    <a:pt x="1" y="0"/>
                  </a:moveTo>
                  <a:lnTo>
                    <a:pt x="33" y="0"/>
                  </a:lnTo>
                  <a:lnTo>
                    <a:pt x="33"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18"/>
            <p:cNvSpPr/>
            <p:nvPr/>
          </p:nvSpPr>
          <p:spPr>
            <a:xfrm>
              <a:off x="3282300"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18"/>
            <p:cNvSpPr/>
            <p:nvPr/>
          </p:nvSpPr>
          <p:spPr>
            <a:xfrm>
              <a:off x="3282300"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18"/>
            <p:cNvSpPr/>
            <p:nvPr/>
          </p:nvSpPr>
          <p:spPr>
            <a:xfrm>
              <a:off x="3282300"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18"/>
            <p:cNvSpPr/>
            <p:nvPr/>
          </p:nvSpPr>
          <p:spPr>
            <a:xfrm>
              <a:off x="3283100"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8"/>
            <p:cNvSpPr/>
            <p:nvPr/>
          </p:nvSpPr>
          <p:spPr>
            <a:xfrm>
              <a:off x="3283100"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18"/>
            <p:cNvSpPr/>
            <p:nvPr/>
          </p:nvSpPr>
          <p:spPr>
            <a:xfrm>
              <a:off x="3283100"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18"/>
            <p:cNvSpPr/>
            <p:nvPr/>
          </p:nvSpPr>
          <p:spPr>
            <a:xfrm>
              <a:off x="3283100" y="2302875"/>
              <a:ext cx="800" cy="9525"/>
            </a:xfrm>
            <a:custGeom>
              <a:rect b="b" l="l" r="r" t="t"/>
              <a:pathLst>
                <a:path extrusionOk="0" fill="none" h="381" w="32">
                  <a:moveTo>
                    <a:pt x="0" y="0"/>
                  </a:moveTo>
                  <a:lnTo>
                    <a:pt x="32" y="0"/>
                  </a:lnTo>
                  <a:lnTo>
                    <a:pt x="32"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18"/>
            <p:cNvSpPr/>
            <p:nvPr/>
          </p:nvSpPr>
          <p:spPr>
            <a:xfrm>
              <a:off x="3283875"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8"/>
            <p:cNvSpPr/>
            <p:nvPr/>
          </p:nvSpPr>
          <p:spPr>
            <a:xfrm>
              <a:off x="3283875"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18"/>
            <p:cNvSpPr/>
            <p:nvPr/>
          </p:nvSpPr>
          <p:spPr>
            <a:xfrm>
              <a:off x="3283875"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18"/>
            <p:cNvSpPr/>
            <p:nvPr/>
          </p:nvSpPr>
          <p:spPr>
            <a:xfrm>
              <a:off x="3284675"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8"/>
            <p:cNvSpPr/>
            <p:nvPr/>
          </p:nvSpPr>
          <p:spPr>
            <a:xfrm>
              <a:off x="3284675"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8"/>
            <p:cNvSpPr/>
            <p:nvPr/>
          </p:nvSpPr>
          <p:spPr>
            <a:xfrm>
              <a:off x="3284675"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18"/>
            <p:cNvSpPr/>
            <p:nvPr/>
          </p:nvSpPr>
          <p:spPr>
            <a:xfrm>
              <a:off x="3285475"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18"/>
            <p:cNvSpPr/>
            <p:nvPr/>
          </p:nvSpPr>
          <p:spPr>
            <a:xfrm>
              <a:off x="3285475"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18"/>
            <p:cNvSpPr/>
            <p:nvPr/>
          </p:nvSpPr>
          <p:spPr>
            <a:xfrm>
              <a:off x="3285475" y="2302875"/>
              <a:ext cx="25" cy="9525"/>
            </a:xfrm>
            <a:custGeom>
              <a:rect b="b" l="l" r="r" t="t"/>
              <a:pathLst>
                <a:path extrusionOk="0" fill="none" h="381" w="1">
                  <a:moveTo>
                    <a:pt x="0" y="0"/>
                  </a:moveTo>
                  <a:lnTo>
                    <a:pt x="0" y="0"/>
                  </a:lnTo>
                  <a:lnTo>
                    <a:pt x="0"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8"/>
            <p:cNvSpPr/>
            <p:nvPr/>
          </p:nvSpPr>
          <p:spPr>
            <a:xfrm>
              <a:off x="3285475" y="2302875"/>
              <a:ext cx="800" cy="9525"/>
            </a:xfrm>
            <a:custGeom>
              <a:rect b="b" l="l" r="r" t="t"/>
              <a:pathLst>
                <a:path extrusionOk="0" fill="none" h="381" w="32">
                  <a:moveTo>
                    <a:pt x="0" y="0"/>
                  </a:moveTo>
                  <a:lnTo>
                    <a:pt x="32" y="0"/>
                  </a:lnTo>
                  <a:lnTo>
                    <a:pt x="32" y="380"/>
                  </a:lnTo>
                  <a:lnTo>
                    <a:pt x="0"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8"/>
            <p:cNvSpPr/>
            <p:nvPr/>
          </p:nvSpPr>
          <p:spPr>
            <a:xfrm>
              <a:off x="3286250" y="2302875"/>
              <a:ext cx="25" cy="9525"/>
            </a:xfrm>
            <a:custGeom>
              <a:rect b="b" l="l" r="r" t="t"/>
              <a:pathLst>
                <a:path extrusionOk="0" fill="none" h="381" w="1">
                  <a:moveTo>
                    <a:pt x="1" y="0"/>
                  </a:moveTo>
                  <a:lnTo>
                    <a:pt x="1" y="0"/>
                  </a:lnTo>
                  <a:lnTo>
                    <a:pt x="1" y="380"/>
                  </a:lnTo>
                  <a:lnTo>
                    <a:pt x="1" y="38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18"/>
            <p:cNvSpPr/>
            <p:nvPr/>
          </p:nvSpPr>
          <p:spPr>
            <a:xfrm>
              <a:off x="3286250" y="2302875"/>
              <a:ext cx="25" cy="9525"/>
            </a:xfrm>
            <a:custGeom>
              <a:rect b="b" l="l" r="r" t="t"/>
              <a:pathLst>
                <a:path extrusionOk="0" fill="none" h="381" w="1">
                  <a:moveTo>
                    <a:pt x="1" y="380"/>
                  </a:moveTo>
                  <a:lnTo>
                    <a:pt x="1" y="0"/>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18"/>
            <p:cNvSpPr/>
            <p:nvPr/>
          </p:nvSpPr>
          <p:spPr>
            <a:xfrm>
              <a:off x="3302100" y="2240325"/>
              <a:ext cx="800" cy="10325"/>
            </a:xfrm>
            <a:custGeom>
              <a:rect b="b" l="l" r="r" t="t"/>
              <a:pathLst>
                <a:path extrusionOk="0" fill="none" h="413" w="32">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18"/>
            <p:cNvSpPr/>
            <p:nvPr/>
          </p:nvSpPr>
          <p:spPr>
            <a:xfrm>
              <a:off x="3302875"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8"/>
            <p:cNvSpPr/>
            <p:nvPr/>
          </p:nvSpPr>
          <p:spPr>
            <a:xfrm>
              <a:off x="3302875" y="2240325"/>
              <a:ext cx="825" cy="10325"/>
            </a:xfrm>
            <a:custGeom>
              <a:rect b="b" l="l" r="r" t="t"/>
              <a:pathLst>
                <a:path extrusionOk="0" fill="none" h="413" w="33">
                  <a:moveTo>
                    <a:pt x="1" y="1"/>
                  </a:moveTo>
                  <a:lnTo>
                    <a:pt x="33" y="1"/>
                  </a:lnTo>
                  <a:lnTo>
                    <a:pt x="33"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18"/>
            <p:cNvSpPr/>
            <p:nvPr/>
          </p:nvSpPr>
          <p:spPr>
            <a:xfrm>
              <a:off x="3303675"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8"/>
            <p:cNvSpPr/>
            <p:nvPr/>
          </p:nvSpPr>
          <p:spPr>
            <a:xfrm>
              <a:off x="3303675"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18"/>
            <p:cNvSpPr/>
            <p:nvPr/>
          </p:nvSpPr>
          <p:spPr>
            <a:xfrm>
              <a:off x="3303675"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8"/>
            <p:cNvSpPr/>
            <p:nvPr/>
          </p:nvSpPr>
          <p:spPr>
            <a:xfrm>
              <a:off x="3303675" y="2240325"/>
              <a:ext cx="825" cy="10325"/>
            </a:xfrm>
            <a:custGeom>
              <a:rect b="b" l="l" r="r" t="t"/>
              <a:pathLst>
                <a:path extrusionOk="0" fill="none" h="413" w="33">
                  <a:moveTo>
                    <a:pt x="1" y="1"/>
                  </a:moveTo>
                  <a:lnTo>
                    <a:pt x="32" y="1"/>
                  </a:lnTo>
                  <a:lnTo>
                    <a:pt x="32"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18"/>
            <p:cNvSpPr/>
            <p:nvPr/>
          </p:nvSpPr>
          <p:spPr>
            <a:xfrm>
              <a:off x="3304475"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18"/>
            <p:cNvSpPr/>
            <p:nvPr/>
          </p:nvSpPr>
          <p:spPr>
            <a:xfrm>
              <a:off x="3304475"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18"/>
            <p:cNvSpPr/>
            <p:nvPr/>
          </p:nvSpPr>
          <p:spPr>
            <a:xfrm>
              <a:off x="3304475"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18"/>
            <p:cNvSpPr/>
            <p:nvPr/>
          </p:nvSpPr>
          <p:spPr>
            <a:xfrm>
              <a:off x="3305250"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18"/>
            <p:cNvSpPr/>
            <p:nvPr/>
          </p:nvSpPr>
          <p:spPr>
            <a:xfrm>
              <a:off x="3305250"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18"/>
            <p:cNvSpPr/>
            <p:nvPr/>
          </p:nvSpPr>
          <p:spPr>
            <a:xfrm>
              <a:off x="3305250" y="2240325"/>
              <a:ext cx="825" cy="10325"/>
            </a:xfrm>
            <a:custGeom>
              <a:rect b="b" l="l" r="r" t="t"/>
              <a:pathLst>
                <a:path extrusionOk="0" fill="none" h="413" w="33">
                  <a:moveTo>
                    <a:pt x="1" y="1"/>
                  </a:moveTo>
                  <a:lnTo>
                    <a:pt x="33" y="1"/>
                  </a:lnTo>
                  <a:lnTo>
                    <a:pt x="33"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18"/>
            <p:cNvSpPr/>
            <p:nvPr/>
          </p:nvSpPr>
          <p:spPr>
            <a:xfrm>
              <a:off x="3305250" y="2240325"/>
              <a:ext cx="825" cy="10325"/>
            </a:xfrm>
            <a:custGeom>
              <a:rect b="b" l="l" r="r" t="t"/>
              <a:pathLst>
                <a:path extrusionOk="0" fill="none" h="413" w="33">
                  <a:moveTo>
                    <a:pt x="1" y="1"/>
                  </a:moveTo>
                  <a:lnTo>
                    <a:pt x="33" y="1"/>
                  </a:lnTo>
                  <a:lnTo>
                    <a:pt x="33"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18"/>
            <p:cNvSpPr/>
            <p:nvPr/>
          </p:nvSpPr>
          <p:spPr>
            <a:xfrm>
              <a:off x="3306050"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18"/>
            <p:cNvSpPr/>
            <p:nvPr/>
          </p:nvSpPr>
          <p:spPr>
            <a:xfrm>
              <a:off x="3306050"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18"/>
            <p:cNvSpPr/>
            <p:nvPr/>
          </p:nvSpPr>
          <p:spPr>
            <a:xfrm>
              <a:off x="3306050" y="2240325"/>
              <a:ext cx="825" cy="10325"/>
            </a:xfrm>
            <a:custGeom>
              <a:rect b="b" l="l" r="r" t="t"/>
              <a:pathLst>
                <a:path extrusionOk="0" fill="none" h="413" w="33">
                  <a:moveTo>
                    <a:pt x="1" y="1"/>
                  </a:moveTo>
                  <a:lnTo>
                    <a:pt x="32" y="1"/>
                  </a:lnTo>
                  <a:lnTo>
                    <a:pt x="32"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18"/>
            <p:cNvSpPr/>
            <p:nvPr/>
          </p:nvSpPr>
          <p:spPr>
            <a:xfrm>
              <a:off x="3306850"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8"/>
            <p:cNvSpPr/>
            <p:nvPr/>
          </p:nvSpPr>
          <p:spPr>
            <a:xfrm>
              <a:off x="3306850"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8"/>
            <p:cNvSpPr/>
            <p:nvPr/>
          </p:nvSpPr>
          <p:spPr>
            <a:xfrm>
              <a:off x="3306850" y="2240325"/>
              <a:ext cx="800" cy="10325"/>
            </a:xfrm>
            <a:custGeom>
              <a:rect b="b" l="l" r="r" t="t"/>
              <a:pathLst>
                <a:path extrusionOk="0" fill="none" h="413" w="32">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18"/>
            <p:cNvSpPr/>
            <p:nvPr/>
          </p:nvSpPr>
          <p:spPr>
            <a:xfrm>
              <a:off x="3307625"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8"/>
            <p:cNvSpPr/>
            <p:nvPr/>
          </p:nvSpPr>
          <p:spPr>
            <a:xfrm>
              <a:off x="3307625"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8"/>
            <p:cNvSpPr/>
            <p:nvPr/>
          </p:nvSpPr>
          <p:spPr>
            <a:xfrm>
              <a:off x="3307625"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8"/>
            <p:cNvSpPr/>
            <p:nvPr/>
          </p:nvSpPr>
          <p:spPr>
            <a:xfrm>
              <a:off x="3308425"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18"/>
            <p:cNvSpPr/>
            <p:nvPr/>
          </p:nvSpPr>
          <p:spPr>
            <a:xfrm>
              <a:off x="3308425"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8"/>
            <p:cNvSpPr/>
            <p:nvPr/>
          </p:nvSpPr>
          <p:spPr>
            <a:xfrm>
              <a:off x="3308425"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18"/>
            <p:cNvSpPr/>
            <p:nvPr/>
          </p:nvSpPr>
          <p:spPr>
            <a:xfrm>
              <a:off x="3308425" y="2240325"/>
              <a:ext cx="825" cy="10325"/>
            </a:xfrm>
            <a:custGeom>
              <a:rect b="b" l="l" r="r" t="t"/>
              <a:pathLst>
                <a:path extrusionOk="0" fill="none" h="413" w="33">
                  <a:moveTo>
                    <a:pt x="1" y="1"/>
                  </a:moveTo>
                  <a:lnTo>
                    <a:pt x="32" y="1"/>
                  </a:lnTo>
                  <a:lnTo>
                    <a:pt x="32"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18"/>
            <p:cNvSpPr/>
            <p:nvPr/>
          </p:nvSpPr>
          <p:spPr>
            <a:xfrm>
              <a:off x="3309225"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8"/>
            <p:cNvSpPr/>
            <p:nvPr/>
          </p:nvSpPr>
          <p:spPr>
            <a:xfrm>
              <a:off x="3309225"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18"/>
            <p:cNvSpPr/>
            <p:nvPr/>
          </p:nvSpPr>
          <p:spPr>
            <a:xfrm>
              <a:off x="3309225"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8"/>
            <p:cNvSpPr/>
            <p:nvPr/>
          </p:nvSpPr>
          <p:spPr>
            <a:xfrm>
              <a:off x="3309225" y="2240325"/>
              <a:ext cx="800" cy="10325"/>
            </a:xfrm>
            <a:custGeom>
              <a:rect b="b" l="l" r="r" t="t"/>
              <a:pathLst>
                <a:path extrusionOk="0" fill="none" h="413" w="32">
                  <a:moveTo>
                    <a:pt x="0" y="1"/>
                  </a:moveTo>
                  <a:lnTo>
                    <a:pt x="32" y="1"/>
                  </a:lnTo>
                  <a:lnTo>
                    <a:pt x="32"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8"/>
            <p:cNvSpPr/>
            <p:nvPr/>
          </p:nvSpPr>
          <p:spPr>
            <a:xfrm>
              <a:off x="3310000"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8"/>
            <p:cNvSpPr/>
            <p:nvPr/>
          </p:nvSpPr>
          <p:spPr>
            <a:xfrm>
              <a:off x="3310000"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18"/>
            <p:cNvSpPr/>
            <p:nvPr/>
          </p:nvSpPr>
          <p:spPr>
            <a:xfrm>
              <a:off x="3310000" y="2240325"/>
              <a:ext cx="825" cy="10325"/>
            </a:xfrm>
            <a:custGeom>
              <a:rect b="b" l="l" r="r" t="t"/>
              <a:pathLst>
                <a:path extrusionOk="0" fill="none" h="413" w="33">
                  <a:moveTo>
                    <a:pt x="1" y="1"/>
                  </a:moveTo>
                  <a:lnTo>
                    <a:pt x="33" y="1"/>
                  </a:lnTo>
                  <a:lnTo>
                    <a:pt x="33"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18"/>
            <p:cNvSpPr/>
            <p:nvPr/>
          </p:nvSpPr>
          <p:spPr>
            <a:xfrm>
              <a:off x="3310800"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18"/>
            <p:cNvSpPr/>
            <p:nvPr/>
          </p:nvSpPr>
          <p:spPr>
            <a:xfrm>
              <a:off x="3310800"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18"/>
            <p:cNvSpPr/>
            <p:nvPr/>
          </p:nvSpPr>
          <p:spPr>
            <a:xfrm>
              <a:off x="3310800" y="2240325"/>
              <a:ext cx="825" cy="10325"/>
            </a:xfrm>
            <a:custGeom>
              <a:rect b="b" l="l" r="r" t="t"/>
              <a:pathLst>
                <a:path extrusionOk="0" fill="none" h="413" w="33">
                  <a:moveTo>
                    <a:pt x="1" y="1"/>
                  </a:moveTo>
                  <a:lnTo>
                    <a:pt x="32" y="1"/>
                  </a:lnTo>
                  <a:lnTo>
                    <a:pt x="32"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18"/>
            <p:cNvSpPr/>
            <p:nvPr/>
          </p:nvSpPr>
          <p:spPr>
            <a:xfrm>
              <a:off x="3311600"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18"/>
            <p:cNvSpPr/>
            <p:nvPr/>
          </p:nvSpPr>
          <p:spPr>
            <a:xfrm>
              <a:off x="3311600"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8"/>
            <p:cNvSpPr/>
            <p:nvPr/>
          </p:nvSpPr>
          <p:spPr>
            <a:xfrm>
              <a:off x="3311600" y="2240325"/>
              <a:ext cx="25" cy="10325"/>
            </a:xfrm>
            <a:custGeom>
              <a:rect b="b" l="l" r="r" t="t"/>
              <a:pathLst>
                <a:path extrusionOk="0" fill="none" h="413" w="1">
                  <a:moveTo>
                    <a:pt x="0" y="1"/>
                  </a:moveTo>
                  <a:lnTo>
                    <a:pt x="0" y="1"/>
                  </a:lnTo>
                  <a:lnTo>
                    <a:pt x="0" y="412"/>
                  </a:lnTo>
                  <a:lnTo>
                    <a:pt x="0"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18"/>
            <p:cNvSpPr/>
            <p:nvPr/>
          </p:nvSpPr>
          <p:spPr>
            <a:xfrm>
              <a:off x="3312375" y="2240325"/>
              <a:ext cx="25" cy="10325"/>
            </a:xfrm>
            <a:custGeom>
              <a:rect b="b" l="l" r="r" t="t"/>
              <a:pathLst>
                <a:path extrusionOk="0" fill="none" h="413" w="1">
                  <a:moveTo>
                    <a:pt x="1" y="1"/>
                  </a:moveTo>
                  <a:lnTo>
                    <a:pt x="1" y="1"/>
                  </a:lnTo>
                  <a:lnTo>
                    <a:pt x="1" y="412"/>
                  </a:lnTo>
                  <a:lnTo>
                    <a:pt x="1" y="412"/>
                  </a:ln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18"/>
            <p:cNvSpPr/>
            <p:nvPr/>
          </p:nvSpPr>
          <p:spPr>
            <a:xfrm>
              <a:off x="3743875" y="1532525"/>
              <a:ext cx="3261950" cy="581150"/>
            </a:xfrm>
            <a:custGeom>
              <a:rect b="b" l="l" r="r" t="t"/>
              <a:pathLst>
                <a:path extrusionOk="0" h="23246" w="130478">
                  <a:moveTo>
                    <a:pt x="37655" y="1"/>
                  </a:moveTo>
                  <a:cubicBezTo>
                    <a:pt x="35755" y="1"/>
                    <a:pt x="34235" y="1521"/>
                    <a:pt x="34235" y="3421"/>
                  </a:cubicBezTo>
                  <a:lnTo>
                    <a:pt x="34235" y="7886"/>
                  </a:lnTo>
                  <a:cubicBezTo>
                    <a:pt x="34184" y="10056"/>
                    <a:pt x="32677" y="11243"/>
                    <a:pt x="31005" y="11243"/>
                  </a:cubicBezTo>
                  <a:cubicBezTo>
                    <a:pt x="29529" y="11243"/>
                    <a:pt x="27924" y="10319"/>
                    <a:pt x="27078" y="8330"/>
                  </a:cubicBezTo>
                  <a:cubicBezTo>
                    <a:pt x="25811" y="5384"/>
                    <a:pt x="22866" y="3294"/>
                    <a:pt x="19445" y="3294"/>
                  </a:cubicBezTo>
                  <a:cubicBezTo>
                    <a:pt x="16089" y="3294"/>
                    <a:pt x="13207" y="5289"/>
                    <a:pt x="11877" y="8140"/>
                  </a:cubicBezTo>
                  <a:lnTo>
                    <a:pt x="11877" y="8108"/>
                  </a:lnTo>
                  <a:cubicBezTo>
                    <a:pt x="10663" y="10419"/>
                    <a:pt x="8778" y="11302"/>
                    <a:pt x="7097" y="11302"/>
                  </a:cubicBezTo>
                  <a:cubicBezTo>
                    <a:pt x="6497" y="11302"/>
                    <a:pt x="5924" y="11190"/>
                    <a:pt x="5416" y="10990"/>
                  </a:cubicBezTo>
                  <a:cubicBezTo>
                    <a:pt x="5353" y="10958"/>
                    <a:pt x="5289" y="10926"/>
                    <a:pt x="5226" y="10895"/>
                  </a:cubicBezTo>
                  <a:cubicBezTo>
                    <a:pt x="5163" y="10863"/>
                    <a:pt x="5099" y="10831"/>
                    <a:pt x="5068" y="10831"/>
                  </a:cubicBezTo>
                  <a:cubicBezTo>
                    <a:pt x="5004" y="10768"/>
                    <a:pt x="4909" y="10736"/>
                    <a:pt x="4846" y="10705"/>
                  </a:cubicBezTo>
                  <a:cubicBezTo>
                    <a:pt x="4339" y="10388"/>
                    <a:pt x="4086" y="10008"/>
                    <a:pt x="3833" y="9850"/>
                  </a:cubicBezTo>
                  <a:cubicBezTo>
                    <a:pt x="3421" y="9501"/>
                    <a:pt x="2914" y="9280"/>
                    <a:pt x="2344" y="9280"/>
                  </a:cubicBezTo>
                  <a:cubicBezTo>
                    <a:pt x="1046" y="9280"/>
                    <a:pt x="1" y="10325"/>
                    <a:pt x="1" y="11623"/>
                  </a:cubicBezTo>
                  <a:cubicBezTo>
                    <a:pt x="1" y="12922"/>
                    <a:pt x="1046" y="13967"/>
                    <a:pt x="2344" y="13967"/>
                  </a:cubicBezTo>
                  <a:cubicBezTo>
                    <a:pt x="2914" y="13967"/>
                    <a:pt x="3421" y="13777"/>
                    <a:pt x="3833" y="13428"/>
                  </a:cubicBezTo>
                  <a:cubicBezTo>
                    <a:pt x="4086" y="13238"/>
                    <a:pt x="4339" y="12890"/>
                    <a:pt x="4846" y="12573"/>
                  </a:cubicBezTo>
                  <a:cubicBezTo>
                    <a:pt x="4846" y="12573"/>
                    <a:pt x="4846" y="12541"/>
                    <a:pt x="4846" y="12541"/>
                  </a:cubicBezTo>
                  <a:cubicBezTo>
                    <a:pt x="4909" y="12510"/>
                    <a:pt x="4973" y="12478"/>
                    <a:pt x="5068" y="12446"/>
                  </a:cubicBezTo>
                  <a:cubicBezTo>
                    <a:pt x="5099" y="12415"/>
                    <a:pt x="5163" y="12383"/>
                    <a:pt x="5226" y="12351"/>
                  </a:cubicBezTo>
                  <a:cubicBezTo>
                    <a:pt x="5289" y="12320"/>
                    <a:pt x="5353" y="12288"/>
                    <a:pt x="5416" y="12288"/>
                  </a:cubicBezTo>
                  <a:cubicBezTo>
                    <a:pt x="5928" y="12078"/>
                    <a:pt x="6507" y="11962"/>
                    <a:pt x="7111" y="11962"/>
                  </a:cubicBezTo>
                  <a:cubicBezTo>
                    <a:pt x="8789" y="11962"/>
                    <a:pt x="10666" y="12857"/>
                    <a:pt x="11877" y="15138"/>
                  </a:cubicBezTo>
                  <a:cubicBezTo>
                    <a:pt x="13207" y="17989"/>
                    <a:pt x="16089" y="19952"/>
                    <a:pt x="19445" y="19952"/>
                  </a:cubicBezTo>
                  <a:cubicBezTo>
                    <a:pt x="22866" y="19952"/>
                    <a:pt x="25811" y="17894"/>
                    <a:pt x="27078" y="14917"/>
                  </a:cubicBezTo>
                  <a:lnTo>
                    <a:pt x="27078" y="14948"/>
                  </a:lnTo>
                  <a:cubicBezTo>
                    <a:pt x="27924" y="12959"/>
                    <a:pt x="29522" y="12034"/>
                    <a:pt x="30994" y="12034"/>
                  </a:cubicBezTo>
                  <a:cubicBezTo>
                    <a:pt x="32662" y="12034"/>
                    <a:pt x="34168" y="13222"/>
                    <a:pt x="34235" y="15392"/>
                  </a:cubicBezTo>
                  <a:lnTo>
                    <a:pt x="34235" y="19825"/>
                  </a:lnTo>
                  <a:cubicBezTo>
                    <a:pt x="34235" y="21725"/>
                    <a:pt x="35755" y="23246"/>
                    <a:pt x="37655" y="23246"/>
                  </a:cubicBezTo>
                  <a:lnTo>
                    <a:pt x="127025" y="23246"/>
                  </a:lnTo>
                  <a:cubicBezTo>
                    <a:pt x="128925" y="23246"/>
                    <a:pt x="130477" y="21725"/>
                    <a:pt x="130477" y="19825"/>
                  </a:cubicBezTo>
                  <a:lnTo>
                    <a:pt x="130477" y="3421"/>
                  </a:lnTo>
                  <a:cubicBezTo>
                    <a:pt x="130477" y="1521"/>
                    <a:pt x="128925" y="1"/>
                    <a:pt x="127025"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8"/>
            <p:cNvSpPr/>
            <p:nvPr/>
          </p:nvSpPr>
          <p:spPr>
            <a:xfrm>
              <a:off x="4059775" y="1652875"/>
              <a:ext cx="340475" cy="340450"/>
            </a:xfrm>
            <a:custGeom>
              <a:rect b="b" l="l" r="r" t="t"/>
              <a:pathLst>
                <a:path extrusionOk="0" h="13618" w="13619">
                  <a:moveTo>
                    <a:pt x="6809" y="0"/>
                  </a:moveTo>
                  <a:cubicBezTo>
                    <a:pt x="3041" y="0"/>
                    <a:pt x="1" y="3041"/>
                    <a:pt x="1" y="6809"/>
                  </a:cubicBezTo>
                  <a:cubicBezTo>
                    <a:pt x="1" y="10578"/>
                    <a:pt x="3041" y="13618"/>
                    <a:pt x="6809" y="13618"/>
                  </a:cubicBezTo>
                  <a:cubicBezTo>
                    <a:pt x="10578" y="13618"/>
                    <a:pt x="13618" y="10578"/>
                    <a:pt x="13618" y="6809"/>
                  </a:cubicBezTo>
                  <a:cubicBezTo>
                    <a:pt x="13618" y="3041"/>
                    <a:pt x="10578" y="0"/>
                    <a:pt x="68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18"/>
            <p:cNvSpPr/>
            <p:nvPr/>
          </p:nvSpPr>
          <p:spPr>
            <a:xfrm>
              <a:off x="3771600" y="1793000"/>
              <a:ext cx="60975" cy="61000"/>
            </a:xfrm>
            <a:custGeom>
              <a:rect b="b" l="l" r="r" t="t"/>
              <a:pathLst>
                <a:path extrusionOk="0" h="2440" w="2439">
                  <a:moveTo>
                    <a:pt x="2439" y="1204"/>
                  </a:moveTo>
                  <a:cubicBezTo>
                    <a:pt x="2439" y="1869"/>
                    <a:pt x="1900" y="2439"/>
                    <a:pt x="1235" y="2439"/>
                  </a:cubicBezTo>
                  <a:cubicBezTo>
                    <a:pt x="538" y="2439"/>
                    <a:pt x="0" y="1869"/>
                    <a:pt x="0" y="1204"/>
                  </a:cubicBezTo>
                  <a:cubicBezTo>
                    <a:pt x="0" y="539"/>
                    <a:pt x="538" y="1"/>
                    <a:pt x="1235" y="1"/>
                  </a:cubicBezTo>
                  <a:cubicBezTo>
                    <a:pt x="1900" y="1"/>
                    <a:pt x="2439" y="539"/>
                    <a:pt x="2439" y="1204"/>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8"/>
            <p:cNvSpPr/>
            <p:nvPr/>
          </p:nvSpPr>
          <p:spPr>
            <a:xfrm>
              <a:off x="4631400" y="1564200"/>
              <a:ext cx="2341950" cy="517800"/>
            </a:xfrm>
            <a:custGeom>
              <a:rect b="b" l="l" r="r" t="t"/>
              <a:pathLst>
                <a:path extrusionOk="0" h="20712" w="93678">
                  <a:moveTo>
                    <a:pt x="2154" y="0"/>
                  </a:moveTo>
                  <a:cubicBezTo>
                    <a:pt x="982" y="0"/>
                    <a:pt x="1" y="982"/>
                    <a:pt x="1" y="2154"/>
                  </a:cubicBezTo>
                  <a:lnTo>
                    <a:pt x="1" y="18558"/>
                  </a:lnTo>
                  <a:cubicBezTo>
                    <a:pt x="1" y="19730"/>
                    <a:pt x="982" y="20712"/>
                    <a:pt x="2154" y="20712"/>
                  </a:cubicBezTo>
                  <a:lnTo>
                    <a:pt x="91524" y="20712"/>
                  </a:lnTo>
                  <a:cubicBezTo>
                    <a:pt x="92728" y="20712"/>
                    <a:pt x="93678" y="19730"/>
                    <a:pt x="93678" y="18558"/>
                  </a:cubicBezTo>
                  <a:lnTo>
                    <a:pt x="93678" y="2154"/>
                  </a:lnTo>
                  <a:cubicBezTo>
                    <a:pt x="93678" y="982"/>
                    <a:pt x="92728" y="0"/>
                    <a:pt x="915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18"/>
            <p:cNvSpPr/>
            <p:nvPr/>
          </p:nvSpPr>
          <p:spPr>
            <a:xfrm>
              <a:off x="4136575" y="1720175"/>
              <a:ext cx="186075" cy="205875"/>
            </a:xfrm>
            <a:custGeom>
              <a:rect b="b" l="l" r="r" t="t"/>
              <a:pathLst>
                <a:path extrusionOk="0" h="8235" w="7443">
                  <a:moveTo>
                    <a:pt x="3737" y="317"/>
                  </a:moveTo>
                  <a:lnTo>
                    <a:pt x="7094" y="1140"/>
                  </a:lnTo>
                  <a:cubicBezTo>
                    <a:pt x="7094" y="2565"/>
                    <a:pt x="6778" y="6682"/>
                    <a:pt x="3737" y="7917"/>
                  </a:cubicBezTo>
                  <a:cubicBezTo>
                    <a:pt x="507" y="6619"/>
                    <a:pt x="381" y="2090"/>
                    <a:pt x="381" y="1140"/>
                  </a:cubicBezTo>
                  <a:lnTo>
                    <a:pt x="3737" y="317"/>
                  </a:lnTo>
                  <a:close/>
                  <a:moveTo>
                    <a:pt x="3706" y="0"/>
                  </a:moveTo>
                  <a:lnTo>
                    <a:pt x="191" y="855"/>
                  </a:lnTo>
                  <a:cubicBezTo>
                    <a:pt x="127" y="855"/>
                    <a:pt x="64" y="919"/>
                    <a:pt x="64" y="982"/>
                  </a:cubicBezTo>
                  <a:cubicBezTo>
                    <a:pt x="64" y="1584"/>
                    <a:pt x="0" y="6809"/>
                    <a:pt x="3674" y="8234"/>
                  </a:cubicBezTo>
                  <a:lnTo>
                    <a:pt x="3801" y="8234"/>
                  </a:lnTo>
                  <a:cubicBezTo>
                    <a:pt x="7158" y="6936"/>
                    <a:pt x="7443" y="2375"/>
                    <a:pt x="7443" y="1014"/>
                  </a:cubicBezTo>
                  <a:cubicBezTo>
                    <a:pt x="7443" y="950"/>
                    <a:pt x="7379" y="887"/>
                    <a:pt x="7316" y="855"/>
                  </a:cubicBezTo>
                  <a:lnTo>
                    <a:pt x="3769" y="0"/>
                  </a:lnTo>
                  <a:close/>
                </a:path>
              </a:pathLst>
            </a:custGeom>
            <a:solidFill>
              <a:srgbClr val="F2A365"/>
            </a:solidFill>
            <a:ln cap="flat" cmpd="sng" w="2375">
              <a:solidFill>
                <a:srgbClr val="F2A365"/>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18"/>
            <p:cNvSpPr/>
            <p:nvPr/>
          </p:nvSpPr>
          <p:spPr>
            <a:xfrm>
              <a:off x="4199125" y="1760425"/>
              <a:ext cx="60975" cy="111775"/>
            </a:xfrm>
            <a:custGeom>
              <a:rect b="b" l="l" r="r" t="t"/>
              <a:pathLst>
                <a:path extrusionOk="0" h="4471" w="2439">
                  <a:moveTo>
                    <a:pt x="1235" y="322"/>
                  </a:moveTo>
                  <a:cubicBezTo>
                    <a:pt x="1425" y="322"/>
                    <a:pt x="1615" y="385"/>
                    <a:pt x="1774" y="512"/>
                  </a:cubicBezTo>
                  <a:cubicBezTo>
                    <a:pt x="1996" y="670"/>
                    <a:pt x="2122" y="924"/>
                    <a:pt x="2122" y="1177"/>
                  </a:cubicBezTo>
                  <a:cubicBezTo>
                    <a:pt x="2122" y="1494"/>
                    <a:pt x="1964" y="1747"/>
                    <a:pt x="1710" y="1905"/>
                  </a:cubicBezTo>
                  <a:cubicBezTo>
                    <a:pt x="1647" y="1937"/>
                    <a:pt x="1615" y="2000"/>
                    <a:pt x="1615" y="2064"/>
                  </a:cubicBezTo>
                  <a:lnTo>
                    <a:pt x="1774" y="3584"/>
                  </a:lnTo>
                  <a:cubicBezTo>
                    <a:pt x="1774" y="3742"/>
                    <a:pt x="1710" y="3869"/>
                    <a:pt x="1615" y="3964"/>
                  </a:cubicBezTo>
                  <a:cubicBezTo>
                    <a:pt x="1520" y="4075"/>
                    <a:pt x="1378" y="4130"/>
                    <a:pt x="1235" y="4130"/>
                  </a:cubicBezTo>
                  <a:cubicBezTo>
                    <a:pt x="1093" y="4130"/>
                    <a:pt x="950" y="4075"/>
                    <a:pt x="855" y="3964"/>
                  </a:cubicBezTo>
                  <a:cubicBezTo>
                    <a:pt x="760" y="3869"/>
                    <a:pt x="729" y="3742"/>
                    <a:pt x="729" y="3584"/>
                  </a:cubicBezTo>
                  <a:lnTo>
                    <a:pt x="855" y="2064"/>
                  </a:lnTo>
                  <a:cubicBezTo>
                    <a:pt x="855" y="2000"/>
                    <a:pt x="824" y="1937"/>
                    <a:pt x="792" y="1905"/>
                  </a:cubicBezTo>
                  <a:cubicBezTo>
                    <a:pt x="475" y="1715"/>
                    <a:pt x="317" y="1367"/>
                    <a:pt x="380" y="1019"/>
                  </a:cubicBezTo>
                  <a:cubicBezTo>
                    <a:pt x="475" y="670"/>
                    <a:pt x="729" y="417"/>
                    <a:pt x="1045" y="354"/>
                  </a:cubicBezTo>
                  <a:cubicBezTo>
                    <a:pt x="1109" y="322"/>
                    <a:pt x="1172" y="322"/>
                    <a:pt x="1235" y="322"/>
                  </a:cubicBezTo>
                  <a:close/>
                  <a:moveTo>
                    <a:pt x="1247" y="0"/>
                  </a:moveTo>
                  <a:cubicBezTo>
                    <a:pt x="1149" y="0"/>
                    <a:pt x="1050" y="12"/>
                    <a:pt x="950" y="37"/>
                  </a:cubicBezTo>
                  <a:cubicBezTo>
                    <a:pt x="539" y="132"/>
                    <a:pt x="159" y="480"/>
                    <a:pt x="95" y="924"/>
                  </a:cubicBezTo>
                  <a:cubicBezTo>
                    <a:pt x="0" y="1399"/>
                    <a:pt x="159" y="1842"/>
                    <a:pt x="539" y="2127"/>
                  </a:cubicBezTo>
                  <a:lnTo>
                    <a:pt x="412" y="3552"/>
                  </a:lnTo>
                  <a:cubicBezTo>
                    <a:pt x="380" y="3774"/>
                    <a:pt x="475" y="4027"/>
                    <a:pt x="634" y="4186"/>
                  </a:cubicBezTo>
                  <a:cubicBezTo>
                    <a:pt x="792" y="4376"/>
                    <a:pt x="1014" y="4471"/>
                    <a:pt x="1235" y="4471"/>
                  </a:cubicBezTo>
                  <a:cubicBezTo>
                    <a:pt x="1489" y="4471"/>
                    <a:pt x="1710" y="4376"/>
                    <a:pt x="1869" y="4186"/>
                  </a:cubicBezTo>
                  <a:cubicBezTo>
                    <a:pt x="2027" y="4027"/>
                    <a:pt x="2091" y="3774"/>
                    <a:pt x="2091" y="3552"/>
                  </a:cubicBezTo>
                  <a:lnTo>
                    <a:pt x="1964" y="2127"/>
                  </a:lnTo>
                  <a:cubicBezTo>
                    <a:pt x="2249" y="1905"/>
                    <a:pt x="2439" y="1557"/>
                    <a:pt x="2439" y="1177"/>
                  </a:cubicBezTo>
                  <a:cubicBezTo>
                    <a:pt x="2439" y="829"/>
                    <a:pt x="2281" y="480"/>
                    <a:pt x="1996" y="259"/>
                  </a:cubicBezTo>
                  <a:cubicBezTo>
                    <a:pt x="1785" y="95"/>
                    <a:pt x="1523" y="0"/>
                    <a:pt x="1247" y="0"/>
                  </a:cubicBezTo>
                  <a:close/>
                </a:path>
              </a:pathLst>
            </a:custGeom>
            <a:solidFill>
              <a:srgbClr val="F2A365"/>
            </a:solidFill>
            <a:ln cap="flat" cmpd="sng" w="2375">
              <a:solidFill>
                <a:srgbClr val="F2A365"/>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18"/>
            <p:cNvSpPr/>
            <p:nvPr/>
          </p:nvSpPr>
          <p:spPr>
            <a:xfrm>
              <a:off x="595975" y="2986125"/>
              <a:ext cx="3262725" cy="581950"/>
            </a:xfrm>
            <a:custGeom>
              <a:rect b="b" l="l" r="r" t="t"/>
              <a:pathLst>
                <a:path extrusionOk="0" h="23278" w="130509">
                  <a:moveTo>
                    <a:pt x="3421" y="1"/>
                  </a:moveTo>
                  <a:cubicBezTo>
                    <a:pt x="1521" y="1"/>
                    <a:pt x="0" y="1552"/>
                    <a:pt x="0" y="3453"/>
                  </a:cubicBezTo>
                  <a:lnTo>
                    <a:pt x="0" y="19825"/>
                  </a:lnTo>
                  <a:cubicBezTo>
                    <a:pt x="0" y="21726"/>
                    <a:pt x="1521" y="23277"/>
                    <a:pt x="3421" y="23277"/>
                  </a:cubicBezTo>
                  <a:lnTo>
                    <a:pt x="92822" y="23277"/>
                  </a:lnTo>
                  <a:cubicBezTo>
                    <a:pt x="94723" y="23277"/>
                    <a:pt x="96274" y="21726"/>
                    <a:pt x="96274" y="19825"/>
                  </a:cubicBezTo>
                  <a:lnTo>
                    <a:pt x="96274" y="15392"/>
                  </a:lnTo>
                  <a:cubicBezTo>
                    <a:pt x="96325" y="13222"/>
                    <a:pt x="97823" y="12035"/>
                    <a:pt x="99487" y="12035"/>
                  </a:cubicBezTo>
                  <a:cubicBezTo>
                    <a:pt x="100956" y="12035"/>
                    <a:pt x="102554" y="12959"/>
                    <a:pt x="103400" y="14948"/>
                  </a:cubicBezTo>
                  <a:cubicBezTo>
                    <a:pt x="104667" y="17894"/>
                    <a:pt x="107612" y="19952"/>
                    <a:pt x="111032" y="19952"/>
                  </a:cubicBezTo>
                  <a:cubicBezTo>
                    <a:pt x="114389" y="19952"/>
                    <a:pt x="117271" y="17989"/>
                    <a:pt x="118601" y="15138"/>
                  </a:cubicBezTo>
                  <a:cubicBezTo>
                    <a:pt x="119811" y="12857"/>
                    <a:pt x="121689" y="11962"/>
                    <a:pt x="123366" y="11962"/>
                  </a:cubicBezTo>
                  <a:cubicBezTo>
                    <a:pt x="123971" y="11962"/>
                    <a:pt x="124550" y="12078"/>
                    <a:pt x="125062" y="12288"/>
                  </a:cubicBezTo>
                  <a:cubicBezTo>
                    <a:pt x="125125" y="12320"/>
                    <a:pt x="125188" y="12352"/>
                    <a:pt x="125252" y="12383"/>
                  </a:cubicBezTo>
                  <a:cubicBezTo>
                    <a:pt x="125315" y="12383"/>
                    <a:pt x="125378" y="12415"/>
                    <a:pt x="125410" y="12447"/>
                  </a:cubicBezTo>
                  <a:cubicBezTo>
                    <a:pt x="125505" y="12478"/>
                    <a:pt x="125568" y="12510"/>
                    <a:pt x="125632" y="12573"/>
                  </a:cubicBezTo>
                  <a:cubicBezTo>
                    <a:pt x="126138" y="12890"/>
                    <a:pt x="126392" y="13238"/>
                    <a:pt x="126645" y="13428"/>
                  </a:cubicBezTo>
                  <a:cubicBezTo>
                    <a:pt x="127057" y="13777"/>
                    <a:pt x="127563" y="13967"/>
                    <a:pt x="128165" y="13967"/>
                  </a:cubicBezTo>
                  <a:cubicBezTo>
                    <a:pt x="129432" y="13967"/>
                    <a:pt x="130509" y="12922"/>
                    <a:pt x="130509" y="11623"/>
                  </a:cubicBezTo>
                  <a:cubicBezTo>
                    <a:pt x="130509" y="10356"/>
                    <a:pt x="129432" y="9280"/>
                    <a:pt x="128165" y="9280"/>
                  </a:cubicBezTo>
                  <a:cubicBezTo>
                    <a:pt x="127563" y="9280"/>
                    <a:pt x="127057" y="9501"/>
                    <a:pt x="126645" y="9850"/>
                  </a:cubicBezTo>
                  <a:cubicBezTo>
                    <a:pt x="126392" y="10040"/>
                    <a:pt x="126138" y="10388"/>
                    <a:pt x="125632" y="10705"/>
                  </a:cubicBezTo>
                  <a:cubicBezTo>
                    <a:pt x="125568" y="10736"/>
                    <a:pt x="125505" y="10800"/>
                    <a:pt x="125410" y="10831"/>
                  </a:cubicBezTo>
                  <a:cubicBezTo>
                    <a:pt x="125378" y="10863"/>
                    <a:pt x="125315" y="10895"/>
                    <a:pt x="125283" y="10895"/>
                  </a:cubicBezTo>
                  <a:cubicBezTo>
                    <a:pt x="125188" y="10926"/>
                    <a:pt x="125157" y="10958"/>
                    <a:pt x="125062" y="10990"/>
                  </a:cubicBezTo>
                  <a:cubicBezTo>
                    <a:pt x="124550" y="11200"/>
                    <a:pt x="123971" y="11316"/>
                    <a:pt x="123366" y="11316"/>
                  </a:cubicBezTo>
                  <a:cubicBezTo>
                    <a:pt x="121689" y="11316"/>
                    <a:pt x="119811" y="10421"/>
                    <a:pt x="118601" y="8140"/>
                  </a:cubicBezTo>
                  <a:cubicBezTo>
                    <a:pt x="117271" y="5289"/>
                    <a:pt x="114389" y="3294"/>
                    <a:pt x="111032" y="3294"/>
                  </a:cubicBezTo>
                  <a:cubicBezTo>
                    <a:pt x="107612" y="3294"/>
                    <a:pt x="104667" y="5384"/>
                    <a:pt x="103400" y="8330"/>
                  </a:cubicBezTo>
                  <a:cubicBezTo>
                    <a:pt x="102569" y="10319"/>
                    <a:pt x="100972" y="11244"/>
                    <a:pt x="99500" y="11244"/>
                  </a:cubicBezTo>
                  <a:cubicBezTo>
                    <a:pt x="97832" y="11244"/>
                    <a:pt x="96325" y="10056"/>
                    <a:pt x="96274" y="7886"/>
                  </a:cubicBezTo>
                  <a:lnTo>
                    <a:pt x="96274" y="3453"/>
                  </a:lnTo>
                  <a:cubicBezTo>
                    <a:pt x="96274" y="1552"/>
                    <a:pt x="94723" y="1"/>
                    <a:pt x="92822"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18"/>
            <p:cNvSpPr/>
            <p:nvPr/>
          </p:nvSpPr>
          <p:spPr>
            <a:xfrm>
              <a:off x="3201550" y="3106475"/>
              <a:ext cx="340475" cy="341250"/>
            </a:xfrm>
            <a:custGeom>
              <a:rect b="b" l="l" r="r" t="t"/>
              <a:pathLst>
                <a:path extrusionOk="0" h="13650" w="13619">
                  <a:moveTo>
                    <a:pt x="13618" y="6841"/>
                  </a:moveTo>
                  <a:cubicBezTo>
                    <a:pt x="13618" y="10578"/>
                    <a:pt x="10578" y="13650"/>
                    <a:pt x="6809" y="13650"/>
                  </a:cubicBezTo>
                  <a:cubicBezTo>
                    <a:pt x="3041" y="13650"/>
                    <a:pt x="0" y="10578"/>
                    <a:pt x="0" y="6841"/>
                  </a:cubicBezTo>
                  <a:cubicBezTo>
                    <a:pt x="0" y="3072"/>
                    <a:pt x="3041" y="0"/>
                    <a:pt x="6809" y="0"/>
                  </a:cubicBezTo>
                  <a:cubicBezTo>
                    <a:pt x="10578" y="0"/>
                    <a:pt x="13618" y="3072"/>
                    <a:pt x="13618" y="684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8"/>
            <p:cNvSpPr/>
            <p:nvPr/>
          </p:nvSpPr>
          <p:spPr>
            <a:xfrm>
              <a:off x="3769225" y="3246600"/>
              <a:ext cx="60975" cy="61000"/>
            </a:xfrm>
            <a:custGeom>
              <a:rect b="b" l="l" r="r" t="t"/>
              <a:pathLst>
                <a:path extrusionOk="0" h="2440" w="2439">
                  <a:moveTo>
                    <a:pt x="2439" y="1236"/>
                  </a:moveTo>
                  <a:cubicBezTo>
                    <a:pt x="2439" y="1901"/>
                    <a:pt x="1900" y="2439"/>
                    <a:pt x="1203" y="2439"/>
                  </a:cubicBezTo>
                  <a:cubicBezTo>
                    <a:pt x="538" y="2439"/>
                    <a:pt x="0" y="1901"/>
                    <a:pt x="0" y="1236"/>
                  </a:cubicBezTo>
                  <a:cubicBezTo>
                    <a:pt x="0" y="539"/>
                    <a:pt x="538" y="1"/>
                    <a:pt x="1203" y="1"/>
                  </a:cubicBezTo>
                  <a:cubicBezTo>
                    <a:pt x="1900" y="1"/>
                    <a:pt x="2439" y="539"/>
                    <a:pt x="2439" y="1236"/>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18"/>
            <p:cNvSpPr/>
            <p:nvPr/>
          </p:nvSpPr>
          <p:spPr>
            <a:xfrm>
              <a:off x="627650" y="3018600"/>
              <a:ext cx="2342725" cy="517000"/>
            </a:xfrm>
            <a:custGeom>
              <a:rect b="b" l="l" r="r" t="t"/>
              <a:pathLst>
                <a:path extrusionOk="0" h="20680" w="93709">
                  <a:moveTo>
                    <a:pt x="2154" y="0"/>
                  </a:moveTo>
                  <a:cubicBezTo>
                    <a:pt x="982" y="0"/>
                    <a:pt x="0" y="950"/>
                    <a:pt x="0" y="2154"/>
                  </a:cubicBezTo>
                  <a:lnTo>
                    <a:pt x="0" y="18526"/>
                  </a:lnTo>
                  <a:cubicBezTo>
                    <a:pt x="0" y="19730"/>
                    <a:pt x="982" y="20680"/>
                    <a:pt x="2154" y="20680"/>
                  </a:cubicBezTo>
                  <a:lnTo>
                    <a:pt x="91555" y="20680"/>
                  </a:lnTo>
                  <a:cubicBezTo>
                    <a:pt x="92759" y="20680"/>
                    <a:pt x="93709" y="19730"/>
                    <a:pt x="93709" y="18526"/>
                  </a:cubicBezTo>
                  <a:lnTo>
                    <a:pt x="93709" y="2154"/>
                  </a:lnTo>
                  <a:cubicBezTo>
                    <a:pt x="93709" y="950"/>
                    <a:pt x="92727" y="0"/>
                    <a:pt x="9155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18"/>
            <p:cNvSpPr/>
            <p:nvPr/>
          </p:nvSpPr>
          <p:spPr>
            <a:xfrm>
              <a:off x="3298925" y="3161100"/>
              <a:ext cx="146500" cy="232800"/>
            </a:xfrm>
            <a:custGeom>
              <a:rect b="b" l="l" r="r" t="t"/>
              <a:pathLst>
                <a:path extrusionOk="0" h="9312" w="5860">
                  <a:moveTo>
                    <a:pt x="2914" y="1046"/>
                  </a:moveTo>
                  <a:cubicBezTo>
                    <a:pt x="3484" y="1046"/>
                    <a:pt x="3959" y="1521"/>
                    <a:pt x="3959" y="2154"/>
                  </a:cubicBezTo>
                  <a:lnTo>
                    <a:pt x="3959" y="3421"/>
                  </a:lnTo>
                  <a:lnTo>
                    <a:pt x="1901" y="3421"/>
                  </a:lnTo>
                  <a:lnTo>
                    <a:pt x="1901" y="2154"/>
                  </a:lnTo>
                  <a:cubicBezTo>
                    <a:pt x="1901" y="1521"/>
                    <a:pt x="2344" y="1046"/>
                    <a:pt x="2914" y="1046"/>
                  </a:cubicBezTo>
                  <a:close/>
                  <a:moveTo>
                    <a:pt x="2914" y="317"/>
                  </a:moveTo>
                  <a:cubicBezTo>
                    <a:pt x="3833" y="317"/>
                    <a:pt x="4593" y="1046"/>
                    <a:pt x="4593" y="1964"/>
                  </a:cubicBezTo>
                  <a:lnTo>
                    <a:pt x="4593" y="3421"/>
                  </a:lnTo>
                  <a:lnTo>
                    <a:pt x="4276" y="3421"/>
                  </a:lnTo>
                  <a:lnTo>
                    <a:pt x="4276" y="2122"/>
                  </a:lnTo>
                  <a:cubicBezTo>
                    <a:pt x="4276" y="1362"/>
                    <a:pt x="3674" y="729"/>
                    <a:pt x="2914" y="729"/>
                  </a:cubicBezTo>
                  <a:cubicBezTo>
                    <a:pt x="2186" y="729"/>
                    <a:pt x="1584" y="1362"/>
                    <a:pt x="1584" y="2122"/>
                  </a:cubicBezTo>
                  <a:lnTo>
                    <a:pt x="1584" y="3421"/>
                  </a:lnTo>
                  <a:lnTo>
                    <a:pt x="1267" y="3421"/>
                  </a:lnTo>
                  <a:lnTo>
                    <a:pt x="1267" y="1964"/>
                  </a:lnTo>
                  <a:cubicBezTo>
                    <a:pt x="1267" y="1046"/>
                    <a:pt x="1996" y="317"/>
                    <a:pt x="2914" y="317"/>
                  </a:cubicBezTo>
                  <a:close/>
                  <a:moveTo>
                    <a:pt x="5353" y="3737"/>
                  </a:moveTo>
                  <a:cubicBezTo>
                    <a:pt x="5448" y="3737"/>
                    <a:pt x="5543" y="3832"/>
                    <a:pt x="5543" y="3927"/>
                  </a:cubicBezTo>
                  <a:lnTo>
                    <a:pt x="5543" y="8804"/>
                  </a:lnTo>
                  <a:cubicBezTo>
                    <a:pt x="5543" y="8899"/>
                    <a:pt x="5448" y="8963"/>
                    <a:pt x="5353" y="8963"/>
                  </a:cubicBezTo>
                  <a:lnTo>
                    <a:pt x="476" y="8963"/>
                  </a:lnTo>
                  <a:cubicBezTo>
                    <a:pt x="381" y="8963"/>
                    <a:pt x="317" y="8899"/>
                    <a:pt x="317" y="8804"/>
                  </a:cubicBezTo>
                  <a:lnTo>
                    <a:pt x="317" y="3927"/>
                  </a:lnTo>
                  <a:cubicBezTo>
                    <a:pt x="317" y="3832"/>
                    <a:pt x="381" y="3737"/>
                    <a:pt x="476" y="3737"/>
                  </a:cubicBezTo>
                  <a:close/>
                  <a:moveTo>
                    <a:pt x="2914" y="1"/>
                  </a:moveTo>
                  <a:cubicBezTo>
                    <a:pt x="1837" y="1"/>
                    <a:pt x="951" y="887"/>
                    <a:pt x="951" y="1964"/>
                  </a:cubicBezTo>
                  <a:lnTo>
                    <a:pt x="951" y="3421"/>
                  </a:lnTo>
                  <a:lnTo>
                    <a:pt x="476" y="3421"/>
                  </a:lnTo>
                  <a:cubicBezTo>
                    <a:pt x="222" y="3421"/>
                    <a:pt x="1" y="3642"/>
                    <a:pt x="1" y="3927"/>
                  </a:cubicBezTo>
                  <a:lnTo>
                    <a:pt x="1" y="8804"/>
                  </a:lnTo>
                  <a:cubicBezTo>
                    <a:pt x="1" y="9089"/>
                    <a:pt x="222" y="9311"/>
                    <a:pt x="476" y="9311"/>
                  </a:cubicBezTo>
                  <a:lnTo>
                    <a:pt x="5353" y="9311"/>
                  </a:lnTo>
                  <a:cubicBezTo>
                    <a:pt x="5638" y="9311"/>
                    <a:pt x="5859" y="9089"/>
                    <a:pt x="5859" y="8804"/>
                  </a:cubicBezTo>
                  <a:lnTo>
                    <a:pt x="5859" y="3927"/>
                  </a:lnTo>
                  <a:cubicBezTo>
                    <a:pt x="5859" y="3642"/>
                    <a:pt x="5638" y="3421"/>
                    <a:pt x="5353" y="3421"/>
                  </a:cubicBezTo>
                  <a:lnTo>
                    <a:pt x="4909" y="3421"/>
                  </a:lnTo>
                  <a:lnTo>
                    <a:pt x="4909" y="1964"/>
                  </a:lnTo>
                  <a:cubicBezTo>
                    <a:pt x="4909" y="887"/>
                    <a:pt x="4023" y="1"/>
                    <a:pt x="2914" y="1"/>
                  </a:cubicBezTo>
                  <a:close/>
                </a:path>
              </a:pathLst>
            </a:custGeom>
            <a:solidFill>
              <a:srgbClr val="F2A365"/>
            </a:solidFill>
            <a:ln cap="flat" cmpd="sng" w="2375">
              <a:solidFill>
                <a:srgbClr val="F2A365"/>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8"/>
            <p:cNvSpPr/>
            <p:nvPr/>
          </p:nvSpPr>
          <p:spPr>
            <a:xfrm>
              <a:off x="3346425" y="3280650"/>
              <a:ext cx="51500" cy="78400"/>
            </a:xfrm>
            <a:custGeom>
              <a:rect b="b" l="l" r="r" t="t"/>
              <a:pathLst>
                <a:path extrusionOk="0" h="3136" w="2060">
                  <a:moveTo>
                    <a:pt x="1014" y="317"/>
                  </a:moveTo>
                  <a:cubicBezTo>
                    <a:pt x="1426" y="317"/>
                    <a:pt x="1743" y="634"/>
                    <a:pt x="1743" y="1046"/>
                  </a:cubicBezTo>
                  <a:cubicBezTo>
                    <a:pt x="1743" y="1331"/>
                    <a:pt x="1553" y="1584"/>
                    <a:pt x="1299" y="1679"/>
                  </a:cubicBezTo>
                  <a:lnTo>
                    <a:pt x="1204" y="1742"/>
                  </a:lnTo>
                  <a:lnTo>
                    <a:pt x="1204" y="2756"/>
                  </a:lnTo>
                  <a:cubicBezTo>
                    <a:pt x="1204" y="2787"/>
                    <a:pt x="1173" y="2819"/>
                    <a:pt x="1109" y="2819"/>
                  </a:cubicBezTo>
                  <a:lnTo>
                    <a:pt x="919" y="2819"/>
                  </a:lnTo>
                  <a:cubicBezTo>
                    <a:pt x="856" y="2819"/>
                    <a:pt x="824" y="2787"/>
                    <a:pt x="824" y="2756"/>
                  </a:cubicBezTo>
                  <a:lnTo>
                    <a:pt x="824" y="1742"/>
                  </a:lnTo>
                  <a:lnTo>
                    <a:pt x="729" y="1679"/>
                  </a:lnTo>
                  <a:cubicBezTo>
                    <a:pt x="476" y="1584"/>
                    <a:pt x="317" y="1331"/>
                    <a:pt x="317" y="1046"/>
                  </a:cubicBezTo>
                  <a:cubicBezTo>
                    <a:pt x="317" y="634"/>
                    <a:pt x="634" y="317"/>
                    <a:pt x="1014" y="317"/>
                  </a:cubicBezTo>
                  <a:close/>
                  <a:moveTo>
                    <a:pt x="1014" y="1"/>
                  </a:moveTo>
                  <a:cubicBezTo>
                    <a:pt x="444" y="1"/>
                    <a:pt x="1" y="476"/>
                    <a:pt x="1" y="1046"/>
                  </a:cubicBezTo>
                  <a:cubicBezTo>
                    <a:pt x="1" y="1426"/>
                    <a:pt x="191" y="1742"/>
                    <a:pt x="507" y="1932"/>
                  </a:cubicBezTo>
                  <a:lnTo>
                    <a:pt x="507" y="2724"/>
                  </a:lnTo>
                  <a:cubicBezTo>
                    <a:pt x="507" y="2946"/>
                    <a:pt x="697" y="3136"/>
                    <a:pt x="919" y="3136"/>
                  </a:cubicBezTo>
                  <a:lnTo>
                    <a:pt x="1109" y="3136"/>
                  </a:lnTo>
                  <a:cubicBezTo>
                    <a:pt x="1363" y="3136"/>
                    <a:pt x="1521" y="2946"/>
                    <a:pt x="1521" y="2724"/>
                  </a:cubicBezTo>
                  <a:lnTo>
                    <a:pt x="1521" y="1932"/>
                  </a:lnTo>
                  <a:cubicBezTo>
                    <a:pt x="1838" y="1742"/>
                    <a:pt x="2059" y="1426"/>
                    <a:pt x="2059" y="1046"/>
                  </a:cubicBezTo>
                  <a:cubicBezTo>
                    <a:pt x="2059" y="476"/>
                    <a:pt x="1584" y="1"/>
                    <a:pt x="1014" y="1"/>
                  </a:cubicBezTo>
                  <a:close/>
                </a:path>
              </a:pathLst>
            </a:custGeom>
            <a:solidFill>
              <a:srgbClr val="F2A365"/>
            </a:solidFill>
            <a:ln cap="flat" cmpd="sng" w="2375">
              <a:solidFill>
                <a:srgbClr val="F2A365"/>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8"/>
            <p:cNvSpPr/>
            <p:nvPr/>
          </p:nvSpPr>
          <p:spPr>
            <a:xfrm>
              <a:off x="3743875" y="3470675"/>
              <a:ext cx="3261950" cy="581925"/>
            </a:xfrm>
            <a:custGeom>
              <a:rect b="b" l="l" r="r" t="t"/>
              <a:pathLst>
                <a:path extrusionOk="0" h="23277" w="130478">
                  <a:moveTo>
                    <a:pt x="37655" y="0"/>
                  </a:moveTo>
                  <a:cubicBezTo>
                    <a:pt x="35755" y="0"/>
                    <a:pt x="34235" y="1552"/>
                    <a:pt x="34235" y="3452"/>
                  </a:cubicBezTo>
                  <a:lnTo>
                    <a:pt x="34235" y="7886"/>
                  </a:lnTo>
                  <a:cubicBezTo>
                    <a:pt x="34184" y="10056"/>
                    <a:pt x="32677" y="11243"/>
                    <a:pt x="31005" y="11243"/>
                  </a:cubicBezTo>
                  <a:cubicBezTo>
                    <a:pt x="29529" y="11243"/>
                    <a:pt x="27924" y="10318"/>
                    <a:pt x="27078" y="8329"/>
                  </a:cubicBezTo>
                  <a:cubicBezTo>
                    <a:pt x="25811" y="5384"/>
                    <a:pt x="22866" y="3325"/>
                    <a:pt x="19445" y="3325"/>
                  </a:cubicBezTo>
                  <a:cubicBezTo>
                    <a:pt x="16089" y="3325"/>
                    <a:pt x="13207" y="5289"/>
                    <a:pt x="11877" y="8139"/>
                  </a:cubicBezTo>
                  <a:cubicBezTo>
                    <a:pt x="10666" y="10420"/>
                    <a:pt x="8789" y="11315"/>
                    <a:pt x="7111" y="11315"/>
                  </a:cubicBezTo>
                  <a:cubicBezTo>
                    <a:pt x="6507" y="11315"/>
                    <a:pt x="5928" y="11199"/>
                    <a:pt x="5416" y="10989"/>
                  </a:cubicBezTo>
                  <a:cubicBezTo>
                    <a:pt x="5353" y="10957"/>
                    <a:pt x="5289" y="10926"/>
                    <a:pt x="5226" y="10926"/>
                  </a:cubicBezTo>
                  <a:cubicBezTo>
                    <a:pt x="5163" y="10894"/>
                    <a:pt x="5099" y="10862"/>
                    <a:pt x="5068" y="10831"/>
                  </a:cubicBezTo>
                  <a:cubicBezTo>
                    <a:pt x="5004" y="10799"/>
                    <a:pt x="4909" y="10767"/>
                    <a:pt x="4846" y="10736"/>
                  </a:cubicBezTo>
                  <a:cubicBezTo>
                    <a:pt x="4846" y="10704"/>
                    <a:pt x="4846" y="10704"/>
                    <a:pt x="4846" y="10704"/>
                  </a:cubicBezTo>
                  <a:cubicBezTo>
                    <a:pt x="4339" y="10387"/>
                    <a:pt x="4086" y="10039"/>
                    <a:pt x="3833" y="9849"/>
                  </a:cubicBezTo>
                  <a:cubicBezTo>
                    <a:pt x="3421" y="9501"/>
                    <a:pt x="2914" y="9311"/>
                    <a:pt x="2344" y="9311"/>
                  </a:cubicBezTo>
                  <a:cubicBezTo>
                    <a:pt x="1046" y="9311"/>
                    <a:pt x="1" y="10356"/>
                    <a:pt x="1" y="11654"/>
                  </a:cubicBezTo>
                  <a:cubicBezTo>
                    <a:pt x="1" y="12953"/>
                    <a:pt x="1046" y="13998"/>
                    <a:pt x="2344" y="13998"/>
                  </a:cubicBezTo>
                  <a:cubicBezTo>
                    <a:pt x="2914" y="13998"/>
                    <a:pt x="3421" y="13776"/>
                    <a:pt x="3833" y="13428"/>
                  </a:cubicBezTo>
                  <a:cubicBezTo>
                    <a:pt x="4086" y="13238"/>
                    <a:pt x="4339" y="12889"/>
                    <a:pt x="4846" y="12573"/>
                  </a:cubicBezTo>
                  <a:cubicBezTo>
                    <a:pt x="4909" y="12541"/>
                    <a:pt x="4973" y="12478"/>
                    <a:pt x="5068" y="12446"/>
                  </a:cubicBezTo>
                  <a:cubicBezTo>
                    <a:pt x="5099" y="12414"/>
                    <a:pt x="5163" y="12414"/>
                    <a:pt x="5226" y="12383"/>
                  </a:cubicBezTo>
                  <a:cubicBezTo>
                    <a:pt x="5289" y="12351"/>
                    <a:pt x="5353" y="12319"/>
                    <a:pt x="5416" y="12288"/>
                  </a:cubicBezTo>
                  <a:cubicBezTo>
                    <a:pt x="5925" y="12087"/>
                    <a:pt x="6500" y="11975"/>
                    <a:pt x="7101" y="11975"/>
                  </a:cubicBezTo>
                  <a:cubicBezTo>
                    <a:pt x="8781" y="11975"/>
                    <a:pt x="10664" y="12852"/>
                    <a:pt x="11877" y="15138"/>
                  </a:cubicBezTo>
                  <a:cubicBezTo>
                    <a:pt x="13207" y="17988"/>
                    <a:pt x="16089" y="19983"/>
                    <a:pt x="19445" y="19983"/>
                  </a:cubicBezTo>
                  <a:cubicBezTo>
                    <a:pt x="22866" y="19983"/>
                    <a:pt x="25811" y="17893"/>
                    <a:pt x="27078" y="14948"/>
                  </a:cubicBezTo>
                  <a:cubicBezTo>
                    <a:pt x="27924" y="12958"/>
                    <a:pt x="29522" y="12034"/>
                    <a:pt x="30994" y="12034"/>
                  </a:cubicBezTo>
                  <a:cubicBezTo>
                    <a:pt x="32662" y="12034"/>
                    <a:pt x="34168" y="13221"/>
                    <a:pt x="34235" y="15391"/>
                  </a:cubicBezTo>
                  <a:lnTo>
                    <a:pt x="34235" y="19856"/>
                  </a:lnTo>
                  <a:cubicBezTo>
                    <a:pt x="34235" y="21725"/>
                    <a:pt x="35755" y="23277"/>
                    <a:pt x="37655" y="23277"/>
                  </a:cubicBezTo>
                  <a:lnTo>
                    <a:pt x="127025" y="23277"/>
                  </a:lnTo>
                  <a:cubicBezTo>
                    <a:pt x="128925" y="23277"/>
                    <a:pt x="130477" y="21725"/>
                    <a:pt x="130477" y="19856"/>
                  </a:cubicBezTo>
                  <a:lnTo>
                    <a:pt x="130477" y="3452"/>
                  </a:lnTo>
                  <a:cubicBezTo>
                    <a:pt x="130477" y="1552"/>
                    <a:pt x="128925" y="0"/>
                    <a:pt x="127025" y="0"/>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18"/>
            <p:cNvSpPr/>
            <p:nvPr/>
          </p:nvSpPr>
          <p:spPr>
            <a:xfrm>
              <a:off x="4059775" y="3591000"/>
              <a:ext cx="340475" cy="341275"/>
            </a:xfrm>
            <a:custGeom>
              <a:rect b="b" l="l" r="r" t="t"/>
              <a:pathLst>
                <a:path extrusionOk="0" h="13651" w="13619">
                  <a:moveTo>
                    <a:pt x="13618" y="6841"/>
                  </a:moveTo>
                  <a:cubicBezTo>
                    <a:pt x="13618" y="10610"/>
                    <a:pt x="10578" y="13650"/>
                    <a:pt x="6809" y="13650"/>
                  </a:cubicBezTo>
                  <a:cubicBezTo>
                    <a:pt x="3041" y="13650"/>
                    <a:pt x="1" y="10610"/>
                    <a:pt x="1" y="6841"/>
                  </a:cubicBezTo>
                  <a:cubicBezTo>
                    <a:pt x="1" y="3073"/>
                    <a:pt x="3041" y="1"/>
                    <a:pt x="6809" y="1"/>
                  </a:cubicBezTo>
                  <a:cubicBezTo>
                    <a:pt x="10578" y="1"/>
                    <a:pt x="13618" y="3073"/>
                    <a:pt x="13618" y="684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8"/>
            <p:cNvSpPr/>
            <p:nvPr/>
          </p:nvSpPr>
          <p:spPr>
            <a:xfrm>
              <a:off x="3771600" y="3731150"/>
              <a:ext cx="60975" cy="60975"/>
            </a:xfrm>
            <a:custGeom>
              <a:rect b="b" l="l" r="r" t="t"/>
              <a:pathLst>
                <a:path extrusionOk="0" h="2439" w="2439">
                  <a:moveTo>
                    <a:pt x="2439" y="1235"/>
                  </a:moveTo>
                  <a:cubicBezTo>
                    <a:pt x="2439" y="1900"/>
                    <a:pt x="1900" y="2439"/>
                    <a:pt x="1235" y="2439"/>
                  </a:cubicBezTo>
                  <a:cubicBezTo>
                    <a:pt x="538" y="2439"/>
                    <a:pt x="0" y="1900"/>
                    <a:pt x="0" y="1235"/>
                  </a:cubicBezTo>
                  <a:cubicBezTo>
                    <a:pt x="0" y="538"/>
                    <a:pt x="538" y="0"/>
                    <a:pt x="1235" y="0"/>
                  </a:cubicBezTo>
                  <a:cubicBezTo>
                    <a:pt x="1900" y="0"/>
                    <a:pt x="2439" y="538"/>
                    <a:pt x="2439" y="1235"/>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8"/>
            <p:cNvSpPr/>
            <p:nvPr/>
          </p:nvSpPr>
          <p:spPr>
            <a:xfrm>
              <a:off x="4631400" y="3503125"/>
              <a:ext cx="2341950" cy="517025"/>
            </a:xfrm>
            <a:custGeom>
              <a:rect b="b" l="l" r="r" t="t"/>
              <a:pathLst>
                <a:path extrusionOk="0" h="20681" w="93678">
                  <a:moveTo>
                    <a:pt x="2154" y="0"/>
                  </a:moveTo>
                  <a:cubicBezTo>
                    <a:pt x="982" y="0"/>
                    <a:pt x="1" y="982"/>
                    <a:pt x="1" y="2154"/>
                  </a:cubicBezTo>
                  <a:lnTo>
                    <a:pt x="1" y="18558"/>
                  </a:lnTo>
                  <a:cubicBezTo>
                    <a:pt x="1" y="19730"/>
                    <a:pt x="982" y="20680"/>
                    <a:pt x="2154" y="20680"/>
                  </a:cubicBezTo>
                  <a:lnTo>
                    <a:pt x="91524" y="20680"/>
                  </a:lnTo>
                  <a:cubicBezTo>
                    <a:pt x="92728" y="20680"/>
                    <a:pt x="93678" y="19730"/>
                    <a:pt x="93678" y="18558"/>
                  </a:cubicBezTo>
                  <a:lnTo>
                    <a:pt x="93678" y="2154"/>
                  </a:lnTo>
                  <a:cubicBezTo>
                    <a:pt x="93678" y="951"/>
                    <a:pt x="92728" y="0"/>
                    <a:pt x="915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18"/>
            <p:cNvSpPr/>
            <p:nvPr/>
          </p:nvSpPr>
          <p:spPr>
            <a:xfrm>
              <a:off x="4269575" y="3689975"/>
              <a:ext cx="30125" cy="106100"/>
            </a:xfrm>
            <a:custGeom>
              <a:rect b="b" l="l" r="r" t="t"/>
              <a:pathLst>
                <a:path extrusionOk="0" h="4244" w="1205">
                  <a:moveTo>
                    <a:pt x="286" y="64"/>
                  </a:moveTo>
                  <a:cubicBezTo>
                    <a:pt x="223" y="0"/>
                    <a:pt x="128" y="32"/>
                    <a:pt x="64" y="95"/>
                  </a:cubicBezTo>
                  <a:cubicBezTo>
                    <a:pt x="1" y="159"/>
                    <a:pt x="33" y="254"/>
                    <a:pt x="96" y="317"/>
                  </a:cubicBezTo>
                  <a:cubicBezTo>
                    <a:pt x="603" y="760"/>
                    <a:pt x="888" y="1425"/>
                    <a:pt x="888" y="2122"/>
                  </a:cubicBezTo>
                  <a:cubicBezTo>
                    <a:pt x="888" y="2819"/>
                    <a:pt x="603" y="3484"/>
                    <a:pt x="96" y="3959"/>
                  </a:cubicBezTo>
                  <a:cubicBezTo>
                    <a:pt x="33" y="4022"/>
                    <a:pt x="1" y="4117"/>
                    <a:pt x="64" y="4181"/>
                  </a:cubicBezTo>
                  <a:cubicBezTo>
                    <a:pt x="96" y="4212"/>
                    <a:pt x="159" y="4244"/>
                    <a:pt x="191" y="4244"/>
                  </a:cubicBezTo>
                  <a:cubicBezTo>
                    <a:pt x="223" y="4244"/>
                    <a:pt x="286" y="4212"/>
                    <a:pt x="286" y="4181"/>
                  </a:cubicBezTo>
                  <a:cubicBezTo>
                    <a:pt x="888" y="3674"/>
                    <a:pt x="1204" y="2914"/>
                    <a:pt x="1204" y="2122"/>
                  </a:cubicBezTo>
                  <a:cubicBezTo>
                    <a:pt x="1204" y="1362"/>
                    <a:pt x="888" y="602"/>
                    <a:pt x="286" y="64"/>
                  </a:cubicBezTo>
                  <a:close/>
                </a:path>
              </a:pathLst>
            </a:custGeom>
            <a:solidFill>
              <a:srgbClr val="7823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18"/>
            <p:cNvSpPr/>
            <p:nvPr/>
          </p:nvSpPr>
          <p:spPr>
            <a:xfrm>
              <a:off x="4287000" y="3671750"/>
              <a:ext cx="38025" cy="142550"/>
            </a:xfrm>
            <a:custGeom>
              <a:rect b="b" l="l" r="r" t="t"/>
              <a:pathLst>
                <a:path extrusionOk="0" h="5702" w="1521">
                  <a:moveTo>
                    <a:pt x="286" y="64"/>
                  </a:moveTo>
                  <a:cubicBezTo>
                    <a:pt x="222" y="1"/>
                    <a:pt x="127" y="1"/>
                    <a:pt x="64" y="64"/>
                  </a:cubicBezTo>
                  <a:cubicBezTo>
                    <a:pt x="1" y="128"/>
                    <a:pt x="1" y="254"/>
                    <a:pt x="64" y="286"/>
                  </a:cubicBezTo>
                  <a:cubicBezTo>
                    <a:pt x="792" y="951"/>
                    <a:pt x="1204" y="1901"/>
                    <a:pt x="1204" y="2851"/>
                  </a:cubicBezTo>
                  <a:cubicBezTo>
                    <a:pt x="1204" y="3833"/>
                    <a:pt x="792" y="4783"/>
                    <a:pt x="64" y="5416"/>
                  </a:cubicBezTo>
                  <a:cubicBezTo>
                    <a:pt x="1" y="5480"/>
                    <a:pt x="1" y="5606"/>
                    <a:pt x="64" y="5670"/>
                  </a:cubicBezTo>
                  <a:cubicBezTo>
                    <a:pt x="96" y="5701"/>
                    <a:pt x="127" y="5701"/>
                    <a:pt x="159" y="5701"/>
                  </a:cubicBezTo>
                  <a:cubicBezTo>
                    <a:pt x="222" y="5701"/>
                    <a:pt x="254" y="5701"/>
                    <a:pt x="286" y="5670"/>
                  </a:cubicBezTo>
                  <a:cubicBezTo>
                    <a:pt x="1077" y="4941"/>
                    <a:pt x="1521" y="3928"/>
                    <a:pt x="1521" y="2851"/>
                  </a:cubicBezTo>
                  <a:cubicBezTo>
                    <a:pt x="1521" y="1806"/>
                    <a:pt x="1077" y="761"/>
                    <a:pt x="286" y="64"/>
                  </a:cubicBezTo>
                  <a:close/>
                </a:path>
              </a:pathLst>
            </a:custGeom>
            <a:solidFill>
              <a:srgbClr val="7823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8"/>
            <p:cNvSpPr/>
            <p:nvPr/>
          </p:nvSpPr>
          <p:spPr>
            <a:xfrm>
              <a:off x="4160325" y="3689975"/>
              <a:ext cx="29325" cy="106100"/>
            </a:xfrm>
            <a:custGeom>
              <a:rect b="b" l="l" r="r" t="t"/>
              <a:pathLst>
                <a:path extrusionOk="0" h="4244" w="1173">
                  <a:moveTo>
                    <a:pt x="1141" y="95"/>
                  </a:moveTo>
                  <a:cubicBezTo>
                    <a:pt x="1077" y="32"/>
                    <a:pt x="951" y="0"/>
                    <a:pt x="887" y="64"/>
                  </a:cubicBezTo>
                  <a:cubicBezTo>
                    <a:pt x="317" y="602"/>
                    <a:pt x="1" y="1362"/>
                    <a:pt x="1" y="2122"/>
                  </a:cubicBezTo>
                  <a:cubicBezTo>
                    <a:pt x="1" y="2914"/>
                    <a:pt x="317" y="3674"/>
                    <a:pt x="887" y="4212"/>
                  </a:cubicBezTo>
                  <a:cubicBezTo>
                    <a:pt x="919" y="4212"/>
                    <a:pt x="982" y="4244"/>
                    <a:pt x="1014" y="4244"/>
                  </a:cubicBezTo>
                  <a:cubicBezTo>
                    <a:pt x="1046" y="4244"/>
                    <a:pt x="1109" y="4212"/>
                    <a:pt x="1141" y="4181"/>
                  </a:cubicBezTo>
                  <a:cubicBezTo>
                    <a:pt x="1172" y="4117"/>
                    <a:pt x="1172" y="4022"/>
                    <a:pt x="1109" y="3959"/>
                  </a:cubicBezTo>
                  <a:cubicBezTo>
                    <a:pt x="602" y="3484"/>
                    <a:pt x="317" y="2819"/>
                    <a:pt x="317" y="2154"/>
                  </a:cubicBezTo>
                  <a:cubicBezTo>
                    <a:pt x="317" y="1457"/>
                    <a:pt x="602" y="792"/>
                    <a:pt x="1109" y="317"/>
                  </a:cubicBezTo>
                  <a:cubicBezTo>
                    <a:pt x="1172" y="254"/>
                    <a:pt x="1172" y="159"/>
                    <a:pt x="1141" y="95"/>
                  </a:cubicBezTo>
                  <a:close/>
                </a:path>
              </a:pathLst>
            </a:custGeom>
            <a:solidFill>
              <a:srgbClr val="7823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8"/>
            <p:cNvSpPr/>
            <p:nvPr/>
          </p:nvSpPr>
          <p:spPr>
            <a:xfrm>
              <a:off x="4135000" y="3671750"/>
              <a:ext cx="38025" cy="142550"/>
            </a:xfrm>
            <a:custGeom>
              <a:rect b="b" l="l" r="r" t="t"/>
              <a:pathLst>
                <a:path extrusionOk="0" h="5702" w="1521">
                  <a:moveTo>
                    <a:pt x="317" y="2851"/>
                  </a:moveTo>
                  <a:cubicBezTo>
                    <a:pt x="317" y="1901"/>
                    <a:pt x="729" y="951"/>
                    <a:pt x="1457" y="286"/>
                  </a:cubicBezTo>
                  <a:cubicBezTo>
                    <a:pt x="1520" y="254"/>
                    <a:pt x="1520" y="128"/>
                    <a:pt x="1457" y="64"/>
                  </a:cubicBezTo>
                  <a:cubicBezTo>
                    <a:pt x="1394" y="1"/>
                    <a:pt x="1299" y="1"/>
                    <a:pt x="1235" y="64"/>
                  </a:cubicBezTo>
                  <a:cubicBezTo>
                    <a:pt x="444" y="793"/>
                    <a:pt x="0" y="1806"/>
                    <a:pt x="0" y="2851"/>
                  </a:cubicBezTo>
                  <a:cubicBezTo>
                    <a:pt x="0" y="3928"/>
                    <a:pt x="444" y="4941"/>
                    <a:pt x="1235" y="5670"/>
                  </a:cubicBezTo>
                  <a:cubicBezTo>
                    <a:pt x="1267" y="5701"/>
                    <a:pt x="1299" y="5701"/>
                    <a:pt x="1362" y="5701"/>
                  </a:cubicBezTo>
                  <a:cubicBezTo>
                    <a:pt x="1394" y="5701"/>
                    <a:pt x="1425" y="5701"/>
                    <a:pt x="1457" y="5670"/>
                  </a:cubicBezTo>
                  <a:cubicBezTo>
                    <a:pt x="1520" y="5606"/>
                    <a:pt x="1520" y="5480"/>
                    <a:pt x="1457" y="5448"/>
                  </a:cubicBezTo>
                  <a:cubicBezTo>
                    <a:pt x="729" y="4783"/>
                    <a:pt x="317" y="3833"/>
                    <a:pt x="317" y="2851"/>
                  </a:cubicBezTo>
                  <a:close/>
                </a:path>
              </a:pathLst>
            </a:custGeom>
            <a:solidFill>
              <a:srgbClr val="7823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8"/>
            <p:cNvSpPr/>
            <p:nvPr/>
          </p:nvSpPr>
          <p:spPr>
            <a:xfrm>
              <a:off x="4190400" y="3704225"/>
              <a:ext cx="79200" cy="163125"/>
            </a:xfrm>
            <a:custGeom>
              <a:rect b="b" l="l" r="r" t="t"/>
              <a:pathLst>
                <a:path extrusionOk="0" h="6525" w="3168">
                  <a:moveTo>
                    <a:pt x="1584" y="0"/>
                  </a:moveTo>
                  <a:cubicBezTo>
                    <a:pt x="698" y="0"/>
                    <a:pt x="1" y="697"/>
                    <a:pt x="1" y="1552"/>
                  </a:cubicBezTo>
                  <a:cubicBezTo>
                    <a:pt x="1" y="2217"/>
                    <a:pt x="413" y="2819"/>
                    <a:pt x="1046" y="3041"/>
                  </a:cubicBezTo>
                  <a:lnTo>
                    <a:pt x="1046" y="5986"/>
                  </a:lnTo>
                  <a:cubicBezTo>
                    <a:pt x="1046" y="6302"/>
                    <a:pt x="1299" y="6524"/>
                    <a:pt x="1584" y="6524"/>
                  </a:cubicBezTo>
                  <a:cubicBezTo>
                    <a:pt x="1869" y="6524"/>
                    <a:pt x="2123" y="6302"/>
                    <a:pt x="2123" y="5986"/>
                  </a:cubicBezTo>
                  <a:lnTo>
                    <a:pt x="2123" y="3041"/>
                  </a:lnTo>
                  <a:cubicBezTo>
                    <a:pt x="2725" y="2819"/>
                    <a:pt x="3168" y="2249"/>
                    <a:pt x="3168" y="1552"/>
                  </a:cubicBezTo>
                  <a:cubicBezTo>
                    <a:pt x="3168" y="697"/>
                    <a:pt x="2440" y="0"/>
                    <a:pt x="1584" y="0"/>
                  </a:cubicBezTo>
                  <a:close/>
                  <a:moveTo>
                    <a:pt x="1901" y="2787"/>
                  </a:moveTo>
                  <a:cubicBezTo>
                    <a:pt x="1838" y="2787"/>
                    <a:pt x="1806" y="2851"/>
                    <a:pt x="1806" y="2946"/>
                  </a:cubicBezTo>
                  <a:lnTo>
                    <a:pt x="1806" y="5986"/>
                  </a:lnTo>
                  <a:cubicBezTo>
                    <a:pt x="1806" y="6112"/>
                    <a:pt x="1711" y="6207"/>
                    <a:pt x="1584" y="6207"/>
                  </a:cubicBezTo>
                  <a:cubicBezTo>
                    <a:pt x="1458" y="6207"/>
                    <a:pt x="1363" y="6112"/>
                    <a:pt x="1363" y="5986"/>
                  </a:cubicBezTo>
                  <a:lnTo>
                    <a:pt x="1363" y="2946"/>
                  </a:lnTo>
                  <a:cubicBezTo>
                    <a:pt x="1363" y="2851"/>
                    <a:pt x="1299" y="2787"/>
                    <a:pt x="1236" y="2787"/>
                  </a:cubicBezTo>
                  <a:cubicBezTo>
                    <a:pt x="698" y="2629"/>
                    <a:pt x="318" y="2122"/>
                    <a:pt x="318" y="1552"/>
                  </a:cubicBezTo>
                  <a:cubicBezTo>
                    <a:pt x="318" y="887"/>
                    <a:pt x="888" y="317"/>
                    <a:pt x="1584" y="317"/>
                  </a:cubicBezTo>
                  <a:cubicBezTo>
                    <a:pt x="2281" y="317"/>
                    <a:pt x="2851" y="855"/>
                    <a:pt x="2851" y="1552"/>
                  </a:cubicBezTo>
                  <a:cubicBezTo>
                    <a:pt x="2851" y="2122"/>
                    <a:pt x="2471" y="2629"/>
                    <a:pt x="1901" y="2787"/>
                  </a:cubicBezTo>
                  <a:close/>
                </a:path>
              </a:pathLst>
            </a:custGeom>
            <a:solidFill>
              <a:srgbClr val="7823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8"/>
            <p:cNvSpPr/>
            <p:nvPr/>
          </p:nvSpPr>
          <p:spPr>
            <a:xfrm>
              <a:off x="4269575" y="3690700"/>
              <a:ext cx="30125" cy="105375"/>
            </a:xfrm>
            <a:custGeom>
              <a:rect b="b" l="l" r="r" t="t"/>
              <a:pathLst>
                <a:path extrusionOk="0" h="4215" w="1205">
                  <a:moveTo>
                    <a:pt x="203" y="0"/>
                  </a:moveTo>
                  <a:cubicBezTo>
                    <a:pt x="155" y="0"/>
                    <a:pt x="103" y="27"/>
                    <a:pt x="64" y="66"/>
                  </a:cubicBezTo>
                  <a:cubicBezTo>
                    <a:pt x="1" y="130"/>
                    <a:pt x="33" y="225"/>
                    <a:pt x="96" y="288"/>
                  </a:cubicBezTo>
                  <a:cubicBezTo>
                    <a:pt x="603" y="731"/>
                    <a:pt x="888" y="1396"/>
                    <a:pt x="888" y="2093"/>
                  </a:cubicBezTo>
                  <a:cubicBezTo>
                    <a:pt x="888" y="2790"/>
                    <a:pt x="603" y="3455"/>
                    <a:pt x="96" y="3930"/>
                  </a:cubicBezTo>
                  <a:cubicBezTo>
                    <a:pt x="33" y="3993"/>
                    <a:pt x="1" y="4088"/>
                    <a:pt x="64" y="4152"/>
                  </a:cubicBezTo>
                  <a:cubicBezTo>
                    <a:pt x="96" y="4183"/>
                    <a:pt x="159" y="4215"/>
                    <a:pt x="191" y="4215"/>
                  </a:cubicBezTo>
                  <a:cubicBezTo>
                    <a:pt x="223" y="4215"/>
                    <a:pt x="286" y="4183"/>
                    <a:pt x="286" y="4152"/>
                  </a:cubicBezTo>
                  <a:cubicBezTo>
                    <a:pt x="888" y="3645"/>
                    <a:pt x="1204" y="2885"/>
                    <a:pt x="1204" y="2093"/>
                  </a:cubicBezTo>
                  <a:cubicBezTo>
                    <a:pt x="1204" y="1333"/>
                    <a:pt x="888" y="573"/>
                    <a:pt x="286" y="35"/>
                  </a:cubicBezTo>
                  <a:cubicBezTo>
                    <a:pt x="262" y="10"/>
                    <a:pt x="233" y="0"/>
                    <a:pt x="203" y="0"/>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18"/>
            <p:cNvSpPr/>
            <p:nvPr/>
          </p:nvSpPr>
          <p:spPr>
            <a:xfrm>
              <a:off x="4287000" y="3672150"/>
              <a:ext cx="38025" cy="142150"/>
            </a:xfrm>
            <a:custGeom>
              <a:rect b="b" l="l" r="r" t="t"/>
              <a:pathLst>
                <a:path extrusionOk="0" h="5686" w="1521">
                  <a:moveTo>
                    <a:pt x="175" y="1"/>
                  </a:moveTo>
                  <a:cubicBezTo>
                    <a:pt x="135" y="1"/>
                    <a:pt x="96" y="17"/>
                    <a:pt x="64" y="48"/>
                  </a:cubicBezTo>
                  <a:cubicBezTo>
                    <a:pt x="1" y="112"/>
                    <a:pt x="1" y="238"/>
                    <a:pt x="64" y="270"/>
                  </a:cubicBezTo>
                  <a:cubicBezTo>
                    <a:pt x="792" y="935"/>
                    <a:pt x="1204" y="1885"/>
                    <a:pt x="1204" y="2835"/>
                  </a:cubicBezTo>
                  <a:cubicBezTo>
                    <a:pt x="1204" y="3817"/>
                    <a:pt x="792" y="4767"/>
                    <a:pt x="64" y="5400"/>
                  </a:cubicBezTo>
                  <a:cubicBezTo>
                    <a:pt x="1" y="5464"/>
                    <a:pt x="1" y="5590"/>
                    <a:pt x="64" y="5654"/>
                  </a:cubicBezTo>
                  <a:cubicBezTo>
                    <a:pt x="96" y="5685"/>
                    <a:pt x="127" y="5685"/>
                    <a:pt x="159" y="5685"/>
                  </a:cubicBezTo>
                  <a:cubicBezTo>
                    <a:pt x="222" y="5685"/>
                    <a:pt x="254" y="5685"/>
                    <a:pt x="286" y="5654"/>
                  </a:cubicBezTo>
                  <a:cubicBezTo>
                    <a:pt x="1077" y="4925"/>
                    <a:pt x="1521" y="3912"/>
                    <a:pt x="1521" y="2835"/>
                  </a:cubicBezTo>
                  <a:cubicBezTo>
                    <a:pt x="1521" y="1790"/>
                    <a:pt x="1077" y="745"/>
                    <a:pt x="286" y="48"/>
                  </a:cubicBezTo>
                  <a:cubicBezTo>
                    <a:pt x="254" y="17"/>
                    <a:pt x="214" y="1"/>
                    <a:pt x="175"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18"/>
            <p:cNvSpPr/>
            <p:nvPr/>
          </p:nvSpPr>
          <p:spPr>
            <a:xfrm>
              <a:off x="4160325" y="3690700"/>
              <a:ext cx="29325" cy="105375"/>
            </a:xfrm>
            <a:custGeom>
              <a:rect b="b" l="l" r="r" t="t"/>
              <a:pathLst>
                <a:path extrusionOk="0" h="4215" w="1173">
                  <a:moveTo>
                    <a:pt x="981" y="0"/>
                  </a:moveTo>
                  <a:cubicBezTo>
                    <a:pt x="945" y="0"/>
                    <a:pt x="911" y="10"/>
                    <a:pt x="887" y="35"/>
                  </a:cubicBezTo>
                  <a:cubicBezTo>
                    <a:pt x="317" y="573"/>
                    <a:pt x="1" y="1333"/>
                    <a:pt x="1" y="2093"/>
                  </a:cubicBezTo>
                  <a:cubicBezTo>
                    <a:pt x="1" y="2885"/>
                    <a:pt x="317" y="3645"/>
                    <a:pt x="887" y="4183"/>
                  </a:cubicBezTo>
                  <a:cubicBezTo>
                    <a:pt x="919" y="4183"/>
                    <a:pt x="982" y="4215"/>
                    <a:pt x="1014" y="4215"/>
                  </a:cubicBezTo>
                  <a:cubicBezTo>
                    <a:pt x="1046" y="4215"/>
                    <a:pt x="1109" y="4183"/>
                    <a:pt x="1141" y="4152"/>
                  </a:cubicBezTo>
                  <a:cubicBezTo>
                    <a:pt x="1172" y="4088"/>
                    <a:pt x="1172" y="3993"/>
                    <a:pt x="1109" y="3930"/>
                  </a:cubicBezTo>
                  <a:cubicBezTo>
                    <a:pt x="602" y="3455"/>
                    <a:pt x="317" y="2790"/>
                    <a:pt x="317" y="2125"/>
                  </a:cubicBezTo>
                  <a:cubicBezTo>
                    <a:pt x="317" y="1428"/>
                    <a:pt x="602" y="763"/>
                    <a:pt x="1109" y="288"/>
                  </a:cubicBezTo>
                  <a:cubicBezTo>
                    <a:pt x="1172" y="225"/>
                    <a:pt x="1172" y="130"/>
                    <a:pt x="1141" y="66"/>
                  </a:cubicBezTo>
                  <a:cubicBezTo>
                    <a:pt x="1102" y="27"/>
                    <a:pt x="1038" y="0"/>
                    <a:pt x="981" y="0"/>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8"/>
            <p:cNvSpPr/>
            <p:nvPr/>
          </p:nvSpPr>
          <p:spPr>
            <a:xfrm>
              <a:off x="4135000" y="3672150"/>
              <a:ext cx="38025" cy="142150"/>
            </a:xfrm>
            <a:custGeom>
              <a:rect b="b" l="l" r="r" t="t"/>
              <a:pathLst>
                <a:path extrusionOk="0" h="5686" w="1521">
                  <a:moveTo>
                    <a:pt x="1346" y="1"/>
                  </a:moveTo>
                  <a:cubicBezTo>
                    <a:pt x="1307" y="1"/>
                    <a:pt x="1267" y="17"/>
                    <a:pt x="1235" y="48"/>
                  </a:cubicBezTo>
                  <a:cubicBezTo>
                    <a:pt x="444" y="777"/>
                    <a:pt x="0" y="1790"/>
                    <a:pt x="0" y="2835"/>
                  </a:cubicBezTo>
                  <a:cubicBezTo>
                    <a:pt x="0" y="3912"/>
                    <a:pt x="444" y="4925"/>
                    <a:pt x="1235" y="5654"/>
                  </a:cubicBezTo>
                  <a:cubicBezTo>
                    <a:pt x="1267" y="5685"/>
                    <a:pt x="1299" y="5685"/>
                    <a:pt x="1362" y="5685"/>
                  </a:cubicBezTo>
                  <a:cubicBezTo>
                    <a:pt x="1394" y="5685"/>
                    <a:pt x="1425" y="5685"/>
                    <a:pt x="1457" y="5654"/>
                  </a:cubicBezTo>
                  <a:cubicBezTo>
                    <a:pt x="1520" y="5590"/>
                    <a:pt x="1520" y="5464"/>
                    <a:pt x="1457" y="5432"/>
                  </a:cubicBezTo>
                  <a:cubicBezTo>
                    <a:pt x="729" y="4767"/>
                    <a:pt x="317" y="3817"/>
                    <a:pt x="317" y="2835"/>
                  </a:cubicBezTo>
                  <a:cubicBezTo>
                    <a:pt x="317" y="1885"/>
                    <a:pt x="729" y="935"/>
                    <a:pt x="1457" y="270"/>
                  </a:cubicBezTo>
                  <a:cubicBezTo>
                    <a:pt x="1520" y="238"/>
                    <a:pt x="1520" y="112"/>
                    <a:pt x="1457" y="48"/>
                  </a:cubicBezTo>
                  <a:cubicBezTo>
                    <a:pt x="1425" y="17"/>
                    <a:pt x="1386" y="1"/>
                    <a:pt x="1346"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18"/>
            <p:cNvSpPr/>
            <p:nvPr/>
          </p:nvSpPr>
          <p:spPr>
            <a:xfrm>
              <a:off x="4190400" y="3704225"/>
              <a:ext cx="79200" cy="163125"/>
            </a:xfrm>
            <a:custGeom>
              <a:rect b="b" l="l" r="r" t="t"/>
              <a:pathLst>
                <a:path extrusionOk="0" h="6525" w="3168">
                  <a:moveTo>
                    <a:pt x="1584" y="317"/>
                  </a:moveTo>
                  <a:cubicBezTo>
                    <a:pt x="2281" y="317"/>
                    <a:pt x="2851" y="855"/>
                    <a:pt x="2851" y="1552"/>
                  </a:cubicBezTo>
                  <a:cubicBezTo>
                    <a:pt x="2851" y="2122"/>
                    <a:pt x="2471" y="2629"/>
                    <a:pt x="1901" y="2787"/>
                  </a:cubicBezTo>
                  <a:cubicBezTo>
                    <a:pt x="1838" y="2787"/>
                    <a:pt x="1806" y="2851"/>
                    <a:pt x="1806" y="2946"/>
                  </a:cubicBezTo>
                  <a:lnTo>
                    <a:pt x="1806" y="5986"/>
                  </a:lnTo>
                  <a:cubicBezTo>
                    <a:pt x="1806" y="6112"/>
                    <a:pt x="1711" y="6207"/>
                    <a:pt x="1584" y="6207"/>
                  </a:cubicBezTo>
                  <a:cubicBezTo>
                    <a:pt x="1458" y="6207"/>
                    <a:pt x="1363" y="6112"/>
                    <a:pt x="1363" y="5986"/>
                  </a:cubicBezTo>
                  <a:lnTo>
                    <a:pt x="1363" y="2946"/>
                  </a:lnTo>
                  <a:cubicBezTo>
                    <a:pt x="1363" y="2851"/>
                    <a:pt x="1299" y="2787"/>
                    <a:pt x="1236" y="2787"/>
                  </a:cubicBezTo>
                  <a:cubicBezTo>
                    <a:pt x="698" y="2629"/>
                    <a:pt x="318" y="2122"/>
                    <a:pt x="318" y="1552"/>
                  </a:cubicBezTo>
                  <a:cubicBezTo>
                    <a:pt x="318" y="887"/>
                    <a:pt x="888" y="317"/>
                    <a:pt x="1584" y="317"/>
                  </a:cubicBezTo>
                  <a:close/>
                  <a:moveTo>
                    <a:pt x="1584" y="0"/>
                  </a:moveTo>
                  <a:cubicBezTo>
                    <a:pt x="698" y="0"/>
                    <a:pt x="1" y="697"/>
                    <a:pt x="1" y="1552"/>
                  </a:cubicBezTo>
                  <a:cubicBezTo>
                    <a:pt x="1" y="2217"/>
                    <a:pt x="413" y="2819"/>
                    <a:pt x="1046" y="3041"/>
                  </a:cubicBezTo>
                  <a:lnTo>
                    <a:pt x="1046" y="5986"/>
                  </a:lnTo>
                  <a:cubicBezTo>
                    <a:pt x="1046" y="6302"/>
                    <a:pt x="1299" y="6524"/>
                    <a:pt x="1584" y="6524"/>
                  </a:cubicBezTo>
                  <a:cubicBezTo>
                    <a:pt x="1869" y="6524"/>
                    <a:pt x="2123" y="6302"/>
                    <a:pt x="2123" y="5986"/>
                  </a:cubicBezTo>
                  <a:lnTo>
                    <a:pt x="2123" y="3041"/>
                  </a:lnTo>
                  <a:cubicBezTo>
                    <a:pt x="2725" y="2819"/>
                    <a:pt x="3168" y="2249"/>
                    <a:pt x="3168" y="1552"/>
                  </a:cubicBezTo>
                  <a:cubicBezTo>
                    <a:pt x="3168" y="697"/>
                    <a:pt x="2440" y="0"/>
                    <a:pt x="1584" y="0"/>
                  </a:cubicBez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18"/>
            <p:cNvSpPr/>
            <p:nvPr/>
          </p:nvSpPr>
          <p:spPr>
            <a:xfrm>
              <a:off x="4269575" y="3689975"/>
              <a:ext cx="30125" cy="106100"/>
            </a:xfrm>
            <a:custGeom>
              <a:rect b="b" l="l" r="r" t="t"/>
              <a:pathLst>
                <a:path extrusionOk="0" fill="none" h="4244" w="1205">
                  <a:moveTo>
                    <a:pt x="286" y="64"/>
                  </a:moveTo>
                  <a:cubicBezTo>
                    <a:pt x="223" y="0"/>
                    <a:pt x="128" y="32"/>
                    <a:pt x="64" y="95"/>
                  </a:cubicBezTo>
                  <a:cubicBezTo>
                    <a:pt x="1" y="159"/>
                    <a:pt x="33" y="254"/>
                    <a:pt x="96" y="317"/>
                  </a:cubicBezTo>
                  <a:cubicBezTo>
                    <a:pt x="603" y="760"/>
                    <a:pt x="888" y="1425"/>
                    <a:pt x="888" y="2122"/>
                  </a:cubicBezTo>
                  <a:cubicBezTo>
                    <a:pt x="888" y="2819"/>
                    <a:pt x="603" y="3484"/>
                    <a:pt x="96" y="3959"/>
                  </a:cubicBezTo>
                  <a:cubicBezTo>
                    <a:pt x="33" y="4022"/>
                    <a:pt x="1" y="4117"/>
                    <a:pt x="64" y="4181"/>
                  </a:cubicBezTo>
                  <a:cubicBezTo>
                    <a:pt x="96" y="4212"/>
                    <a:pt x="159" y="4244"/>
                    <a:pt x="191" y="4244"/>
                  </a:cubicBezTo>
                  <a:cubicBezTo>
                    <a:pt x="223" y="4244"/>
                    <a:pt x="286" y="4212"/>
                    <a:pt x="286" y="4181"/>
                  </a:cubicBezTo>
                  <a:cubicBezTo>
                    <a:pt x="888" y="3674"/>
                    <a:pt x="1204" y="2914"/>
                    <a:pt x="1204" y="2122"/>
                  </a:cubicBezTo>
                  <a:cubicBezTo>
                    <a:pt x="1204" y="1362"/>
                    <a:pt x="888" y="602"/>
                    <a:pt x="286" y="64"/>
                  </a:cubicBez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8"/>
            <p:cNvSpPr/>
            <p:nvPr/>
          </p:nvSpPr>
          <p:spPr>
            <a:xfrm>
              <a:off x="4287000" y="3671750"/>
              <a:ext cx="38025" cy="142550"/>
            </a:xfrm>
            <a:custGeom>
              <a:rect b="b" l="l" r="r" t="t"/>
              <a:pathLst>
                <a:path extrusionOk="0" fill="none" h="5702" w="1521">
                  <a:moveTo>
                    <a:pt x="286" y="64"/>
                  </a:moveTo>
                  <a:cubicBezTo>
                    <a:pt x="222" y="1"/>
                    <a:pt x="127" y="1"/>
                    <a:pt x="64" y="64"/>
                  </a:cubicBezTo>
                  <a:cubicBezTo>
                    <a:pt x="1" y="128"/>
                    <a:pt x="1" y="254"/>
                    <a:pt x="64" y="286"/>
                  </a:cubicBezTo>
                  <a:cubicBezTo>
                    <a:pt x="792" y="951"/>
                    <a:pt x="1204" y="1901"/>
                    <a:pt x="1204" y="2851"/>
                  </a:cubicBezTo>
                  <a:cubicBezTo>
                    <a:pt x="1204" y="3833"/>
                    <a:pt x="792" y="4783"/>
                    <a:pt x="64" y="5416"/>
                  </a:cubicBezTo>
                  <a:cubicBezTo>
                    <a:pt x="1" y="5480"/>
                    <a:pt x="1" y="5606"/>
                    <a:pt x="64" y="5670"/>
                  </a:cubicBezTo>
                  <a:cubicBezTo>
                    <a:pt x="96" y="5701"/>
                    <a:pt x="127" y="5701"/>
                    <a:pt x="159" y="5701"/>
                  </a:cubicBezTo>
                  <a:cubicBezTo>
                    <a:pt x="222" y="5701"/>
                    <a:pt x="254" y="5701"/>
                    <a:pt x="286" y="5670"/>
                  </a:cubicBezTo>
                  <a:cubicBezTo>
                    <a:pt x="1077" y="4941"/>
                    <a:pt x="1521" y="3928"/>
                    <a:pt x="1521" y="2851"/>
                  </a:cubicBezTo>
                  <a:cubicBezTo>
                    <a:pt x="1521" y="1806"/>
                    <a:pt x="1077" y="761"/>
                    <a:pt x="286" y="64"/>
                  </a:cubicBez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8"/>
            <p:cNvSpPr/>
            <p:nvPr/>
          </p:nvSpPr>
          <p:spPr>
            <a:xfrm>
              <a:off x="4160325" y="3689975"/>
              <a:ext cx="29325" cy="106100"/>
            </a:xfrm>
            <a:custGeom>
              <a:rect b="b" l="l" r="r" t="t"/>
              <a:pathLst>
                <a:path extrusionOk="0" fill="none" h="4244" w="1173">
                  <a:moveTo>
                    <a:pt x="1141" y="95"/>
                  </a:moveTo>
                  <a:cubicBezTo>
                    <a:pt x="1077" y="32"/>
                    <a:pt x="951" y="0"/>
                    <a:pt x="887" y="64"/>
                  </a:cubicBezTo>
                  <a:cubicBezTo>
                    <a:pt x="317" y="602"/>
                    <a:pt x="1" y="1362"/>
                    <a:pt x="1" y="2122"/>
                  </a:cubicBezTo>
                  <a:cubicBezTo>
                    <a:pt x="1" y="2914"/>
                    <a:pt x="317" y="3674"/>
                    <a:pt x="887" y="4212"/>
                  </a:cubicBezTo>
                  <a:cubicBezTo>
                    <a:pt x="919" y="4212"/>
                    <a:pt x="982" y="4244"/>
                    <a:pt x="1014" y="4244"/>
                  </a:cubicBezTo>
                  <a:cubicBezTo>
                    <a:pt x="1046" y="4244"/>
                    <a:pt x="1109" y="4212"/>
                    <a:pt x="1141" y="4181"/>
                  </a:cubicBezTo>
                  <a:cubicBezTo>
                    <a:pt x="1172" y="4117"/>
                    <a:pt x="1172" y="4022"/>
                    <a:pt x="1109" y="3959"/>
                  </a:cubicBezTo>
                  <a:cubicBezTo>
                    <a:pt x="602" y="3484"/>
                    <a:pt x="317" y="2819"/>
                    <a:pt x="317" y="2154"/>
                  </a:cubicBezTo>
                  <a:cubicBezTo>
                    <a:pt x="317" y="1457"/>
                    <a:pt x="602" y="792"/>
                    <a:pt x="1109" y="317"/>
                  </a:cubicBezTo>
                  <a:cubicBezTo>
                    <a:pt x="1172" y="254"/>
                    <a:pt x="1172" y="159"/>
                    <a:pt x="1141" y="95"/>
                  </a:cubicBez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18"/>
            <p:cNvSpPr/>
            <p:nvPr/>
          </p:nvSpPr>
          <p:spPr>
            <a:xfrm>
              <a:off x="4135000" y="3671750"/>
              <a:ext cx="38025" cy="142550"/>
            </a:xfrm>
            <a:custGeom>
              <a:rect b="b" l="l" r="r" t="t"/>
              <a:pathLst>
                <a:path extrusionOk="0" fill="none" h="5702" w="1521">
                  <a:moveTo>
                    <a:pt x="317" y="2851"/>
                  </a:moveTo>
                  <a:cubicBezTo>
                    <a:pt x="317" y="1901"/>
                    <a:pt x="729" y="951"/>
                    <a:pt x="1457" y="286"/>
                  </a:cubicBezTo>
                  <a:cubicBezTo>
                    <a:pt x="1520" y="254"/>
                    <a:pt x="1520" y="128"/>
                    <a:pt x="1457" y="64"/>
                  </a:cubicBezTo>
                  <a:cubicBezTo>
                    <a:pt x="1394" y="1"/>
                    <a:pt x="1299" y="1"/>
                    <a:pt x="1235" y="64"/>
                  </a:cubicBezTo>
                  <a:cubicBezTo>
                    <a:pt x="444" y="793"/>
                    <a:pt x="0" y="1806"/>
                    <a:pt x="0" y="2851"/>
                  </a:cubicBezTo>
                  <a:cubicBezTo>
                    <a:pt x="0" y="3928"/>
                    <a:pt x="444" y="4941"/>
                    <a:pt x="1235" y="5670"/>
                  </a:cubicBezTo>
                  <a:cubicBezTo>
                    <a:pt x="1267" y="5701"/>
                    <a:pt x="1299" y="5701"/>
                    <a:pt x="1362" y="5701"/>
                  </a:cubicBezTo>
                  <a:cubicBezTo>
                    <a:pt x="1394" y="5701"/>
                    <a:pt x="1425" y="5701"/>
                    <a:pt x="1457" y="5670"/>
                  </a:cubicBezTo>
                  <a:cubicBezTo>
                    <a:pt x="1520" y="5606"/>
                    <a:pt x="1520" y="5480"/>
                    <a:pt x="1457" y="5448"/>
                  </a:cubicBezTo>
                  <a:cubicBezTo>
                    <a:pt x="729" y="4783"/>
                    <a:pt x="317" y="3833"/>
                    <a:pt x="317" y="2851"/>
                  </a:cubicBez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8"/>
            <p:cNvSpPr/>
            <p:nvPr/>
          </p:nvSpPr>
          <p:spPr>
            <a:xfrm>
              <a:off x="4190400" y="3704225"/>
              <a:ext cx="79200" cy="163125"/>
            </a:xfrm>
            <a:custGeom>
              <a:rect b="b" l="l" r="r" t="t"/>
              <a:pathLst>
                <a:path extrusionOk="0" fill="none" h="6525" w="3168">
                  <a:moveTo>
                    <a:pt x="1584" y="0"/>
                  </a:moveTo>
                  <a:cubicBezTo>
                    <a:pt x="698" y="0"/>
                    <a:pt x="1" y="697"/>
                    <a:pt x="1" y="1552"/>
                  </a:cubicBezTo>
                  <a:cubicBezTo>
                    <a:pt x="1" y="2217"/>
                    <a:pt x="413" y="2819"/>
                    <a:pt x="1046" y="3041"/>
                  </a:cubicBezTo>
                  <a:lnTo>
                    <a:pt x="1046" y="5986"/>
                  </a:lnTo>
                  <a:cubicBezTo>
                    <a:pt x="1046" y="6302"/>
                    <a:pt x="1299" y="6524"/>
                    <a:pt x="1584" y="6524"/>
                  </a:cubicBezTo>
                  <a:cubicBezTo>
                    <a:pt x="1869" y="6524"/>
                    <a:pt x="2123" y="6302"/>
                    <a:pt x="2123" y="5986"/>
                  </a:cubicBezTo>
                  <a:lnTo>
                    <a:pt x="2123" y="3041"/>
                  </a:lnTo>
                  <a:cubicBezTo>
                    <a:pt x="2725" y="2819"/>
                    <a:pt x="3168" y="2249"/>
                    <a:pt x="3168" y="1552"/>
                  </a:cubicBezTo>
                  <a:cubicBezTo>
                    <a:pt x="3168" y="697"/>
                    <a:pt x="2440" y="0"/>
                    <a:pt x="1584" y="0"/>
                  </a:cubicBezTo>
                  <a:close/>
                  <a:moveTo>
                    <a:pt x="1901" y="2787"/>
                  </a:moveTo>
                  <a:cubicBezTo>
                    <a:pt x="1838" y="2787"/>
                    <a:pt x="1806" y="2851"/>
                    <a:pt x="1806" y="2946"/>
                  </a:cubicBezTo>
                  <a:lnTo>
                    <a:pt x="1806" y="5986"/>
                  </a:lnTo>
                  <a:cubicBezTo>
                    <a:pt x="1806" y="6112"/>
                    <a:pt x="1711" y="6207"/>
                    <a:pt x="1584" y="6207"/>
                  </a:cubicBezTo>
                  <a:cubicBezTo>
                    <a:pt x="1458" y="6207"/>
                    <a:pt x="1363" y="6112"/>
                    <a:pt x="1363" y="5986"/>
                  </a:cubicBezTo>
                  <a:lnTo>
                    <a:pt x="1363" y="2946"/>
                  </a:lnTo>
                  <a:cubicBezTo>
                    <a:pt x="1363" y="2851"/>
                    <a:pt x="1299" y="2787"/>
                    <a:pt x="1236" y="2787"/>
                  </a:cubicBezTo>
                  <a:cubicBezTo>
                    <a:pt x="698" y="2629"/>
                    <a:pt x="318" y="2122"/>
                    <a:pt x="318" y="1552"/>
                  </a:cubicBezTo>
                  <a:cubicBezTo>
                    <a:pt x="318" y="887"/>
                    <a:pt x="888" y="317"/>
                    <a:pt x="1584" y="317"/>
                  </a:cubicBezTo>
                  <a:cubicBezTo>
                    <a:pt x="2281" y="317"/>
                    <a:pt x="2851" y="855"/>
                    <a:pt x="2851" y="1552"/>
                  </a:cubicBezTo>
                  <a:cubicBezTo>
                    <a:pt x="2851" y="2122"/>
                    <a:pt x="2471" y="2629"/>
                    <a:pt x="1901" y="2787"/>
                  </a:cubicBezTo>
                  <a:close/>
                </a:path>
              </a:pathLst>
            </a:custGeom>
            <a:noFill/>
            <a:ln cap="flat" cmpd="sng" w="2375">
              <a:solidFill>
                <a:srgbClr val="30475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18"/>
            <p:cNvSpPr/>
            <p:nvPr/>
          </p:nvSpPr>
          <p:spPr>
            <a:xfrm>
              <a:off x="595975" y="3956000"/>
              <a:ext cx="3262725" cy="581150"/>
            </a:xfrm>
            <a:custGeom>
              <a:rect b="b" l="l" r="r" t="t"/>
              <a:pathLst>
                <a:path extrusionOk="0" h="23246" w="130509">
                  <a:moveTo>
                    <a:pt x="3421" y="0"/>
                  </a:moveTo>
                  <a:cubicBezTo>
                    <a:pt x="1521" y="0"/>
                    <a:pt x="0" y="1520"/>
                    <a:pt x="0" y="3420"/>
                  </a:cubicBezTo>
                  <a:lnTo>
                    <a:pt x="0" y="19825"/>
                  </a:lnTo>
                  <a:cubicBezTo>
                    <a:pt x="0" y="21725"/>
                    <a:pt x="1521" y="23245"/>
                    <a:pt x="3421" y="23245"/>
                  </a:cubicBezTo>
                  <a:lnTo>
                    <a:pt x="92822" y="23245"/>
                  </a:lnTo>
                  <a:cubicBezTo>
                    <a:pt x="94723" y="23245"/>
                    <a:pt x="96274" y="21725"/>
                    <a:pt x="96274" y="19825"/>
                  </a:cubicBezTo>
                  <a:lnTo>
                    <a:pt x="96274" y="15360"/>
                  </a:lnTo>
                  <a:cubicBezTo>
                    <a:pt x="96325" y="13189"/>
                    <a:pt x="97823" y="12002"/>
                    <a:pt x="99487" y="12002"/>
                  </a:cubicBezTo>
                  <a:cubicBezTo>
                    <a:pt x="100956" y="12002"/>
                    <a:pt x="102554" y="12927"/>
                    <a:pt x="103400" y="14916"/>
                  </a:cubicBezTo>
                  <a:cubicBezTo>
                    <a:pt x="104667" y="17893"/>
                    <a:pt x="107612" y="19951"/>
                    <a:pt x="111032" y="19951"/>
                  </a:cubicBezTo>
                  <a:cubicBezTo>
                    <a:pt x="114389" y="19951"/>
                    <a:pt x="117271" y="17956"/>
                    <a:pt x="118601" y="15106"/>
                  </a:cubicBezTo>
                  <a:lnTo>
                    <a:pt x="118601" y="15138"/>
                  </a:lnTo>
                  <a:cubicBezTo>
                    <a:pt x="119815" y="12827"/>
                    <a:pt x="121700" y="11944"/>
                    <a:pt x="123381" y="11944"/>
                  </a:cubicBezTo>
                  <a:cubicBezTo>
                    <a:pt x="123980" y="11944"/>
                    <a:pt x="124554" y="12056"/>
                    <a:pt x="125062" y="12256"/>
                  </a:cubicBezTo>
                  <a:cubicBezTo>
                    <a:pt x="125125" y="12288"/>
                    <a:pt x="125188" y="12319"/>
                    <a:pt x="125252" y="12351"/>
                  </a:cubicBezTo>
                  <a:cubicBezTo>
                    <a:pt x="125315" y="12383"/>
                    <a:pt x="125378" y="12414"/>
                    <a:pt x="125410" y="12414"/>
                  </a:cubicBezTo>
                  <a:cubicBezTo>
                    <a:pt x="125505" y="12478"/>
                    <a:pt x="125568" y="12509"/>
                    <a:pt x="125632" y="12541"/>
                  </a:cubicBezTo>
                  <a:cubicBezTo>
                    <a:pt x="126138" y="12858"/>
                    <a:pt x="126392" y="13238"/>
                    <a:pt x="126645" y="13396"/>
                  </a:cubicBezTo>
                  <a:cubicBezTo>
                    <a:pt x="127057" y="13744"/>
                    <a:pt x="127563" y="13966"/>
                    <a:pt x="128165" y="13966"/>
                  </a:cubicBezTo>
                  <a:cubicBezTo>
                    <a:pt x="129432" y="13966"/>
                    <a:pt x="130509" y="12921"/>
                    <a:pt x="130509" y="11623"/>
                  </a:cubicBezTo>
                  <a:cubicBezTo>
                    <a:pt x="130509" y="10324"/>
                    <a:pt x="129432" y="9279"/>
                    <a:pt x="128165" y="9279"/>
                  </a:cubicBezTo>
                  <a:cubicBezTo>
                    <a:pt x="127563" y="9279"/>
                    <a:pt x="127057" y="9469"/>
                    <a:pt x="126645" y="9817"/>
                  </a:cubicBezTo>
                  <a:cubicBezTo>
                    <a:pt x="126392" y="10007"/>
                    <a:pt x="126138" y="10356"/>
                    <a:pt x="125632" y="10704"/>
                  </a:cubicBezTo>
                  <a:cubicBezTo>
                    <a:pt x="125568" y="10736"/>
                    <a:pt x="125505" y="10768"/>
                    <a:pt x="125410" y="10799"/>
                  </a:cubicBezTo>
                  <a:cubicBezTo>
                    <a:pt x="125378" y="10831"/>
                    <a:pt x="125315" y="10863"/>
                    <a:pt x="125283" y="10894"/>
                  </a:cubicBezTo>
                  <a:cubicBezTo>
                    <a:pt x="125188" y="10926"/>
                    <a:pt x="125157" y="10958"/>
                    <a:pt x="125062" y="10958"/>
                  </a:cubicBezTo>
                  <a:cubicBezTo>
                    <a:pt x="124550" y="11167"/>
                    <a:pt x="123971" y="11284"/>
                    <a:pt x="123366" y="11284"/>
                  </a:cubicBezTo>
                  <a:cubicBezTo>
                    <a:pt x="121689" y="11284"/>
                    <a:pt x="119811" y="10388"/>
                    <a:pt x="118601" y="8107"/>
                  </a:cubicBezTo>
                  <a:cubicBezTo>
                    <a:pt x="117271" y="5257"/>
                    <a:pt x="114389" y="3294"/>
                    <a:pt x="111032" y="3294"/>
                  </a:cubicBezTo>
                  <a:cubicBezTo>
                    <a:pt x="107612" y="3294"/>
                    <a:pt x="104667" y="5352"/>
                    <a:pt x="103400" y="8329"/>
                  </a:cubicBezTo>
                  <a:lnTo>
                    <a:pt x="103400" y="8297"/>
                  </a:lnTo>
                  <a:cubicBezTo>
                    <a:pt x="102569" y="10287"/>
                    <a:pt x="100972" y="11211"/>
                    <a:pt x="99500" y="11211"/>
                  </a:cubicBezTo>
                  <a:cubicBezTo>
                    <a:pt x="97832" y="11211"/>
                    <a:pt x="96325" y="10024"/>
                    <a:pt x="96274" y="7854"/>
                  </a:cubicBezTo>
                  <a:lnTo>
                    <a:pt x="96274" y="3420"/>
                  </a:lnTo>
                  <a:cubicBezTo>
                    <a:pt x="96274" y="1520"/>
                    <a:pt x="94723" y="0"/>
                    <a:pt x="92822" y="0"/>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8"/>
            <p:cNvSpPr/>
            <p:nvPr/>
          </p:nvSpPr>
          <p:spPr>
            <a:xfrm>
              <a:off x="3201550" y="4076325"/>
              <a:ext cx="340475" cy="340475"/>
            </a:xfrm>
            <a:custGeom>
              <a:rect b="b" l="l" r="r" t="t"/>
              <a:pathLst>
                <a:path extrusionOk="0" h="13619" w="13619">
                  <a:moveTo>
                    <a:pt x="13618" y="6810"/>
                  </a:moveTo>
                  <a:cubicBezTo>
                    <a:pt x="13618" y="10578"/>
                    <a:pt x="10578" y="13618"/>
                    <a:pt x="6809" y="13618"/>
                  </a:cubicBezTo>
                  <a:cubicBezTo>
                    <a:pt x="3041" y="13618"/>
                    <a:pt x="0" y="10578"/>
                    <a:pt x="0" y="6810"/>
                  </a:cubicBezTo>
                  <a:cubicBezTo>
                    <a:pt x="0" y="3041"/>
                    <a:pt x="3041" y="1"/>
                    <a:pt x="6809" y="1"/>
                  </a:cubicBezTo>
                  <a:cubicBezTo>
                    <a:pt x="10578" y="1"/>
                    <a:pt x="13618" y="3041"/>
                    <a:pt x="13618" y="681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8"/>
            <p:cNvSpPr/>
            <p:nvPr/>
          </p:nvSpPr>
          <p:spPr>
            <a:xfrm>
              <a:off x="3769225" y="4215675"/>
              <a:ext cx="60975" cy="60975"/>
            </a:xfrm>
            <a:custGeom>
              <a:rect b="b" l="l" r="r" t="t"/>
              <a:pathLst>
                <a:path extrusionOk="0" h="2439" w="2439">
                  <a:moveTo>
                    <a:pt x="2439" y="1236"/>
                  </a:moveTo>
                  <a:cubicBezTo>
                    <a:pt x="2439" y="1901"/>
                    <a:pt x="1900" y="2439"/>
                    <a:pt x="1203" y="2439"/>
                  </a:cubicBezTo>
                  <a:cubicBezTo>
                    <a:pt x="538" y="2439"/>
                    <a:pt x="0" y="1901"/>
                    <a:pt x="0" y="1236"/>
                  </a:cubicBezTo>
                  <a:cubicBezTo>
                    <a:pt x="0" y="571"/>
                    <a:pt x="538" y="0"/>
                    <a:pt x="1203" y="0"/>
                  </a:cubicBezTo>
                  <a:cubicBezTo>
                    <a:pt x="1900" y="0"/>
                    <a:pt x="2439" y="571"/>
                    <a:pt x="2439" y="1236"/>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8"/>
            <p:cNvSpPr/>
            <p:nvPr/>
          </p:nvSpPr>
          <p:spPr>
            <a:xfrm>
              <a:off x="627650" y="3987650"/>
              <a:ext cx="2342725" cy="517825"/>
            </a:xfrm>
            <a:custGeom>
              <a:rect b="b" l="l" r="r" t="t"/>
              <a:pathLst>
                <a:path extrusionOk="0" h="20713" w="93709">
                  <a:moveTo>
                    <a:pt x="2154" y="1"/>
                  </a:moveTo>
                  <a:cubicBezTo>
                    <a:pt x="982" y="1"/>
                    <a:pt x="0" y="983"/>
                    <a:pt x="0" y="2154"/>
                  </a:cubicBezTo>
                  <a:lnTo>
                    <a:pt x="0" y="18559"/>
                  </a:lnTo>
                  <a:cubicBezTo>
                    <a:pt x="0" y="19731"/>
                    <a:pt x="982" y="20712"/>
                    <a:pt x="2154" y="20712"/>
                  </a:cubicBezTo>
                  <a:lnTo>
                    <a:pt x="91555" y="20712"/>
                  </a:lnTo>
                  <a:cubicBezTo>
                    <a:pt x="92759" y="20712"/>
                    <a:pt x="93709" y="19731"/>
                    <a:pt x="93709" y="18559"/>
                  </a:cubicBezTo>
                  <a:lnTo>
                    <a:pt x="93709" y="2154"/>
                  </a:lnTo>
                  <a:cubicBezTo>
                    <a:pt x="93709" y="983"/>
                    <a:pt x="92727" y="1"/>
                    <a:pt x="915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18"/>
            <p:cNvSpPr/>
            <p:nvPr/>
          </p:nvSpPr>
          <p:spPr>
            <a:xfrm>
              <a:off x="3332975" y="4198250"/>
              <a:ext cx="77600" cy="77625"/>
            </a:xfrm>
            <a:custGeom>
              <a:rect b="b" l="l" r="r" t="t"/>
              <a:pathLst>
                <a:path extrusionOk="0" h="3105" w="3104">
                  <a:moveTo>
                    <a:pt x="1552" y="317"/>
                  </a:moveTo>
                  <a:cubicBezTo>
                    <a:pt x="2249" y="317"/>
                    <a:pt x="2787" y="856"/>
                    <a:pt x="2787" y="1553"/>
                  </a:cubicBezTo>
                  <a:cubicBezTo>
                    <a:pt x="2787" y="2249"/>
                    <a:pt x="2249" y="2788"/>
                    <a:pt x="1552" y="2788"/>
                  </a:cubicBezTo>
                  <a:cubicBezTo>
                    <a:pt x="887" y="2788"/>
                    <a:pt x="317" y="2249"/>
                    <a:pt x="317" y="1553"/>
                  </a:cubicBezTo>
                  <a:cubicBezTo>
                    <a:pt x="317" y="856"/>
                    <a:pt x="855" y="317"/>
                    <a:pt x="1552" y="317"/>
                  </a:cubicBezTo>
                  <a:close/>
                  <a:moveTo>
                    <a:pt x="1552" y="1"/>
                  </a:moveTo>
                  <a:cubicBezTo>
                    <a:pt x="697" y="1"/>
                    <a:pt x="0" y="697"/>
                    <a:pt x="0" y="1553"/>
                  </a:cubicBezTo>
                  <a:cubicBezTo>
                    <a:pt x="0" y="2408"/>
                    <a:pt x="697" y="3104"/>
                    <a:pt x="1552" y="3104"/>
                  </a:cubicBezTo>
                  <a:cubicBezTo>
                    <a:pt x="2407" y="3104"/>
                    <a:pt x="3104" y="2408"/>
                    <a:pt x="3104" y="1553"/>
                  </a:cubicBezTo>
                  <a:cubicBezTo>
                    <a:pt x="3104" y="697"/>
                    <a:pt x="2407" y="1"/>
                    <a:pt x="1552" y="1"/>
                  </a:cubicBezTo>
                  <a:close/>
                </a:path>
              </a:pathLst>
            </a:custGeom>
            <a:solidFill>
              <a:srgbClr val="CECECE"/>
            </a:solidFill>
            <a:ln cap="flat" cmpd="sng" w="237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8"/>
            <p:cNvSpPr/>
            <p:nvPr/>
          </p:nvSpPr>
          <p:spPr>
            <a:xfrm>
              <a:off x="3259350" y="4134125"/>
              <a:ext cx="225650" cy="224875"/>
            </a:xfrm>
            <a:custGeom>
              <a:rect b="b" l="l" r="r" t="t"/>
              <a:pathLst>
                <a:path extrusionOk="0" h="8995" w="9026">
                  <a:moveTo>
                    <a:pt x="4497" y="317"/>
                  </a:moveTo>
                  <a:cubicBezTo>
                    <a:pt x="6809" y="317"/>
                    <a:pt x="8677" y="2186"/>
                    <a:pt x="8677" y="4498"/>
                  </a:cubicBezTo>
                  <a:cubicBezTo>
                    <a:pt x="8677" y="5923"/>
                    <a:pt x="7949" y="7221"/>
                    <a:pt x="6841" y="7949"/>
                  </a:cubicBezTo>
                  <a:cubicBezTo>
                    <a:pt x="6746" y="7411"/>
                    <a:pt x="6492" y="6936"/>
                    <a:pt x="6081" y="6588"/>
                  </a:cubicBezTo>
                  <a:cubicBezTo>
                    <a:pt x="5639" y="6176"/>
                    <a:pt x="5061" y="5983"/>
                    <a:pt x="4474" y="5983"/>
                  </a:cubicBezTo>
                  <a:cubicBezTo>
                    <a:pt x="4429" y="5983"/>
                    <a:pt x="4384" y="5984"/>
                    <a:pt x="4339" y="5986"/>
                  </a:cubicBezTo>
                  <a:cubicBezTo>
                    <a:pt x="3262" y="6049"/>
                    <a:pt x="2375" y="6873"/>
                    <a:pt x="2154" y="7981"/>
                  </a:cubicBezTo>
                  <a:cubicBezTo>
                    <a:pt x="1045" y="7221"/>
                    <a:pt x="317" y="5954"/>
                    <a:pt x="317" y="4498"/>
                  </a:cubicBezTo>
                  <a:cubicBezTo>
                    <a:pt x="317" y="2186"/>
                    <a:pt x="2185" y="317"/>
                    <a:pt x="4497" y="317"/>
                  </a:cubicBezTo>
                  <a:close/>
                  <a:moveTo>
                    <a:pt x="4487" y="6299"/>
                  </a:moveTo>
                  <a:cubicBezTo>
                    <a:pt x="4986" y="6299"/>
                    <a:pt x="5477" y="6486"/>
                    <a:pt x="5859" y="6809"/>
                  </a:cubicBezTo>
                  <a:cubicBezTo>
                    <a:pt x="6271" y="7158"/>
                    <a:pt x="6492" y="7633"/>
                    <a:pt x="6556" y="8139"/>
                  </a:cubicBezTo>
                  <a:cubicBezTo>
                    <a:pt x="5922" y="8488"/>
                    <a:pt x="5210" y="8662"/>
                    <a:pt x="4501" y="8662"/>
                  </a:cubicBezTo>
                  <a:cubicBezTo>
                    <a:pt x="3793" y="8662"/>
                    <a:pt x="3088" y="8488"/>
                    <a:pt x="2470" y="8139"/>
                  </a:cubicBezTo>
                  <a:cubicBezTo>
                    <a:pt x="2597" y="7158"/>
                    <a:pt x="3389" y="6366"/>
                    <a:pt x="4371" y="6303"/>
                  </a:cubicBezTo>
                  <a:cubicBezTo>
                    <a:pt x="4409" y="6300"/>
                    <a:pt x="4448" y="6299"/>
                    <a:pt x="4487" y="6299"/>
                  </a:cubicBezTo>
                  <a:close/>
                  <a:moveTo>
                    <a:pt x="4497" y="1"/>
                  </a:moveTo>
                  <a:cubicBezTo>
                    <a:pt x="2027" y="1"/>
                    <a:pt x="0" y="1996"/>
                    <a:pt x="0" y="4498"/>
                  </a:cubicBezTo>
                  <a:cubicBezTo>
                    <a:pt x="0" y="6113"/>
                    <a:pt x="855" y="7506"/>
                    <a:pt x="2122" y="8330"/>
                  </a:cubicBezTo>
                  <a:lnTo>
                    <a:pt x="2217" y="8361"/>
                  </a:lnTo>
                  <a:cubicBezTo>
                    <a:pt x="2217" y="8361"/>
                    <a:pt x="2217" y="8393"/>
                    <a:pt x="2249" y="8393"/>
                  </a:cubicBezTo>
                  <a:cubicBezTo>
                    <a:pt x="2312" y="8425"/>
                    <a:pt x="2375" y="8456"/>
                    <a:pt x="2470" y="8520"/>
                  </a:cubicBezTo>
                  <a:cubicBezTo>
                    <a:pt x="2502" y="8520"/>
                    <a:pt x="2534" y="8520"/>
                    <a:pt x="2534" y="8551"/>
                  </a:cubicBezTo>
                  <a:cubicBezTo>
                    <a:pt x="2660" y="8615"/>
                    <a:pt x="2819" y="8678"/>
                    <a:pt x="2945" y="8710"/>
                  </a:cubicBezTo>
                  <a:lnTo>
                    <a:pt x="3072" y="8773"/>
                  </a:lnTo>
                  <a:cubicBezTo>
                    <a:pt x="3135" y="8773"/>
                    <a:pt x="3199" y="8805"/>
                    <a:pt x="3262" y="8836"/>
                  </a:cubicBezTo>
                  <a:cubicBezTo>
                    <a:pt x="3325" y="8836"/>
                    <a:pt x="3420" y="8868"/>
                    <a:pt x="3484" y="8868"/>
                  </a:cubicBezTo>
                  <a:cubicBezTo>
                    <a:pt x="3547" y="8900"/>
                    <a:pt x="3610" y="8900"/>
                    <a:pt x="3674" y="8931"/>
                  </a:cubicBezTo>
                  <a:cubicBezTo>
                    <a:pt x="3769" y="8931"/>
                    <a:pt x="3895" y="8963"/>
                    <a:pt x="3990" y="8963"/>
                  </a:cubicBezTo>
                  <a:cubicBezTo>
                    <a:pt x="4022" y="8963"/>
                    <a:pt x="4054" y="8963"/>
                    <a:pt x="4117" y="8995"/>
                  </a:cubicBezTo>
                  <a:lnTo>
                    <a:pt x="4909" y="8995"/>
                  </a:lnTo>
                  <a:cubicBezTo>
                    <a:pt x="4941" y="8963"/>
                    <a:pt x="5004" y="8963"/>
                    <a:pt x="5036" y="8963"/>
                  </a:cubicBezTo>
                  <a:cubicBezTo>
                    <a:pt x="5131" y="8963"/>
                    <a:pt x="5226" y="8931"/>
                    <a:pt x="5321" y="8931"/>
                  </a:cubicBezTo>
                  <a:cubicBezTo>
                    <a:pt x="5416" y="8900"/>
                    <a:pt x="5479" y="8900"/>
                    <a:pt x="5542" y="8868"/>
                  </a:cubicBezTo>
                  <a:cubicBezTo>
                    <a:pt x="5606" y="8868"/>
                    <a:pt x="5669" y="8836"/>
                    <a:pt x="5732" y="8836"/>
                  </a:cubicBezTo>
                  <a:cubicBezTo>
                    <a:pt x="5796" y="8805"/>
                    <a:pt x="5891" y="8773"/>
                    <a:pt x="5954" y="8773"/>
                  </a:cubicBezTo>
                  <a:cubicBezTo>
                    <a:pt x="5986" y="8741"/>
                    <a:pt x="6017" y="8741"/>
                    <a:pt x="6081" y="8710"/>
                  </a:cubicBezTo>
                  <a:cubicBezTo>
                    <a:pt x="6207" y="8678"/>
                    <a:pt x="6334" y="8615"/>
                    <a:pt x="6461" y="8551"/>
                  </a:cubicBezTo>
                  <a:cubicBezTo>
                    <a:pt x="6492" y="8520"/>
                    <a:pt x="6524" y="8520"/>
                    <a:pt x="6556" y="8520"/>
                  </a:cubicBezTo>
                  <a:cubicBezTo>
                    <a:pt x="6619" y="8456"/>
                    <a:pt x="6682" y="8425"/>
                    <a:pt x="6777" y="8393"/>
                  </a:cubicBezTo>
                  <a:cubicBezTo>
                    <a:pt x="6777" y="8393"/>
                    <a:pt x="6777" y="8361"/>
                    <a:pt x="6809" y="8361"/>
                  </a:cubicBezTo>
                  <a:lnTo>
                    <a:pt x="6872" y="8330"/>
                  </a:lnTo>
                  <a:lnTo>
                    <a:pt x="6872" y="8298"/>
                  </a:lnTo>
                  <a:cubicBezTo>
                    <a:pt x="8171" y="7506"/>
                    <a:pt x="9026" y="6113"/>
                    <a:pt x="9026" y="4498"/>
                  </a:cubicBezTo>
                  <a:cubicBezTo>
                    <a:pt x="9026" y="1996"/>
                    <a:pt x="6999" y="1"/>
                    <a:pt x="4497" y="1"/>
                  </a:cubicBezTo>
                  <a:close/>
                </a:path>
              </a:pathLst>
            </a:custGeom>
            <a:solidFill>
              <a:srgbClr val="CECECE"/>
            </a:solidFill>
            <a:ln cap="flat" cmpd="sng" w="237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18"/>
            <p:cNvSpPr/>
            <p:nvPr/>
          </p:nvSpPr>
          <p:spPr>
            <a:xfrm>
              <a:off x="4113625" y="2679450"/>
              <a:ext cx="232775" cy="225950"/>
            </a:xfrm>
            <a:custGeom>
              <a:rect b="b" l="l" r="r" t="t"/>
              <a:pathLst>
                <a:path extrusionOk="0" h="9038" w="9311">
                  <a:moveTo>
                    <a:pt x="3452" y="519"/>
                  </a:moveTo>
                  <a:cubicBezTo>
                    <a:pt x="3040" y="835"/>
                    <a:pt x="2692" y="1342"/>
                    <a:pt x="2439" y="1944"/>
                  </a:cubicBezTo>
                  <a:lnTo>
                    <a:pt x="1362" y="1944"/>
                  </a:lnTo>
                  <a:cubicBezTo>
                    <a:pt x="1710" y="1500"/>
                    <a:pt x="2122" y="1120"/>
                    <a:pt x="2629" y="835"/>
                  </a:cubicBezTo>
                  <a:cubicBezTo>
                    <a:pt x="2882" y="709"/>
                    <a:pt x="3167" y="582"/>
                    <a:pt x="3452" y="519"/>
                  </a:cubicBezTo>
                  <a:close/>
                  <a:moveTo>
                    <a:pt x="4497" y="360"/>
                  </a:moveTo>
                  <a:lnTo>
                    <a:pt x="4497" y="1944"/>
                  </a:lnTo>
                  <a:lnTo>
                    <a:pt x="2787" y="1944"/>
                  </a:lnTo>
                  <a:cubicBezTo>
                    <a:pt x="3199" y="1025"/>
                    <a:pt x="3800" y="455"/>
                    <a:pt x="4497" y="360"/>
                  </a:cubicBezTo>
                  <a:close/>
                  <a:moveTo>
                    <a:pt x="4814" y="360"/>
                  </a:moveTo>
                  <a:cubicBezTo>
                    <a:pt x="5479" y="455"/>
                    <a:pt x="6081" y="1025"/>
                    <a:pt x="6492" y="1944"/>
                  </a:cubicBezTo>
                  <a:lnTo>
                    <a:pt x="4814" y="1944"/>
                  </a:lnTo>
                  <a:lnTo>
                    <a:pt x="4814" y="360"/>
                  </a:lnTo>
                  <a:close/>
                  <a:moveTo>
                    <a:pt x="5827" y="487"/>
                  </a:moveTo>
                  <a:cubicBezTo>
                    <a:pt x="6682" y="740"/>
                    <a:pt x="7411" y="1247"/>
                    <a:pt x="7949" y="1944"/>
                  </a:cubicBezTo>
                  <a:lnTo>
                    <a:pt x="6841" y="1944"/>
                  </a:lnTo>
                  <a:cubicBezTo>
                    <a:pt x="6587" y="1310"/>
                    <a:pt x="6239" y="835"/>
                    <a:pt x="5827" y="487"/>
                  </a:cubicBezTo>
                  <a:close/>
                  <a:moveTo>
                    <a:pt x="2344" y="2260"/>
                  </a:moveTo>
                  <a:cubicBezTo>
                    <a:pt x="2122" y="2894"/>
                    <a:pt x="1995" y="3590"/>
                    <a:pt x="1964" y="4382"/>
                  </a:cubicBezTo>
                  <a:lnTo>
                    <a:pt x="475" y="4382"/>
                  </a:lnTo>
                  <a:cubicBezTo>
                    <a:pt x="475" y="4034"/>
                    <a:pt x="538" y="3685"/>
                    <a:pt x="633" y="3337"/>
                  </a:cubicBezTo>
                  <a:cubicBezTo>
                    <a:pt x="760" y="2957"/>
                    <a:pt x="918" y="2577"/>
                    <a:pt x="1140" y="2260"/>
                  </a:cubicBezTo>
                  <a:close/>
                  <a:moveTo>
                    <a:pt x="4497" y="2260"/>
                  </a:moveTo>
                  <a:lnTo>
                    <a:pt x="4497" y="4382"/>
                  </a:lnTo>
                  <a:lnTo>
                    <a:pt x="2280" y="4382"/>
                  </a:lnTo>
                  <a:cubicBezTo>
                    <a:pt x="2312" y="3590"/>
                    <a:pt x="2439" y="2862"/>
                    <a:pt x="2660" y="2260"/>
                  </a:cubicBezTo>
                  <a:close/>
                  <a:moveTo>
                    <a:pt x="6619" y="2260"/>
                  </a:moveTo>
                  <a:cubicBezTo>
                    <a:pt x="6841" y="2862"/>
                    <a:pt x="6999" y="3590"/>
                    <a:pt x="6999" y="4382"/>
                  </a:cubicBezTo>
                  <a:lnTo>
                    <a:pt x="4814" y="4382"/>
                  </a:lnTo>
                  <a:lnTo>
                    <a:pt x="4814" y="2260"/>
                  </a:lnTo>
                  <a:close/>
                  <a:moveTo>
                    <a:pt x="8171" y="2260"/>
                  </a:moveTo>
                  <a:cubicBezTo>
                    <a:pt x="8234" y="2324"/>
                    <a:pt x="8297" y="2419"/>
                    <a:pt x="8329" y="2514"/>
                  </a:cubicBezTo>
                  <a:cubicBezTo>
                    <a:pt x="8646" y="3084"/>
                    <a:pt x="8836" y="3717"/>
                    <a:pt x="8836" y="4382"/>
                  </a:cubicBezTo>
                  <a:lnTo>
                    <a:pt x="7316" y="4382"/>
                  </a:lnTo>
                  <a:cubicBezTo>
                    <a:pt x="7316" y="3590"/>
                    <a:pt x="7189" y="2894"/>
                    <a:pt x="6967" y="2260"/>
                  </a:cubicBezTo>
                  <a:close/>
                  <a:moveTo>
                    <a:pt x="1964" y="4699"/>
                  </a:moveTo>
                  <a:cubicBezTo>
                    <a:pt x="1995" y="5459"/>
                    <a:pt x="2122" y="6187"/>
                    <a:pt x="2344" y="6821"/>
                  </a:cubicBezTo>
                  <a:lnTo>
                    <a:pt x="1172" y="6821"/>
                  </a:lnTo>
                  <a:cubicBezTo>
                    <a:pt x="1109" y="6726"/>
                    <a:pt x="1045" y="6631"/>
                    <a:pt x="982" y="6536"/>
                  </a:cubicBezTo>
                  <a:cubicBezTo>
                    <a:pt x="665" y="5966"/>
                    <a:pt x="507" y="5332"/>
                    <a:pt x="475" y="4699"/>
                  </a:cubicBezTo>
                  <a:close/>
                  <a:moveTo>
                    <a:pt x="4497" y="4699"/>
                  </a:moveTo>
                  <a:lnTo>
                    <a:pt x="4497" y="6821"/>
                  </a:lnTo>
                  <a:lnTo>
                    <a:pt x="2660" y="6821"/>
                  </a:lnTo>
                  <a:cubicBezTo>
                    <a:pt x="2439" y="6187"/>
                    <a:pt x="2312" y="5491"/>
                    <a:pt x="2280" y="4699"/>
                  </a:cubicBezTo>
                  <a:close/>
                  <a:moveTo>
                    <a:pt x="6999" y="4699"/>
                  </a:moveTo>
                  <a:cubicBezTo>
                    <a:pt x="6999" y="5459"/>
                    <a:pt x="6841" y="6187"/>
                    <a:pt x="6619" y="6821"/>
                  </a:cubicBezTo>
                  <a:lnTo>
                    <a:pt x="4814" y="6821"/>
                  </a:lnTo>
                  <a:lnTo>
                    <a:pt x="4814" y="4699"/>
                  </a:lnTo>
                  <a:close/>
                  <a:moveTo>
                    <a:pt x="8836" y="4699"/>
                  </a:moveTo>
                  <a:cubicBezTo>
                    <a:pt x="8804" y="5016"/>
                    <a:pt x="8772" y="5364"/>
                    <a:pt x="8677" y="5681"/>
                  </a:cubicBezTo>
                  <a:cubicBezTo>
                    <a:pt x="8551" y="6092"/>
                    <a:pt x="8392" y="6472"/>
                    <a:pt x="8171" y="6821"/>
                  </a:cubicBezTo>
                  <a:lnTo>
                    <a:pt x="6967" y="6821"/>
                  </a:lnTo>
                  <a:cubicBezTo>
                    <a:pt x="7157" y="6187"/>
                    <a:pt x="7316" y="5459"/>
                    <a:pt x="7316" y="4699"/>
                  </a:cubicBezTo>
                  <a:close/>
                  <a:moveTo>
                    <a:pt x="2470" y="7137"/>
                  </a:moveTo>
                  <a:cubicBezTo>
                    <a:pt x="2692" y="7707"/>
                    <a:pt x="3009" y="8151"/>
                    <a:pt x="3357" y="8499"/>
                  </a:cubicBezTo>
                  <a:cubicBezTo>
                    <a:pt x="2565" y="8246"/>
                    <a:pt x="1900" y="7771"/>
                    <a:pt x="1394" y="7137"/>
                  </a:cubicBezTo>
                  <a:close/>
                  <a:moveTo>
                    <a:pt x="7917" y="7137"/>
                  </a:moveTo>
                  <a:cubicBezTo>
                    <a:pt x="7601" y="7549"/>
                    <a:pt x="7157" y="7929"/>
                    <a:pt x="6682" y="8182"/>
                  </a:cubicBezTo>
                  <a:cubicBezTo>
                    <a:pt x="6429" y="8309"/>
                    <a:pt x="6176" y="8436"/>
                    <a:pt x="5922" y="8499"/>
                  </a:cubicBezTo>
                  <a:cubicBezTo>
                    <a:pt x="6271" y="8182"/>
                    <a:pt x="6587" y="7707"/>
                    <a:pt x="6841" y="7137"/>
                  </a:cubicBezTo>
                  <a:close/>
                  <a:moveTo>
                    <a:pt x="4497" y="7137"/>
                  </a:moveTo>
                  <a:lnTo>
                    <a:pt x="4497" y="8689"/>
                  </a:lnTo>
                  <a:lnTo>
                    <a:pt x="4370" y="8689"/>
                  </a:lnTo>
                  <a:cubicBezTo>
                    <a:pt x="3737" y="8562"/>
                    <a:pt x="3167" y="7961"/>
                    <a:pt x="2787" y="7137"/>
                  </a:cubicBezTo>
                  <a:close/>
                  <a:moveTo>
                    <a:pt x="6492" y="7137"/>
                  </a:moveTo>
                  <a:cubicBezTo>
                    <a:pt x="6112" y="7961"/>
                    <a:pt x="5574" y="8562"/>
                    <a:pt x="4940" y="8689"/>
                  </a:cubicBezTo>
                  <a:lnTo>
                    <a:pt x="4814" y="8689"/>
                  </a:lnTo>
                  <a:lnTo>
                    <a:pt x="4814" y="7137"/>
                  </a:lnTo>
                  <a:close/>
                  <a:moveTo>
                    <a:pt x="4663" y="1"/>
                  </a:moveTo>
                  <a:cubicBezTo>
                    <a:pt x="3911" y="1"/>
                    <a:pt x="3174" y="184"/>
                    <a:pt x="2502" y="550"/>
                  </a:cubicBezTo>
                  <a:cubicBezTo>
                    <a:pt x="1425" y="1152"/>
                    <a:pt x="665" y="2102"/>
                    <a:pt x="317" y="3242"/>
                  </a:cubicBezTo>
                  <a:cubicBezTo>
                    <a:pt x="0" y="4414"/>
                    <a:pt x="127" y="5617"/>
                    <a:pt x="697" y="6694"/>
                  </a:cubicBezTo>
                  <a:cubicBezTo>
                    <a:pt x="1299" y="7739"/>
                    <a:pt x="2249" y="8499"/>
                    <a:pt x="3389" y="8847"/>
                  </a:cubicBezTo>
                  <a:cubicBezTo>
                    <a:pt x="3705" y="8942"/>
                    <a:pt x="4022" y="8974"/>
                    <a:pt x="4339" y="9006"/>
                  </a:cubicBezTo>
                  <a:cubicBezTo>
                    <a:pt x="4434" y="9037"/>
                    <a:pt x="4529" y="9037"/>
                    <a:pt x="4655" y="9037"/>
                  </a:cubicBezTo>
                  <a:cubicBezTo>
                    <a:pt x="4750" y="9037"/>
                    <a:pt x="4877" y="9037"/>
                    <a:pt x="5004" y="9006"/>
                  </a:cubicBezTo>
                  <a:cubicBezTo>
                    <a:pt x="5637" y="8942"/>
                    <a:pt x="6239" y="8784"/>
                    <a:pt x="6841" y="8467"/>
                  </a:cubicBezTo>
                  <a:cubicBezTo>
                    <a:pt x="7886" y="7897"/>
                    <a:pt x="8646" y="6916"/>
                    <a:pt x="8994" y="5776"/>
                  </a:cubicBezTo>
                  <a:cubicBezTo>
                    <a:pt x="9311" y="4604"/>
                    <a:pt x="9184" y="3400"/>
                    <a:pt x="8614" y="2355"/>
                  </a:cubicBezTo>
                  <a:cubicBezTo>
                    <a:pt x="8044" y="1279"/>
                    <a:pt x="7062" y="519"/>
                    <a:pt x="5922" y="170"/>
                  </a:cubicBezTo>
                  <a:cubicBezTo>
                    <a:pt x="5504" y="57"/>
                    <a:pt x="5081" y="1"/>
                    <a:pt x="4663" y="1"/>
                  </a:cubicBez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18"/>
            <p:cNvSpPr/>
            <p:nvPr/>
          </p:nvSpPr>
          <p:spPr>
            <a:xfrm>
              <a:off x="4113625" y="2675775"/>
              <a:ext cx="232775" cy="229625"/>
            </a:xfrm>
            <a:custGeom>
              <a:rect b="b" l="l" r="r" t="t"/>
              <a:pathLst>
                <a:path extrusionOk="0" fill="none" h="9185" w="9311">
                  <a:moveTo>
                    <a:pt x="8614" y="2502"/>
                  </a:moveTo>
                  <a:cubicBezTo>
                    <a:pt x="8044" y="1426"/>
                    <a:pt x="7062" y="666"/>
                    <a:pt x="5922" y="317"/>
                  </a:cubicBezTo>
                  <a:cubicBezTo>
                    <a:pt x="4750" y="0"/>
                    <a:pt x="3547" y="127"/>
                    <a:pt x="2502" y="697"/>
                  </a:cubicBezTo>
                  <a:cubicBezTo>
                    <a:pt x="1425" y="1299"/>
                    <a:pt x="665" y="2249"/>
                    <a:pt x="317" y="3389"/>
                  </a:cubicBezTo>
                  <a:cubicBezTo>
                    <a:pt x="0" y="4561"/>
                    <a:pt x="127" y="5764"/>
                    <a:pt x="697" y="6841"/>
                  </a:cubicBezTo>
                  <a:cubicBezTo>
                    <a:pt x="1299" y="7886"/>
                    <a:pt x="2249" y="8646"/>
                    <a:pt x="3389" y="8994"/>
                  </a:cubicBezTo>
                  <a:cubicBezTo>
                    <a:pt x="3705" y="9089"/>
                    <a:pt x="4022" y="9121"/>
                    <a:pt x="4339" y="9153"/>
                  </a:cubicBezTo>
                  <a:cubicBezTo>
                    <a:pt x="4434" y="9184"/>
                    <a:pt x="4529" y="9184"/>
                    <a:pt x="4655" y="9184"/>
                  </a:cubicBezTo>
                  <a:cubicBezTo>
                    <a:pt x="4750" y="9184"/>
                    <a:pt x="4877" y="9184"/>
                    <a:pt x="5004" y="9153"/>
                  </a:cubicBezTo>
                  <a:cubicBezTo>
                    <a:pt x="5637" y="9089"/>
                    <a:pt x="6239" y="8931"/>
                    <a:pt x="6841" y="8614"/>
                  </a:cubicBezTo>
                  <a:cubicBezTo>
                    <a:pt x="7886" y="8044"/>
                    <a:pt x="8646" y="7063"/>
                    <a:pt x="8994" y="5923"/>
                  </a:cubicBezTo>
                  <a:cubicBezTo>
                    <a:pt x="9311" y="4751"/>
                    <a:pt x="9184" y="3547"/>
                    <a:pt x="8614" y="2502"/>
                  </a:cubicBezTo>
                  <a:close/>
                  <a:moveTo>
                    <a:pt x="8836" y="4529"/>
                  </a:moveTo>
                  <a:lnTo>
                    <a:pt x="7316" y="4529"/>
                  </a:lnTo>
                  <a:cubicBezTo>
                    <a:pt x="7316" y="3737"/>
                    <a:pt x="7189" y="3041"/>
                    <a:pt x="6967" y="2407"/>
                  </a:cubicBezTo>
                  <a:lnTo>
                    <a:pt x="8171" y="2407"/>
                  </a:lnTo>
                  <a:cubicBezTo>
                    <a:pt x="8234" y="2471"/>
                    <a:pt x="8297" y="2566"/>
                    <a:pt x="8329" y="2661"/>
                  </a:cubicBezTo>
                  <a:cubicBezTo>
                    <a:pt x="8646" y="3231"/>
                    <a:pt x="8836" y="3864"/>
                    <a:pt x="8836" y="4529"/>
                  </a:cubicBezTo>
                  <a:close/>
                  <a:moveTo>
                    <a:pt x="4940" y="8836"/>
                  </a:moveTo>
                  <a:cubicBezTo>
                    <a:pt x="4877" y="8836"/>
                    <a:pt x="4845" y="8836"/>
                    <a:pt x="4814" y="8836"/>
                  </a:cubicBezTo>
                  <a:lnTo>
                    <a:pt x="4814" y="7284"/>
                  </a:lnTo>
                  <a:lnTo>
                    <a:pt x="6492" y="7284"/>
                  </a:lnTo>
                  <a:cubicBezTo>
                    <a:pt x="6112" y="8108"/>
                    <a:pt x="5574" y="8709"/>
                    <a:pt x="4940" y="8836"/>
                  </a:cubicBezTo>
                  <a:close/>
                  <a:moveTo>
                    <a:pt x="2787" y="7284"/>
                  </a:moveTo>
                  <a:lnTo>
                    <a:pt x="4497" y="7284"/>
                  </a:lnTo>
                  <a:lnTo>
                    <a:pt x="4497" y="8836"/>
                  </a:lnTo>
                  <a:cubicBezTo>
                    <a:pt x="4434" y="8836"/>
                    <a:pt x="4402" y="8836"/>
                    <a:pt x="4370" y="8836"/>
                  </a:cubicBezTo>
                  <a:cubicBezTo>
                    <a:pt x="3737" y="8709"/>
                    <a:pt x="3167" y="8108"/>
                    <a:pt x="2787" y="7284"/>
                  </a:cubicBezTo>
                  <a:close/>
                  <a:moveTo>
                    <a:pt x="4814" y="507"/>
                  </a:moveTo>
                  <a:cubicBezTo>
                    <a:pt x="5479" y="602"/>
                    <a:pt x="6081" y="1172"/>
                    <a:pt x="6492" y="2091"/>
                  </a:cubicBezTo>
                  <a:lnTo>
                    <a:pt x="4814" y="2091"/>
                  </a:lnTo>
                  <a:close/>
                  <a:moveTo>
                    <a:pt x="4497" y="507"/>
                  </a:moveTo>
                  <a:lnTo>
                    <a:pt x="4497" y="2091"/>
                  </a:lnTo>
                  <a:lnTo>
                    <a:pt x="2787" y="2091"/>
                  </a:lnTo>
                  <a:cubicBezTo>
                    <a:pt x="3199" y="1172"/>
                    <a:pt x="3800" y="602"/>
                    <a:pt x="4497" y="507"/>
                  </a:cubicBezTo>
                  <a:close/>
                  <a:moveTo>
                    <a:pt x="4497" y="2407"/>
                  </a:moveTo>
                  <a:lnTo>
                    <a:pt x="4497" y="4529"/>
                  </a:lnTo>
                  <a:lnTo>
                    <a:pt x="2280" y="4529"/>
                  </a:lnTo>
                  <a:cubicBezTo>
                    <a:pt x="2312" y="3737"/>
                    <a:pt x="2439" y="3009"/>
                    <a:pt x="2660" y="2407"/>
                  </a:cubicBezTo>
                  <a:close/>
                  <a:moveTo>
                    <a:pt x="4497" y="4846"/>
                  </a:moveTo>
                  <a:lnTo>
                    <a:pt x="4497" y="6968"/>
                  </a:lnTo>
                  <a:lnTo>
                    <a:pt x="2660" y="6968"/>
                  </a:lnTo>
                  <a:cubicBezTo>
                    <a:pt x="2439" y="6334"/>
                    <a:pt x="2312" y="5638"/>
                    <a:pt x="2280" y="4846"/>
                  </a:cubicBezTo>
                  <a:close/>
                  <a:moveTo>
                    <a:pt x="4814" y="6968"/>
                  </a:moveTo>
                  <a:lnTo>
                    <a:pt x="4814" y="4846"/>
                  </a:lnTo>
                  <a:lnTo>
                    <a:pt x="6999" y="4846"/>
                  </a:lnTo>
                  <a:cubicBezTo>
                    <a:pt x="6999" y="5606"/>
                    <a:pt x="6841" y="6334"/>
                    <a:pt x="6619" y="6968"/>
                  </a:cubicBezTo>
                  <a:close/>
                  <a:moveTo>
                    <a:pt x="4814" y="4529"/>
                  </a:moveTo>
                  <a:lnTo>
                    <a:pt x="4814" y="2407"/>
                  </a:lnTo>
                  <a:lnTo>
                    <a:pt x="6619" y="2407"/>
                  </a:lnTo>
                  <a:cubicBezTo>
                    <a:pt x="6841" y="3009"/>
                    <a:pt x="6999" y="3737"/>
                    <a:pt x="6999" y="4529"/>
                  </a:cubicBezTo>
                  <a:close/>
                  <a:moveTo>
                    <a:pt x="7949" y="2091"/>
                  </a:moveTo>
                  <a:lnTo>
                    <a:pt x="6841" y="2091"/>
                  </a:lnTo>
                  <a:cubicBezTo>
                    <a:pt x="6587" y="1457"/>
                    <a:pt x="6239" y="982"/>
                    <a:pt x="5827" y="634"/>
                  </a:cubicBezTo>
                  <a:lnTo>
                    <a:pt x="5827" y="634"/>
                  </a:lnTo>
                  <a:cubicBezTo>
                    <a:pt x="6682" y="887"/>
                    <a:pt x="7411" y="1394"/>
                    <a:pt x="7949" y="2091"/>
                  </a:cubicBezTo>
                  <a:close/>
                  <a:moveTo>
                    <a:pt x="2629" y="982"/>
                  </a:moveTo>
                  <a:cubicBezTo>
                    <a:pt x="2882" y="856"/>
                    <a:pt x="3167" y="729"/>
                    <a:pt x="3452" y="666"/>
                  </a:cubicBezTo>
                  <a:cubicBezTo>
                    <a:pt x="3040" y="982"/>
                    <a:pt x="2692" y="1489"/>
                    <a:pt x="2439" y="2091"/>
                  </a:cubicBezTo>
                  <a:lnTo>
                    <a:pt x="1362" y="2091"/>
                  </a:lnTo>
                  <a:cubicBezTo>
                    <a:pt x="1710" y="1647"/>
                    <a:pt x="2122" y="1267"/>
                    <a:pt x="2629" y="982"/>
                  </a:cubicBezTo>
                  <a:close/>
                  <a:moveTo>
                    <a:pt x="1140" y="2407"/>
                  </a:moveTo>
                  <a:lnTo>
                    <a:pt x="2344" y="2407"/>
                  </a:lnTo>
                  <a:cubicBezTo>
                    <a:pt x="2122" y="3041"/>
                    <a:pt x="1995" y="3737"/>
                    <a:pt x="1964" y="4529"/>
                  </a:cubicBezTo>
                  <a:lnTo>
                    <a:pt x="475" y="4529"/>
                  </a:lnTo>
                  <a:cubicBezTo>
                    <a:pt x="475" y="4181"/>
                    <a:pt x="538" y="3832"/>
                    <a:pt x="633" y="3484"/>
                  </a:cubicBezTo>
                  <a:cubicBezTo>
                    <a:pt x="760" y="3104"/>
                    <a:pt x="918" y="2724"/>
                    <a:pt x="1140" y="2407"/>
                  </a:cubicBezTo>
                  <a:close/>
                  <a:moveTo>
                    <a:pt x="475" y="4846"/>
                  </a:moveTo>
                  <a:lnTo>
                    <a:pt x="1964" y="4846"/>
                  </a:lnTo>
                  <a:cubicBezTo>
                    <a:pt x="1995" y="5606"/>
                    <a:pt x="2122" y="6334"/>
                    <a:pt x="2344" y="6968"/>
                  </a:cubicBezTo>
                  <a:lnTo>
                    <a:pt x="1172" y="6968"/>
                  </a:lnTo>
                  <a:cubicBezTo>
                    <a:pt x="1109" y="6873"/>
                    <a:pt x="1045" y="6778"/>
                    <a:pt x="982" y="6683"/>
                  </a:cubicBezTo>
                  <a:cubicBezTo>
                    <a:pt x="665" y="6113"/>
                    <a:pt x="507" y="5479"/>
                    <a:pt x="475" y="4846"/>
                  </a:cubicBezTo>
                  <a:close/>
                  <a:moveTo>
                    <a:pt x="1394" y="7284"/>
                  </a:moveTo>
                  <a:lnTo>
                    <a:pt x="2470" y="7284"/>
                  </a:lnTo>
                  <a:cubicBezTo>
                    <a:pt x="2692" y="7854"/>
                    <a:pt x="3009" y="8298"/>
                    <a:pt x="3357" y="8646"/>
                  </a:cubicBezTo>
                  <a:cubicBezTo>
                    <a:pt x="2565" y="8393"/>
                    <a:pt x="1900" y="7918"/>
                    <a:pt x="1394" y="7284"/>
                  </a:cubicBezTo>
                  <a:close/>
                  <a:moveTo>
                    <a:pt x="6682" y="8329"/>
                  </a:moveTo>
                  <a:cubicBezTo>
                    <a:pt x="6429" y="8456"/>
                    <a:pt x="6176" y="8583"/>
                    <a:pt x="5922" y="8646"/>
                  </a:cubicBezTo>
                  <a:cubicBezTo>
                    <a:pt x="6271" y="8329"/>
                    <a:pt x="6587" y="7854"/>
                    <a:pt x="6841" y="7284"/>
                  </a:cubicBezTo>
                  <a:lnTo>
                    <a:pt x="7917" y="7284"/>
                  </a:lnTo>
                  <a:cubicBezTo>
                    <a:pt x="7601" y="7696"/>
                    <a:pt x="7157" y="8076"/>
                    <a:pt x="6682" y="8329"/>
                  </a:cubicBezTo>
                  <a:close/>
                  <a:moveTo>
                    <a:pt x="8171" y="6968"/>
                  </a:moveTo>
                  <a:lnTo>
                    <a:pt x="6967" y="6968"/>
                  </a:lnTo>
                  <a:cubicBezTo>
                    <a:pt x="7157" y="6334"/>
                    <a:pt x="7316" y="5606"/>
                    <a:pt x="7316" y="4846"/>
                  </a:cubicBezTo>
                  <a:lnTo>
                    <a:pt x="8836" y="4846"/>
                  </a:lnTo>
                  <a:cubicBezTo>
                    <a:pt x="8804" y="5163"/>
                    <a:pt x="8772" y="5511"/>
                    <a:pt x="8677" y="5828"/>
                  </a:cubicBezTo>
                  <a:cubicBezTo>
                    <a:pt x="8551" y="6239"/>
                    <a:pt x="8392" y="6619"/>
                    <a:pt x="8171" y="6968"/>
                  </a:cubicBezTo>
                  <a:close/>
                </a:path>
              </a:pathLst>
            </a:custGeom>
            <a:noFill/>
            <a:ln cap="flat" cmpd="sng" w="2375">
              <a:solidFill>
                <a:srgbClr val="CECECE"/>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72" name="Google Shape;1372;p18"/>
          <p:cNvSpPr txBox="1"/>
          <p:nvPr/>
        </p:nvSpPr>
        <p:spPr>
          <a:xfrm>
            <a:off x="457200" y="411475"/>
            <a:ext cx="7723500" cy="48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500">
                <a:latin typeface="Dela Gothic One"/>
                <a:ea typeface="Dela Gothic One"/>
                <a:cs typeface="Dela Gothic One"/>
                <a:sym typeface="Dela Gothic One"/>
              </a:rPr>
              <a:t>Специализации</a:t>
            </a:r>
            <a:endParaRPr sz="2500">
              <a:latin typeface="Dela Gothic One"/>
              <a:ea typeface="Dela Gothic One"/>
              <a:cs typeface="Dela Gothic One"/>
              <a:sym typeface="Dela Gothic One"/>
            </a:endParaRPr>
          </a:p>
        </p:txBody>
      </p:sp>
      <p:sp>
        <p:nvSpPr>
          <p:cNvPr id="1373" name="Google Shape;1373;p18"/>
          <p:cNvSpPr txBox="1"/>
          <p:nvPr/>
        </p:nvSpPr>
        <p:spPr>
          <a:xfrm>
            <a:off x="605775" y="1546850"/>
            <a:ext cx="2769000" cy="6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latin typeface="Montserrat"/>
                <a:ea typeface="Montserrat"/>
                <a:cs typeface="Montserrat"/>
                <a:sym typeface="Montserrat"/>
              </a:rPr>
              <a:t>Промышленная автоматизация</a:t>
            </a:r>
            <a:endParaRPr sz="1900">
              <a:latin typeface="Montserrat"/>
              <a:ea typeface="Montserrat"/>
              <a:cs typeface="Montserrat"/>
              <a:sym typeface="Montserrat"/>
            </a:endParaRPr>
          </a:p>
        </p:txBody>
      </p:sp>
      <p:sp>
        <p:nvSpPr>
          <p:cNvPr id="1374" name="Google Shape;1374;p18"/>
          <p:cNvSpPr txBox="1"/>
          <p:nvPr/>
        </p:nvSpPr>
        <p:spPr>
          <a:xfrm>
            <a:off x="605775" y="2718887"/>
            <a:ext cx="2769000" cy="11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latin typeface="Montserrat"/>
                <a:ea typeface="Montserrat"/>
                <a:cs typeface="Montserrat"/>
                <a:sym typeface="Montserrat"/>
              </a:rPr>
              <a:t>Процессная автоматизация</a:t>
            </a:r>
            <a:endParaRPr sz="1900">
              <a:latin typeface="Montserrat"/>
              <a:ea typeface="Montserrat"/>
              <a:cs typeface="Montserrat"/>
              <a:sym typeface="Montserrat"/>
            </a:endParaRPr>
          </a:p>
        </p:txBody>
      </p:sp>
      <p:sp>
        <p:nvSpPr>
          <p:cNvPr id="1375" name="Google Shape;1375;p18"/>
          <p:cNvSpPr txBox="1"/>
          <p:nvPr/>
        </p:nvSpPr>
        <p:spPr>
          <a:xfrm>
            <a:off x="605775" y="3958425"/>
            <a:ext cx="2769000" cy="77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latin typeface="Montserrat"/>
                <a:ea typeface="Montserrat"/>
                <a:cs typeface="Montserrat"/>
                <a:sym typeface="Montserrat"/>
              </a:rPr>
              <a:t>Автоматизация транспорта</a:t>
            </a:r>
            <a:endParaRPr sz="1900">
              <a:latin typeface="Montserrat"/>
              <a:ea typeface="Montserrat"/>
              <a:cs typeface="Montserrat"/>
              <a:sym typeface="Montserrat"/>
            </a:endParaRPr>
          </a:p>
        </p:txBody>
      </p:sp>
      <p:sp>
        <p:nvSpPr>
          <p:cNvPr id="1376" name="Google Shape;1376;p18"/>
          <p:cNvSpPr txBox="1"/>
          <p:nvPr/>
        </p:nvSpPr>
        <p:spPr>
          <a:xfrm>
            <a:off x="5776500" y="827747"/>
            <a:ext cx="2769000" cy="11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latin typeface="Montserrat"/>
                <a:ea typeface="Montserrat"/>
                <a:cs typeface="Montserrat"/>
                <a:sym typeface="Montserrat"/>
              </a:rPr>
              <a:t>Встроенное программирование</a:t>
            </a:r>
            <a:endParaRPr sz="1900">
              <a:latin typeface="Montserrat"/>
              <a:ea typeface="Montserrat"/>
              <a:cs typeface="Montserrat"/>
              <a:sym typeface="Montserrat"/>
            </a:endParaRPr>
          </a:p>
        </p:txBody>
      </p:sp>
      <p:sp>
        <p:nvSpPr>
          <p:cNvPr id="1377" name="Google Shape;1377;p18"/>
          <p:cNvSpPr txBox="1"/>
          <p:nvPr/>
        </p:nvSpPr>
        <p:spPr>
          <a:xfrm>
            <a:off x="5776500" y="2175050"/>
            <a:ext cx="2769000" cy="77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latin typeface="Montserrat"/>
                <a:ea typeface="Montserrat"/>
                <a:cs typeface="Montserrat"/>
                <a:sym typeface="Montserrat"/>
              </a:rPr>
              <a:t>Автоматизация тестирования</a:t>
            </a:r>
            <a:endParaRPr sz="1900">
              <a:latin typeface="Montserrat"/>
              <a:ea typeface="Montserrat"/>
              <a:cs typeface="Montserrat"/>
              <a:sym typeface="Montserrat"/>
            </a:endParaRPr>
          </a:p>
        </p:txBody>
      </p:sp>
      <p:sp>
        <p:nvSpPr>
          <p:cNvPr id="1378" name="Google Shape;1378;p18"/>
          <p:cNvSpPr txBox="1"/>
          <p:nvPr/>
        </p:nvSpPr>
        <p:spPr>
          <a:xfrm>
            <a:off x="5776491" y="3539438"/>
            <a:ext cx="2769000" cy="3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Montserrat"/>
                <a:ea typeface="Montserrat"/>
                <a:cs typeface="Montserrat"/>
                <a:sym typeface="Montserrat"/>
              </a:rPr>
              <a:t>Робототехника</a:t>
            </a:r>
            <a:endParaRPr sz="2000">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pic>
        <p:nvPicPr>
          <p:cNvPr id="1383" name="Google Shape;1383;p19" title="5465399700556479161.jpg"/>
          <p:cNvPicPr preferRelativeResize="0"/>
          <p:nvPr/>
        </p:nvPicPr>
        <p:blipFill>
          <a:blip r:embed="rId3">
            <a:alphaModFix/>
          </a:blip>
          <a:stretch>
            <a:fillRect/>
          </a:stretch>
        </p:blipFill>
        <p:spPr>
          <a:xfrm>
            <a:off x="7264618" y="2637663"/>
            <a:ext cx="1879370" cy="2505827"/>
          </a:xfrm>
          <a:prstGeom prst="rect">
            <a:avLst/>
          </a:prstGeom>
          <a:noFill/>
          <a:ln>
            <a:noFill/>
          </a:ln>
        </p:spPr>
      </p:pic>
      <p:pic>
        <p:nvPicPr>
          <p:cNvPr id="1384" name="Google Shape;1384;p19"/>
          <p:cNvPicPr preferRelativeResize="0"/>
          <p:nvPr/>
        </p:nvPicPr>
        <p:blipFill>
          <a:blip r:embed="rId4">
            <a:alphaModFix/>
          </a:blip>
          <a:stretch>
            <a:fillRect/>
          </a:stretch>
        </p:blipFill>
        <p:spPr>
          <a:xfrm>
            <a:off x="0" y="171491"/>
            <a:ext cx="2687659" cy="1387649"/>
          </a:xfrm>
          <a:prstGeom prst="rect">
            <a:avLst/>
          </a:prstGeom>
          <a:noFill/>
          <a:ln>
            <a:noFill/>
          </a:ln>
        </p:spPr>
      </p:pic>
      <p:pic>
        <p:nvPicPr>
          <p:cNvPr id="1385" name="Google Shape;1385;p19"/>
          <p:cNvPicPr preferRelativeResize="0"/>
          <p:nvPr/>
        </p:nvPicPr>
        <p:blipFill>
          <a:blip r:embed="rId5">
            <a:alphaModFix/>
          </a:blip>
          <a:stretch>
            <a:fillRect/>
          </a:stretch>
        </p:blipFill>
        <p:spPr>
          <a:xfrm>
            <a:off x="4759890" y="130300"/>
            <a:ext cx="2504735" cy="1470045"/>
          </a:xfrm>
          <a:prstGeom prst="rect">
            <a:avLst/>
          </a:prstGeom>
          <a:noFill/>
          <a:ln>
            <a:noFill/>
          </a:ln>
        </p:spPr>
      </p:pic>
      <p:pic>
        <p:nvPicPr>
          <p:cNvPr id="1386" name="Google Shape;1386;p19"/>
          <p:cNvPicPr preferRelativeResize="0"/>
          <p:nvPr/>
        </p:nvPicPr>
        <p:blipFill>
          <a:blip r:embed="rId6">
            <a:alphaModFix/>
          </a:blip>
          <a:stretch>
            <a:fillRect/>
          </a:stretch>
        </p:blipFill>
        <p:spPr>
          <a:xfrm>
            <a:off x="91464" y="1600352"/>
            <a:ext cx="2504733" cy="1320828"/>
          </a:xfrm>
          <a:prstGeom prst="rect">
            <a:avLst/>
          </a:prstGeom>
          <a:noFill/>
          <a:ln>
            <a:noFill/>
          </a:ln>
        </p:spPr>
      </p:pic>
      <p:pic>
        <p:nvPicPr>
          <p:cNvPr id="1387" name="Google Shape;1387;p19"/>
          <p:cNvPicPr preferRelativeResize="0"/>
          <p:nvPr/>
        </p:nvPicPr>
        <p:blipFill>
          <a:blip r:embed="rId7">
            <a:alphaModFix/>
          </a:blip>
          <a:stretch>
            <a:fillRect/>
          </a:stretch>
        </p:blipFill>
        <p:spPr>
          <a:xfrm>
            <a:off x="4812779" y="1559151"/>
            <a:ext cx="2225618" cy="1320829"/>
          </a:xfrm>
          <a:prstGeom prst="rect">
            <a:avLst/>
          </a:prstGeom>
          <a:noFill/>
          <a:ln>
            <a:noFill/>
          </a:ln>
        </p:spPr>
      </p:pic>
      <p:pic>
        <p:nvPicPr>
          <p:cNvPr id="1388" name="Google Shape;1388;p19"/>
          <p:cNvPicPr preferRelativeResize="0"/>
          <p:nvPr/>
        </p:nvPicPr>
        <p:blipFill>
          <a:blip r:embed="rId8">
            <a:alphaModFix/>
          </a:blip>
          <a:stretch>
            <a:fillRect/>
          </a:stretch>
        </p:blipFill>
        <p:spPr>
          <a:xfrm>
            <a:off x="91474" y="2838156"/>
            <a:ext cx="2687660" cy="1215850"/>
          </a:xfrm>
          <a:prstGeom prst="rect">
            <a:avLst/>
          </a:prstGeom>
          <a:noFill/>
          <a:ln>
            <a:noFill/>
          </a:ln>
        </p:spPr>
      </p:pic>
      <p:pic>
        <p:nvPicPr>
          <p:cNvPr id="1389" name="Google Shape;1389;p19"/>
          <p:cNvPicPr preferRelativeResize="0"/>
          <p:nvPr/>
        </p:nvPicPr>
        <p:blipFill>
          <a:blip r:embed="rId9">
            <a:alphaModFix/>
          </a:blip>
          <a:stretch>
            <a:fillRect/>
          </a:stretch>
        </p:blipFill>
        <p:spPr>
          <a:xfrm>
            <a:off x="4759906" y="2752255"/>
            <a:ext cx="2331368" cy="13876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pic>
        <p:nvPicPr>
          <p:cNvPr id="1394" name="Google Shape;1394;p20"/>
          <p:cNvPicPr preferRelativeResize="0"/>
          <p:nvPr/>
        </p:nvPicPr>
        <p:blipFill>
          <a:blip r:embed="rId3">
            <a:alphaModFix/>
          </a:blip>
          <a:stretch>
            <a:fillRect/>
          </a:stretch>
        </p:blipFill>
        <p:spPr>
          <a:xfrm>
            <a:off x="7286800" y="2657335"/>
            <a:ext cx="1857203" cy="2476293"/>
          </a:xfrm>
          <a:prstGeom prst="rect">
            <a:avLst/>
          </a:prstGeom>
          <a:noFill/>
          <a:ln>
            <a:noFill/>
          </a:ln>
        </p:spPr>
      </p:pic>
      <p:pic>
        <p:nvPicPr>
          <p:cNvPr id="1395" name="Google Shape;1395;p20"/>
          <p:cNvPicPr preferRelativeResize="0"/>
          <p:nvPr/>
        </p:nvPicPr>
        <p:blipFill>
          <a:blip r:embed="rId4">
            <a:alphaModFix/>
          </a:blip>
          <a:stretch>
            <a:fillRect/>
          </a:stretch>
        </p:blipFill>
        <p:spPr>
          <a:xfrm>
            <a:off x="61375" y="63875"/>
            <a:ext cx="2497826" cy="1289636"/>
          </a:xfrm>
          <a:prstGeom prst="rect">
            <a:avLst/>
          </a:prstGeom>
          <a:noFill/>
          <a:ln>
            <a:noFill/>
          </a:ln>
        </p:spPr>
      </p:pic>
      <p:pic>
        <p:nvPicPr>
          <p:cNvPr id="1396" name="Google Shape;1396;p20"/>
          <p:cNvPicPr preferRelativeResize="0"/>
          <p:nvPr/>
        </p:nvPicPr>
        <p:blipFill>
          <a:blip r:embed="rId5">
            <a:alphaModFix/>
          </a:blip>
          <a:stretch>
            <a:fillRect/>
          </a:stretch>
        </p:blipFill>
        <p:spPr>
          <a:xfrm>
            <a:off x="4921477" y="63876"/>
            <a:ext cx="2418072" cy="1419182"/>
          </a:xfrm>
          <a:prstGeom prst="rect">
            <a:avLst/>
          </a:prstGeom>
          <a:noFill/>
          <a:ln>
            <a:noFill/>
          </a:ln>
        </p:spPr>
      </p:pic>
      <p:pic>
        <p:nvPicPr>
          <p:cNvPr id="1397" name="Google Shape;1397;p20"/>
          <p:cNvPicPr preferRelativeResize="0"/>
          <p:nvPr/>
        </p:nvPicPr>
        <p:blipFill>
          <a:blip r:embed="rId6">
            <a:alphaModFix/>
          </a:blip>
          <a:stretch>
            <a:fillRect/>
          </a:stretch>
        </p:blipFill>
        <p:spPr>
          <a:xfrm>
            <a:off x="61375" y="1469895"/>
            <a:ext cx="2497827" cy="1317185"/>
          </a:xfrm>
          <a:prstGeom prst="rect">
            <a:avLst/>
          </a:prstGeom>
          <a:noFill/>
          <a:ln>
            <a:noFill/>
          </a:ln>
        </p:spPr>
      </p:pic>
      <p:pic>
        <p:nvPicPr>
          <p:cNvPr id="1398" name="Google Shape;1398;p20"/>
          <p:cNvPicPr preferRelativeResize="0"/>
          <p:nvPr/>
        </p:nvPicPr>
        <p:blipFill>
          <a:blip r:embed="rId7">
            <a:alphaModFix/>
          </a:blip>
          <a:stretch>
            <a:fillRect/>
          </a:stretch>
        </p:blipFill>
        <p:spPr>
          <a:xfrm>
            <a:off x="5067327" y="1469895"/>
            <a:ext cx="2219482" cy="1317186"/>
          </a:xfrm>
          <a:prstGeom prst="rect">
            <a:avLst/>
          </a:prstGeom>
          <a:noFill/>
          <a:ln>
            <a:noFill/>
          </a:ln>
        </p:spPr>
      </p:pic>
      <p:pic>
        <p:nvPicPr>
          <p:cNvPr id="1399" name="Google Shape;1399;p20"/>
          <p:cNvPicPr preferRelativeResize="0"/>
          <p:nvPr/>
        </p:nvPicPr>
        <p:blipFill>
          <a:blip r:embed="rId8">
            <a:alphaModFix/>
          </a:blip>
          <a:stretch>
            <a:fillRect/>
          </a:stretch>
        </p:blipFill>
        <p:spPr>
          <a:xfrm>
            <a:off x="61375" y="2903463"/>
            <a:ext cx="2680250" cy="1212498"/>
          </a:xfrm>
          <a:prstGeom prst="rect">
            <a:avLst/>
          </a:prstGeom>
          <a:noFill/>
          <a:ln>
            <a:noFill/>
          </a:ln>
        </p:spPr>
      </p:pic>
      <p:pic>
        <p:nvPicPr>
          <p:cNvPr id="1400" name="Google Shape;1400;p20"/>
          <p:cNvPicPr preferRelativeResize="0"/>
          <p:nvPr/>
        </p:nvPicPr>
        <p:blipFill>
          <a:blip r:embed="rId9">
            <a:alphaModFix/>
          </a:blip>
          <a:stretch>
            <a:fillRect/>
          </a:stretch>
        </p:blipFill>
        <p:spPr>
          <a:xfrm>
            <a:off x="5014600" y="2808853"/>
            <a:ext cx="2324938" cy="1383822"/>
          </a:xfrm>
          <a:prstGeom prst="rect">
            <a:avLst/>
          </a:prstGeom>
          <a:noFill/>
          <a:ln>
            <a:noFill/>
          </a:ln>
        </p:spPr>
      </p:pic>
      <p:sp>
        <p:nvSpPr>
          <p:cNvPr id="1401" name="Google Shape;1401;p20"/>
          <p:cNvSpPr txBox="1"/>
          <p:nvPr/>
        </p:nvSpPr>
        <p:spPr>
          <a:xfrm>
            <a:off x="2689617" y="463624"/>
            <a:ext cx="2325000" cy="446700"/>
          </a:xfrm>
          <a:prstGeom prst="rect">
            <a:avLst/>
          </a:prstGeom>
          <a:noFill/>
          <a:ln>
            <a:noFill/>
          </a:ln>
        </p:spPr>
        <p:txBody>
          <a:bodyPr anchorCtr="0" anchor="t" bIns="73675" lIns="73675" spcFirstLastPara="1" rIns="73675" wrap="square" tIns="73675">
            <a:spAutoFit/>
          </a:bodyPr>
          <a:lstStyle/>
          <a:p>
            <a:pPr indent="0" lvl="0" marL="0" rtl="0" algn="l">
              <a:lnSpc>
                <a:spcPct val="115000"/>
              </a:lnSpc>
              <a:spcBef>
                <a:spcPts val="0"/>
              </a:spcBef>
              <a:spcAft>
                <a:spcPts val="0"/>
              </a:spcAft>
              <a:buNone/>
            </a:pPr>
            <a:r>
              <a:rPr lang="en" sz="1934">
                <a:solidFill>
                  <a:schemeClr val="dk1"/>
                </a:solidFill>
                <a:latin typeface="Dela Gothic One"/>
                <a:ea typeface="Dela Gothic One"/>
                <a:cs typeface="Dela Gothic One"/>
                <a:sym typeface="Dela Gothic One"/>
              </a:rPr>
              <a:t>Амперметр</a:t>
            </a:r>
            <a:endParaRPr sz="1934">
              <a:latin typeface="Dela Gothic One"/>
              <a:ea typeface="Dela Gothic One"/>
              <a:cs typeface="Dela Gothic One"/>
              <a:sym typeface="Dela Gothic One"/>
            </a:endParaRPr>
          </a:p>
        </p:txBody>
      </p:sp>
      <p:sp>
        <p:nvSpPr>
          <p:cNvPr id="1402" name="Google Shape;1402;p20"/>
          <p:cNvSpPr txBox="1"/>
          <p:nvPr/>
        </p:nvSpPr>
        <p:spPr>
          <a:xfrm>
            <a:off x="2689617" y="1841099"/>
            <a:ext cx="2418000" cy="446700"/>
          </a:xfrm>
          <a:prstGeom prst="rect">
            <a:avLst/>
          </a:prstGeom>
          <a:noFill/>
          <a:ln>
            <a:noFill/>
          </a:ln>
        </p:spPr>
        <p:txBody>
          <a:bodyPr anchorCtr="0" anchor="t" bIns="73675" lIns="73675" spcFirstLastPara="1" rIns="73675" wrap="square" tIns="73675">
            <a:spAutoFit/>
          </a:bodyPr>
          <a:lstStyle/>
          <a:p>
            <a:pPr indent="0" lvl="0" marL="0" rtl="0" algn="l">
              <a:lnSpc>
                <a:spcPct val="115000"/>
              </a:lnSpc>
              <a:spcBef>
                <a:spcPts val="0"/>
              </a:spcBef>
              <a:spcAft>
                <a:spcPts val="0"/>
              </a:spcAft>
              <a:buNone/>
            </a:pPr>
            <a:r>
              <a:rPr lang="en" sz="1934">
                <a:solidFill>
                  <a:schemeClr val="dk1"/>
                </a:solidFill>
                <a:latin typeface="Dela Gothic One"/>
                <a:ea typeface="Dela Gothic One"/>
                <a:cs typeface="Dela Gothic One"/>
                <a:sym typeface="Dela Gothic One"/>
              </a:rPr>
              <a:t>В</a:t>
            </a:r>
            <a:r>
              <a:rPr lang="en" sz="1934">
                <a:solidFill>
                  <a:schemeClr val="dk1"/>
                </a:solidFill>
                <a:latin typeface="Dela Gothic One"/>
                <a:ea typeface="Dela Gothic One"/>
                <a:cs typeface="Dela Gothic One"/>
                <a:sym typeface="Dela Gothic One"/>
              </a:rPr>
              <a:t>ольтметр</a:t>
            </a:r>
            <a:endParaRPr sz="1934">
              <a:latin typeface="Dela Gothic One"/>
              <a:ea typeface="Dela Gothic One"/>
              <a:cs typeface="Dela Gothic One"/>
              <a:sym typeface="Dela Gothic One"/>
            </a:endParaRPr>
          </a:p>
        </p:txBody>
      </p:sp>
      <p:sp>
        <p:nvSpPr>
          <p:cNvPr id="1403" name="Google Shape;1403;p20"/>
          <p:cNvSpPr txBox="1"/>
          <p:nvPr/>
        </p:nvSpPr>
        <p:spPr>
          <a:xfrm>
            <a:off x="2827439" y="3218575"/>
            <a:ext cx="2418000" cy="446700"/>
          </a:xfrm>
          <a:prstGeom prst="rect">
            <a:avLst/>
          </a:prstGeom>
          <a:noFill/>
          <a:ln>
            <a:noFill/>
          </a:ln>
        </p:spPr>
        <p:txBody>
          <a:bodyPr anchorCtr="0" anchor="t" bIns="73675" lIns="73675" spcFirstLastPara="1" rIns="73675" wrap="square" tIns="73675">
            <a:spAutoFit/>
          </a:bodyPr>
          <a:lstStyle/>
          <a:p>
            <a:pPr indent="0" lvl="0" marL="0" rtl="0" algn="l">
              <a:lnSpc>
                <a:spcPct val="115000"/>
              </a:lnSpc>
              <a:spcBef>
                <a:spcPts val="0"/>
              </a:spcBef>
              <a:spcAft>
                <a:spcPts val="0"/>
              </a:spcAft>
              <a:buNone/>
            </a:pPr>
            <a:r>
              <a:rPr lang="en" sz="1934">
                <a:solidFill>
                  <a:schemeClr val="dk1"/>
                </a:solidFill>
                <a:latin typeface="Dela Gothic One"/>
                <a:ea typeface="Dela Gothic One"/>
                <a:cs typeface="Dela Gothic One"/>
                <a:sym typeface="Dela Gothic One"/>
              </a:rPr>
              <a:t>Р</a:t>
            </a:r>
            <a:r>
              <a:rPr lang="en" sz="1934">
                <a:solidFill>
                  <a:schemeClr val="dk1"/>
                </a:solidFill>
                <a:latin typeface="Dela Gothic One"/>
                <a:ea typeface="Dela Gothic One"/>
                <a:cs typeface="Dela Gothic One"/>
                <a:sym typeface="Dela Gothic One"/>
              </a:rPr>
              <a:t>едуктор</a:t>
            </a:r>
            <a:endParaRPr sz="1934">
              <a:latin typeface="Dela Gothic One"/>
              <a:ea typeface="Dela Gothic One"/>
              <a:cs typeface="Dela Gothic One"/>
              <a:sym typeface="Dela Gothic On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21"/>
          <p:cNvSpPr/>
          <p:nvPr/>
        </p:nvSpPr>
        <p:spPr>
          <a:xfrm>
            <a:off x="453154" y="2574646"/>
            <a:ext cx="4432244" cy="76248"/>
          </a:xfrm>
          <a:custGeom>
            <a:rect b="b" l="l" r="r" t="t"/>
            <a:pathLst>
              <a:path extrusionOk="0" h="2377" w="138173">
                <a:moveTo>
                  <a:pt x="1" y="1"/>
                </a:moveTo>
                <a:lnTo>
                  <a:pt x="1" y="2376"/>
                </a:lnTo>
                <a:lnTo>
                  <a:pt x="138173" y="2376"/>
                </a:lnTo>
                <a:lnTo>
                  <a:pt x="138173" y="1"/>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1"/>
          <p:cNvSpPr/>
          <p:nvPr/>
        </p:nvSpPr>
        <p:spPr>
          <a:xfrm>
            <a:off x="4800040" y="2499489"/>
            <a:ext cx="267206" cy="225537"/>
          </a:xfrm>
          <a:custGeom>
            <a:rect b="b" l="l" r="r" t="t"/>
            <a:pathLst>
              <a:path extrusionOk="0" h="7031" w="8330">
                <a:moveTo>
                  <a:pt x="1" y="0"/>
                </a:moveTo>
                <a:lnTo>
                  <a:pt x="1489" y="3516"/>
                </a:lnTo>
                <a:lnTo>
                  <a:pt x="1" y="7031"/>
                </a:lnTo>
                <a:lnTo>
                  <a:pt x="8330" y="3516"/>
                </a:lnTo>
                <a:lnTo>
                  <a:pt x="1" y="0"/>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1"/>
          <p:cNvSpPr/>
          <p:nvPr/>
        </p:nvSpPr>
        <p:spPr>
          <a:xfrm>
            <a:off x="463322" y="891380"/>
            <a:ext cx="4422076" cy="1331826"/>
          </a:xfrm>
          <a:custGeom>
            <a:rect b="b" l="l" r="r" t="t"/>
            <a:pathLst>
              <a:path extrusionOk="0" h="41519" w="137856">
                <a:moveTo>
                  <a:pt x="129115" y="1"/>
                </a:moveTo>
                <a:lnTo>
                  <a:pt x="98745" y="39143"/>
                </a:lnTo>
                <a:lnTo>
                  <a:pt x="0" y="39143"/>
                </a:lnTo>
                <a:lnTo>
                  <a:pt x="0" y="41519"/>
                </a:lnTo>
                <a:lnTo>
                  <a:pt x="99916" y="41519"/>
                </a:lnTo>
                <a:lnTo>
                  <a:pt x="130287" y="2376"/>
                </a:lnTo>
                <a:lnTo>
                  <a:pt x="137856" y="2376"/>
                </a:lnTo>
                <a:lnTo>
                  <a:pt x="137856" y="1"/>
                </a:ln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1"/>
          <p:cNvSpPr/>
          <p:nvPr/>
        </p:nvSpPr>
        <p:spPr>
          <a:xfrm>
            <a:off x="4800040" y="816222"/>
            <a:ext cx="267206" cy="225537"/>
          </a:xfrm>
          <a:custGeom>
            <a:rect b="b" l="l" r="r" t="t"/>
            <a:pathLst>
              <a:path extrusionOk="0" h="7031" w="8330">
                <a:moveTo>
                  <a:pt x="1" y="0"/>
                </a:moveTo>
                <a:lnTo>
                  <a:pt x="1489" y="3515"/>
                </a:lnTo>
                <a:lnTo>
                  <a:pt x="1" y="7031"/>
                </a:lnTo>
                <a:lnTo>
                  <a:pt x="8330" y="3515"/>
                </a:lnTo>
                <a:lnTo>
                  <a:pt x="1" y="0"/>
                </a:ln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1"/>
          <p:cNvSpPr/>
          <p:nvPr/>
        </p:nvSpPr>
        <p:spPr>
          <a:xfrm>
            <a:off x="458254" y="1709163"/>
            <a:ext cx="6277054" cy="738552"/>
          </a:xfrm>
          <a:custGeom>
            <a:rect b="b" l="l" r="r" t="t"/>
            <a:pathLst>
              <a:path extrusionOk="0" h="23024" w="195684">
                <a:moveTo>
                  <a:pt x="128608" y="0"/>
                </a:moveTo>
                <a:lnTo>
                  <a:pt x="112837" y="20648"/>
                </a:lnTo>
                <a:lnTo>
                  <a:pt x="0" y="20648"/>
                </a:lnTo>
                <a:lnTo>
                  <a:pt x="0" y="23023"/>
                </a:lnTo>
                <a:lnTo>
                  <a:pt x="114009" y="23023"/>
                </a:lnTo>
                <a:lnTo>
                  <a:pt x="129780" y="2375"/>
                </a:lnTo>
                <a:lnTo>
                  <a:pt x="195683" y="2375"/>
                </a:lnTo>
                <a:lnTo>
                  <a:pt x="195683" y="0"/>
                </a:ln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1"/>
          <p:cNvSpPr/>
          <p:nvPr/>
        </p:nvSpPr>
        <p:spPr>
          <a:xfrm>
            <a:off x="6649949" y="1633974"/>
            <a:ext cx="267206" cy="226563"/>
          </a:xfrm>
          <a:custGeom>
            <a:rect b="b" l="l" r="r" t="t"/>
            <a:pathLst>
              <a:path extrusionOk="0" h="7063" w="8330">
                <a:moveTo>
                  <a:pt x="0" y="1"/>
                </a:moveTo>
                <a:lnTo>
                  <a:pt x="1489" y="3516"/>
                </a:lnTo>
                <a:lnTo>
                  <a:pt x="0" y="7063"/>
                </a:lnTo>
                <a:lnTo>
                  <a:pt x="0" y="7063"/>
                </a:lnTo>
                <a:lnTo>
                  <a:pt x="8329" y="3516"/>
                </a:lnTo>
                <a:lnTo>
                  <a:pt x="0" y="1"/>
                </a:ln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1"/>
          <p:cNvSpPr/>
          <p:nvPr/>
        </p:nvSpPr>
        <p:spPr>
          <a:xfrm>
            <a:off x="463322" y="2782926"/>
            <a:ext cx="6277054" cy="738552"/>
          </a:xfrm>
          <a:custGeom>
            <a:rect b="b" l="l" r="r" t="t"/>
            <a:pathLst>
              <a:path extrusionOk="0" h="23024" w="195684">
                <a:moveTo>
                  <a:pt x="0" y="0"/>
                </a:moveTo>
                <a:lnTo>
                  <a:pt x="0" y="2375"/>
                </a:lnTo>
                <a:lnTo>
                  <a:pt x="112837" y="2375"/>
                </a:lnTo>
                <a:lnTo>
                  <a:pt x="128609" y="23023"/>
                </a:lnTo>
                <a:lnTo>
                  <a:pt x="195684" y="23023"/>
                </a:lnTo>
                <a:lnTo>
                  <a:pt x="195684" y="20648"/>
                </a:lnTo>
                <a:lnTo>
                  <a:pt x="129780" y="20648"/>
                </a:lnTo>
                <a:lnTo>
                  <a:pt x="114041"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1"/>
          <p:cNvSpPr/>
          <p:nvPr/>
        </p:nvSpPr>
        <p:spPr>
          <a:xfrm>
            <a:off x="6655018" y="3370072"/>
            <a:ext cx="267206" cy="226563"/>
          </a:xfrm>
          <a:custGeom>
            <a:rect b="b" l="l" r="r" t="t"/>
            <a:pathLst>
              <a:path extrusionOk="0" h="7063" w="8330">
                <a:moveTo>
                  <a:pt x="0" y="1"/>
                </a:moveTo>
                <a:lnTo>
                  <a:pt x="1489" y="3516"/>
                </a:lnTo>
                <a:lnTo>
                  <a:pt x="0" y="7063"/>
                </a:lnTo>
                <a:lnTo>
                  <a:pt x="8329" y="3516"/>
                </a:lnTo>
                <a:lnTo>
                  <a:pt x="0"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1"/>
          <p:cNvSpPr/>
          <p:nvPr/>
        </p:nvSpPr>
        <p:spPr>
          <a:xfrm>
            <a:off x="463322" y="2971862"/>
            <a:ext cx="4422076" cy="1331826"/>
          </a:xfrm>
          <a:custGeom>
            <a:rect b="b" l="l" r="r" t="t"/>
            <a:pathLst>
              <a:path extrusionOk="0" h="41519" w="137856">
                <a:moveTo>
                  <a:pt x="0" y="1"/>
                </a:moveTo>
                <a:lnTo>
                  <a:pt x="0" y="2376"/>
                </a:lnTo>
                <a:lnTo>
                  <a:pt x="98745" y="2376"/>
                </a:lnTo>
                <a:lnTo>
                  <a:pt x="128767" y="41075"/>
                </a:lnTo>
                <a:lnTo>
                  <a:pt x="129115" y="41518"/>
                </a:lnTo>
                <a:lnTo>
                  <a:pt x="137856" y="41518"/>
                </a:lnTo>
                <a:lnTo>
                  <a:pt x="137856" y="39143"/>
                </a:lnTo>
                <a:lnTo>
                  <a:pt x="130287" y="39143"/>
                </a:lnTo>
                <a:lnTo>
                  <a:pt x="100265" y="476"/>
                </a:lnTo>
                <a:lnTo>
                  <a:pt x="99916" y="1"/>
                </a:ln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1"/>
          <p:cNvSpPr/>
          <p:nvPr/>
        </p:nvSpPr>
        <p:spPr>
          <a:xfrm>
            <a:off x="4800040" y="4153309"/>
            <a:ext cx="267206" cy="225537"/>
          </a:xfrm>
          <a:custGeom>
            <a:rect b="b" l="l" r="r" t="t"/>
            <a:pathLst>
              <a:path extrusionOk="0" h="7031" w="8330">
                <a:moveTo>
                  <a:pt x="1" y="0"/>
                </a:moveTo>
                <a:lnTo>
                  <a:pt x="1489" y="3516"/>
                </a:lnTo>
                <a:lnTo>
                  <a:pt x="1" y="7031"/>
                </a:lnTo>
                <a:lnTo>
                  <a:pt x="8330" y="3516"/>
                </a:lnTo>
                <a:lnTo>
                  <a:pt x="1" y="0"/>
                </a:ln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1"/>
          <p:cNvSpPr/>
          <p:nvPr/>
        </p:nvSpPr>
        <p:spPr>
          <a:xfrm>
            <a:off x="685800" y="1416575"/>
            <a:ext cx="2955947" cy="2330398"/>
          </a:xfrm>
          <a:custGeom>
            <a:rect b="b" l="l" r="r" t="t"/>
            <a:pathLst>
              <a:path extrusionOk="0" h="72649" w="72650">
                <a:moveTo>
                  <a:pt x="36325" y="0"/>
                </a:moveTo>
                <a:cubicBezTo>
                  <a:pt x="16278" y="0"/>
                  <a:pt x="0" y="16247"/>
                  <a:pt x="0" y="36325"/>
                </a:cubicBezTo>
                <a:cubicBezTo>
                  <a:pt x="0" y="56371"/>
                  <a:pt x="16278" y="72649"/>
                  <a:pt x="36325" y="72649"/>
                </a:cubicBezTo>
                <a:cubicBezTo>
                  <a:pt x="56403" y="72649"/>
                  <a:pt x="72649" y="56371"/>
                  <a:pt x="72649" y="36325"/>
                </a:cubicBezTo>
                <a:cubicBezTo>
                  <a:pt x="72649" y="16247"/>
                  <a:pt x="56403" y="0"/>
                  <a:pt x="36325" y="0"/>
                </a:cubicBezTo>
                <a:close/>
              </a:path>
            </a:pathLst>
          </a:custGeom>
          <a:solidFill>
            <a:srgbClr val="F7F9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Dela Gothic One"/>
                <a:ea typeface="Dela Gothic One"/>
                <a:cs typeface="Dela Gothic One"/>
                <a:sym typeface="Dela Gothic One"/>
              </a:rPr>
              <a:t>Востребованность</a:t>
            </a:r>
            <a:endParaRPr sz="1800">
              <a:latin typeface="Dela Gothic One"/>
              <a:ea typeface="Dela Gothic One"/>
              <a:cs typeface="Dela Gothic One"/>
              <a:sym typeface="Dela Gothic One"/>
            </a:endParaRPr>
          </a:p>
        </p:txBody>
      </p:sp>
      <p:sp>
        <p:nvSpPr>
          <p:cNvPr id="1419" name="Google Shape;1419;p21"/>
          <p:cNvSpPr/>
          <p:nvPr/>
        </p:nvSpPr>
        <p:spPr>
          <a:xfrm>
            <a:off x="5062150" y="4052450"/>
            <a:ext cx="2641904" cy="971210"/>
          </a:xfrm>
          <a:custGeom>
            <a:rect b="b" l="l" r="r" t="t"/>
            <a:pathLst>
              <a:path extrusionOk="0" h="30277" w="52160">
                <a:moveTo>
                  <a:pt x="4751" y="1"/>
                </a:moveTo>
                <a:cubicBezTo>
                  <a:pt x="2122" y="1"/>
                  <a:pt x="1" y="2154"/>
                  <a:pt x="1" y="4751"/>
                </a:cubicBezTo>
                <a:lnTo>
                  <a:pt x="1" y="25526"/>
                </a:lnTo>
                <a:cubicBezTo>
                  <a:pt x="1" y="28123"/>
                  <a:pt x="2122" y="30276"/>
                  <a:pt x="4751" y="30276"/>
                </a:cubicBezTo>
                <a:lnTo>
                  <a:pt x="47409" y="30276"/>
                </a:lnTo>
                <a:cubicBezTo>
                  <a:pt x="50006" y="30276"/>
                  <a:pt x="52159" y="28123"/>
                  <a:pt x="52159" y="25526"/>
                </a:cubicBezTo>
                <a:lnTo>
                  <a:pt x="52159" y="4751"/>
                </a:lnTo>
                <a:cubicBezTo>
                  <a:pt x="52159" y="2154"/>
                  <a:pt x="50006" y="1"/>
                  <a:pt x="47409" y="1"/>
                </a:cubicBezTo>
                <a:close/>
              </a:path>
            </a:pathLst>
          </a:custGeom>
          <a:solidFill>
            <a:srgbClr val="F7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1"/>
          <p:cNvSpPr/>
          <p:nvPr/>
        </p:nvSpPr>
        <p:spPr>
          <a:xfrm>
            <a:off x="5062138" y="4052447"/>
            <a:ext cx="430769" cy="971210"/>
          </a:xfrm>
          <a:custGeom>
            <a:rect b="b" l="l" r="r" t="t"/>
            <a:pathLst>
              <a:path extrusionOk="0" h="30277" w="13429">
                <a:moveTo>
                  <a:pt x="4751" y="1"/>
                </a:moveTo>
                <a:cubicBezTo>
                  <a:pt x="2154" y="1"/>
                  <a:pt x="1" y="2154"/>
                  <a:pt x="1" y="4751"/>
                </a:cubicBezTo>
                <a:lnTo>
                  <a:pt x="1" y="25526"/>
                </a:lnTo>
                <a:cubicBezTo>
                  <a:pt x="1" y="28123"/>
                  <a:pt x="2154" y="30276"/>
                  <a:pt x="4751" y="30276"/>
                </a:cubicBezTo>
                <a:lnTo>
                  <a:pt x="13428" y="30276"/>
                </a:lnTo>
                <a:lnTo>
                  <a:pt x="13428" y="1"/>
                </a:lnTo>
                <a:close/>
              </a:path>
            </a:pathLst>
          </a:custGeom>
          <a:solidFill>
            <a:srgbClr val="F2A36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Fira Sans SemiBold"/>
                <a:ea typeface="Fira Sans SemiBold"/>
                <a:cs typeface="Fira Sans SemiBold"/>
                <a:sym typeface="Fira Sans SemiBold"/>
              </a:rPr>
              <a:t>3</a:t>
            </a:r>
            <a:endParaRPr sz="3000">
              <a:solidFill>
                <a:srgbClr val="FFFFFF"/>
              </a:solidFill>
              <a:latin typeface="Fira Sans SemiBold"/>
              <a:ea typeface="Fira Sans SemiBold"/>
              <a:cs typeface="Fira Sans SemiBold"/>
              <a:sym typeface="Fira Sans SemiBold"/>
            </a:endParaRPr>
          </a:p>
        </p:txBody>
      </p:sp>
      <p:sp>
        <p:nvSpPr>
          <p:cNvPr id="1421" name="Google Shape;1421;p21"/>
          <p:cNvSpPr/>
          <p:nvPr/>
        </p:nvSpPr>
        <p:spPr>
          <a:xfrm>
            <a:off x="5156625" y="116325"/>
            <a:ext cx="2607087" cy="1061814"/>
          </a:xfrm>
          <a:custGeom>
            <a:rect b="b" l="l" r="r" t="t"/>
            <a:pathLst>
              <a:path extrusionOk="0" h="30277" w="52160">
                <a:moveTo>
                  <a:pt x="4751" y="1"/>
                </a:moveTo>
                <a:cubicBezTo>
                  <a:pt x="2122" y="1"/>
                  <a:pt x="1" y="2123"/>
                  <a:pt x="1" y="4751"/>
                </a:cubicBezTo>
                <a:lnTo>
                  <a:pt x="1" y="25526"/>
                </a:lnTo>
                <a:cubicBezTo>
                  <a:pt x="1" y="28123"/>
                  <a:pt x="2122" y="30276"/>
                  <a:pt x="4751" y="30276"/>
                </a:cubicBezTo>
                <a:lnTo>
                  <a:pt x="47409" y="30276"/>
                </a:lnTo>
                <a:cubicBezTo>
                  <a:pt x="50006" y="30276"/>
                  <a:pt x="52159" y="28123"/>
                  <a:pt x="52159" y="25526"/>
                </a:cubicBezTo>
                <a:lnTo>
                  <a:pt x="52159" y="4751"/>
                </a:lnTo>
                <a:cubicBezTo>
                  <a:pt x="52159" y="2123"/>
                  <a:pt x="50006" y="1"/>
                  <a:pt x="47409" y="1"/>
                </a:cubicBezTo>
                <a:close/>
              </a:path>
            </a:pathLst>
          </a:custGeom>
          <a:solidFill>
            <a:srgbClr val="F7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1"/>
          <p:cNvSpPr/>
          <p:nvPr/>
        </p:nvSpPr>
        <p:spPr>
          <a:xfrm>
            <a:off x="5156613" y="116325"/>
            <a:ext cx="430769" cy="1061814"/>
          </a:xfrm>
          <a:custGeom>
            <a:rect b="b" l="l" r="r" t="t"/>
            <a:pathLst>
              <a:path extrusionOk="0" h="30277" w="13429">
                <a:moveTo>
                  <a:pt x="4751" y="1"/>
                </a:moveTo>
                <a:cubicBezTo>
                  <a:pt x="2154" y="1"/>
                  <a:pt x="1" y="2123"/>
                  <a:pt x="1" y="4751"/>
                </a:cubicBezTo>
                <a:lnTo>
                  <a:pt x="1" y="25526"/>
                </a:lnTo>
                <a:cubicBezTo>
                  <a:pt x="1" y="28123"/>
                  <a:pt x="2154" y="30276"/>
                  <a:pt x="4751" y="30276"/>
                </a:cubicBezTo>
                <a:lnTo>
                  <a:pt x="13428" y="30276"/>
                </a:lnTo>
                <a:lnTo>
                  <a:pt x="13428" y="1"/>
                </a:lnTo>
                <a:close/>
              </a:path>
            </a:pathLst>
          </a:custGeom>
          <a:solidFill>
            <a:srgbClr val="F2A36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Fira Sans SemiBold"/>
                <a:ea typeface="Fira Sans SemiBold"/>
                <a:cs typeface="Fira Sans SemiBold"/>
                <a:sym typeface="Fira Sans SemiBold"/>
              </a:rPr>
              <a:t>1</a:t>
            </a:r>
            <a:endParaRPr sz="3000">
              <a:solidFill>
                <a:srgbClr val="FFFFFF"/>
              </a:solidFill>
              <a:latin typeface="Fira Sans SemiBold"/>
              <a:ea typeface="Fira Sans SemiBold"/>
              <a:cs typeface="Fira Sans SemiBold"/>
              <a:sym typeface="Fira Sans SemiBold"/>
            </a:endParaRPr>
          </a:p>
        </p:txBody>
      </p:sp>
      <p:sp>
        <p:nvSpPr>
          <p:cNvPr id="1423" name="Google Shape;1423;p21"/>
          <p:cNvSpPr/>
          <p:nvPr/>
        </p:nvSpPr>
        <p:spPr>
          <a:xfrm>
            <a:off x="5156626" y="2089100"/>
            <a:ext cx="1791957" cy="970184"/>
          </a:xfrm>
          <a:custGeom>
            <a:rect b="b" l="l" r="r" t="t"/>
            <a:pathLst>
              <a:path extrusionOk="0" h="30245" w="52160">
                <a:moveTo>
                  <a:pt x="4751" y="0"/>
                </a:moveTo>
                <a:cubicBezTo>
                  <a:pt x="2122" y="0"/>
                  <a:pt x="1" y="2122"/>
                  <a:pt x="1" y="4751"/>
                </a:cubicBezTo>
                <a:lnTo>
                  <a:pt x="1" y="25494"/>
                </a:lnTo>
                <a:cubicBezTo>
                  <a:pt x="1" y="28122"/>
                  <a:pt x="2122" y="30244"/>
                  <a:pt x="4751" y="30244"/>
                </a:cubicBezTo>
                <a:lnTo>
                  <a:pt x="47409" y="30244"/>
                </a:lnTo>
                <a:cubicBezTo>
                  <a:pt x="50006" y="30244"/>
                  <a:pt x="52159" y="28122"/>
                  <a:pt x="52159" y="25494"/>
                </a:cubicBezTo>
                <a:lnTo>
                  <a:pt x="52159" y="4751"/>
                </a:lnTo>
                <a:cubicBezTo>
                  <a:pt x="52159" y="2122"/>
                  <a:pt x="50006" y="0"/>
                  <a:pt x="47409" y="0"/>
                </a:cubicBezTo>
                <a:close/>
              </a:path>
            </a:pathLst>
          </a:custGeom>
          <a:solidFill>
            <a:srgbClr val="F7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1"/>
          <p:cNvSpPr/>
          <p:nvPr/>
        </p:nvSpPr>
        <p:spPr>
          <a:xfrm>
            <a:off x="5156613" y="2089089"/>
            <a:ext cx="430769" cy="970184"/>
          </a:xfrm>
          <a:custGeom>
            <a:rect b="b" l="l" r="r" t="t"/>
            <a:pathLst>
              <a:path extrusionOk="0" h="30245" w="13429">
                <a:moveTo>
                  <a:pt x="4751" y="0"/>
                </a:moveTo>
                <a:cubicBezTo>
                  <a:pt x="2154" y="0"/>
                  <a:pt x="1" y="2122"/>
                  <a:pt x="1" y="4751"/>
                </a:cubicBezTo>
                <a:lnTo>
                  <a:pt x="1" y="25494"/>
                </a:lnTo>
                <a:cubicBezTo>
                  <a:pt x="1" y="28122"/>
                  <a:pt x="2154" y="30244"/>
                  <a:pt x="4751" y="30244"/>
                </a:cubicBezTo>
                <a:lnTo>
                  <a:pt x="13428" y="30244"/>
                </a:lnTo>
                <a:lnTo>
                  <a:pt x="13428" y="0"/>
                </a:lnTo>
                <a:close/>
              </a:path>
            </a:pathLst>
          </a:custGeom>
          <a:solidFill>
            <a:srgbClr val="CECEC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Fira Sans SemiBold"/>
                <a:ea typeface="Fira Sans SemiBold"/>
                <a:cs typeface="Fira Sans SemiBold"/>
                <a:sym typeface="Fira Sans SemiBold"/>
              </a:rPr>
              <a:t>2</a:t>
            </a:r>
            <a:endParaRPr sz="3000">
              <a:solidFill>
                <a:srgbClr val="FFFFFF"/>
              </a:solidFill>
              <a:latin typeface="Fira Sans SemiBold"/>
              <a:ea typeface="Fira Sans SemiBold"/>
              <a:cs typeface="Fira Sans SemiBold"/>
              <a:sym typeface="Fira Sans SemiBold"/>
            </a:endParaRPr>
          </a:p>
        </p:txBody>
      </p:sp>
      <p:sp>
        <p:nvSpPr>
          <p:cNvPr id="1425" name="Google Shape;1425;p21"/>
          <p:cNvSpPr/>
          <p:nvPr/>
        </p:nvSpPr>
        <p:spPr>
          <a:xfrm>
            <a:off x="7018675" y="1249975"/>
            <a:ext cx="1791934" cy="971210"/>
          </a:xfrm>
          <a:custGeom>
            <a:rect b="b" l="l" r="r" t="t"/>
            <a:pathLst>
              <a:path extrusionOk="0" h="30277" w="52129">
                <a:moveTo>
                  <a:pt x="4751" y="1"/>
                </a:moveTo>
                <a:cubicBezTo>
                  <a:pt x="2123" y="1"/>
                  <a:pt x="1" y="2154"/>
                  <a:pt x="1" y="4751"/>
                </a:cubicBezTo>
                <a:lnTo>
                  <a:pt x="1" y="25526"/>
                </a:lnTo>
                <a:cubicBezTo>
                  <a:pt x="1" y="28154"/>
                  <a:pt x="2123" y="30276"/>
                  <a:pt x="4751" y="30276"/>
                </a:cubicBezTo>
                <a:lnTo>
                  <a:pt x="47378" y="30276"/>
                </a:lnTo>
                <a:cubicBezTo>
                  <a:pt x="50006" y="30276"/>
                  <a:pt x="52128" y="28154"/>
                  <a:pt x="52128" y="25526"/>
                </a:cubicBezTo>
                <a:lnTo>
                  <a:pt x="52128" y="4751"/>
                </a:lnTo>
                <a:cubicBezTo>
                  <a:pt x="52128" y="2154"/>
                  <a:pt x="50006" y="1"/>
                  <a:pt x="47378" y="1"/>
                </a:cubicBezTo>
                <a:close/>
              </a:path>
            </a:pathLst>
          </a:custGeom>
          <a:solidFill>
            <a:srgbClr val="F7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1"/>
          <p:cNvSpPr/>
          <p:nvPr/>
        </p:nvSpPr>
        <p:spPr>
          <a:xfrm>
            <a:off x="7018680" y="1249974"/>
            <a:ext cx="430769" cy="971210"/>
          </a:xfrm>
          <a:custGeom>
            <a:rect b="b" l="l" r="r" t="t"/>
            <a:pathLst>
              <a:path extrusionOk="0" h="30277" w="13429">
                <a:moveTo>
                  <a:pt x="4751" y="1"/>
                </a:moveTo>
                <a:cubicBezTo>
                  <a:pt x="2123" y="1"/>
                  <a:pt x="1" y="2154"/>
                  <a:pt x="1" y="4751"/>
                </a:cubicBezTo>
                <a:lnTo>
                  <a:pt x="1" y="25526"/>
                </a:lnTo>
                <a:cubicBezTo>
                  <a:pt x="1" y="28154"/>
                  <a:pt x="2123" y="30276"/>
                  <a:pt x="4751" y="30276"/>
                </a:cubicBezTo>
                <a:lnTo>
                  <a:pt x="13429" y="30276"/>
                </a:lnTo>
                <a:lnTo>
                  <a:pt x="13429" y="1"/>
                </a:lnTo>
                <a:close/>
              </a:path>
            </a:pathLst>
          </a:custGeom>
          <a:solidFill>
            <a:srgbClr val="2228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Fira Sans SemiBold"/>
                <a:ea typeface="Fira Sans SemiBold"/>
                <a:cs typeface="Fira Sans SemiBold"/>
                <a:sym typeface="Fira Sans SemiBold"/>
              </a:rPr>
              <a:t>4</a:t>
            </a:r>
            <a:endParaRPr sz="3000">
              <a:solidFill>
                <a:srgbClr val="FFFFFF"/>
              </a:solidFill>
              <a:latin typeface="Fira Sans SemiBold"/>
              <a:ea typeface="Fira Sans SemiBold"/>
              <a:cs typeface="Fira Sans SemiBold"/>
              <a:sym typeface="Fira Sans SemiBold"/>
            </a:endParaRPr>
          </a:p>
        </p:txBody>
      </p:sp>
      <p:sp>
        <p:nvSpPr>
          <p:cNvPr id="1427" name="Google Shape;1427;p21"/>
          <p:cNvSpPr/>
          <p:nvPr/>
        </p:nvSpPr>
        <p:spPr>
          <a:xfrm>
            <a:off x="6976625" y="2836525"/>
            <a:ext cx="2081381" cy="1139437"/>
          </a:xfrm>
          <a:custGeom>
            <a:rect b="b" l="l" r="r" t="t"/>
            <a:pathLst>
              <a:path extrusionOk="0" h="30276" w="52129">
                <a:moveTo>
                  <a:pt x="4751" y="0"/>
                </a:moveTo>
                <a:cubicBezTo>
                  <a:pt x="2123" y="0"/>
                  <a:pt x="1" y="2122"/>
                  <a:pt x="1" y="4750"/>
                </a:cubicBezTo>
                <a:lnTo>
                  <a:pt x="1" y="25525"/>
                </a:lnTo>
                <a:cubicBezTo>
                  <a:pt x="1" y="28122"/>
                  <a:pt x="2123" y="30276"/>
                  <a:pt x="4751" y="30276"/>
                </a:cubicBezTo>
                <a:lnTo>
                  <a:pt x="47378" y="30276"/>
                </a:lnTo>
                <a:cubicBezTo>
                  <a:pt x="50006" y="30276"/>
                  <a:pt x="52128" y="28122"/>
                  <a:pt x="52128" y="25525"/>
                </a:cubicBezTo>
                <a:lnTo>
                  <a:pt x="52128" y="4750"/>
                </a:lnTo>
                <a:cubicBezTo>
                  <a:pt x="52128" y="2122"/>
                  <a:pt x="50006" y="0"/>
                  <a:pt x="47378" y="0"/>
                </a:cubicBezTo>
                <a:close/>
              </a:path>
            </a:pathLst>
          </a:custGeom>
          <a:solidFill>
            <a:srgbClr val="F7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1"/>
          <p:cNvSpPr/>
          <p:nvPr/>
        </p:nvSpPr>
        <p:spPr>
          <a:xfrm>
            <a:off x="7018675" y="2836525"/>
            <a:ext cx="430769" cy="1139437"/>
          </a:xfrm>
          <a:custGeom>
            <a:rect b="b" l="l" r="r" t="t"/>
            <a:pathLst>
              <a:path extrusionOk="0" h="30276" w="13429">
                <a:moveTo>
                  <a:pt x="4751" y="0"/>
                </a:moveTo>
                <a:cubicBezTo>
                  <a:pt x="2123" y="0"/>
                  <a:pt x="1" y="2122"/>
                  <a:pt x="1" y="4750"/>
                </a:cubicBezTo>
                <a:lnTo>
                  <a:pt x="1" y="25525"/>
                </a:lnTo>
                <a:cubicBezTo>
                  <a:pt x="1" y="28122"/>
                  <a:pt x="2123" y="30276"/>
                  <a:pt x="4751" y="30276"/>
                </a:cubicBezTo>
                <a:lnTo>
                  <a:pt x="13429" y="30276"/>
                </a:lnTo>
                <a:lnTo>
                  <a:pt x="13429" y="0"/>
                </a:lnTo>
                <a:close/>
              </a:path>
            </a:pathLst>
          </a:custGeom>
          <a:solidFill>
            <a:srgbClr val="30475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Fira Sans SemiBold"/>
                <a:ea typeface="Fira Sans SemiBold"/>
                <a:cs typeface="Fira Sans SemiBold"/>
                <a:sym typeface="Fira Sans SemiBold"/>
              </a:rPr>
              <a:t>5</a:t>
            </a:r>
            <a:endParaRPr sz="3000">
              <a:solidFill>
                <a:srgbClr val="FFFFFF"/>
              </a:solidFill>
              <a:latin typeface="Fira Sans SemiBold"/>
              <a:ea typeface="Fira Sans SemiBold"/>
              <a:cs typeface="Fira Sans SemiBold"/>
              <a:sym typeface="Fira Sans SemiBold"/>
            </a:endParaRPr>
          </a:p>
        </p:txBody>
      </p:sp>
      <p:sp>
        <p:nvSpPr>
          <p:cNvPr id="1429" name="Google Shape;1429;p21"/>
          <p:cNvSpPr txBox="1"/>
          <p:nvPr/>
        </p:nvSpPr>
        <p:spPr>
          <a:xfrm>
            <a:off x="5492899" y="4168750"/>
            <a:ext cx="2207400" cy="73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Montserrat Medium"/>
                <a:ea typeface="Montserrat Medium"/>
                <a:cs typeface="Montserrat Medium"/>
                <a:sym typeface="Montserrat Medium"/>
              </a:rPr>
              <a:t>Повышение  производительности</a:t>
            </a:r>
            <a:endParaRPr>
              <a:latin typeface="Montserrat Medium"/>
              <a:ea typeface="Montserrat Medium"/>
              <a:cs typeface="Montserrat Medium"/>
              <a:sym typeface="Montserrat Medium"/>
            </a:endParaRPr>
          </a:p>
        </p:txBody>
      </p:sp>
      <p:sp>
        <p:nvSpPr>
          <p:cNvPr id="1430" name="Google Shape;1430;p21"/>
          <p:cNvSpPr txBox="1"/>
          <p:nvPr/>
        </p:nvSpPr>
        <p:spPr>
          <a:xfrm>
            <a:off x="5545825" y="2316350"/>
            <a:ext cx="1338900" cy="59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Montserrat Medium"/>
                <a:ea typeface="Montserrat Medium"/>
                <a:cs typeface="Montserrat Medium"/>
                <a:sym typeface="Montserrat Medium"/>
              </a:rPr>
              <a:t>Увеличение качества</a:t>
            </a:r>
            <a:endParaRPr>
              <a:latin typeface="Montserrat Medium"/>
              <a:ea typeface="Montserrat Medium"/>
              <a:cs typeface="Montserrat Medium"/>
              <a:sym typeface="Montserrat Medium"/>
            </a:endParaRPr>
          </a:p>
        </p:txBody>
      </p:sp>
      <p:sp>
        <p:nvSpPr>
          <p:cNvPr id="1431" name="Google Shape;1431;p21"/>
          <p:cNvSpPr txBox="1"/>
          <p:nvPr/>
        </p:nvSpPr>
        <p:spPr>
          <a:xfrm>
            <a:off x="5587375" y="277825"/>
            <a:ext cx="2207400" cy="818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Montserrat Medium"/>
                <a:ea typeface="Montserrat Medium"/>
                <a:cs typeface="Montserrat Medium"/>
                <a:sym typeface="Montserrat Medium"/>
              </a:rPr>
              <a:t>Совершенствование технического развития</a:t>
            </a:r>
            <a:endParaRPr>
              <a:latin typeface="Montserrat Medium"/>
              <a:ea typeface="Montserrat Medium"/>
              <a:cs typeface="Montserrat Medium"/>
              <a:sym typeface="Montserrat Medium"/>
            </a:endParaRPr>
          </a:p>
        </p:txBody>
      </p:sp>
      <p:sp>
        <p:nvSpPr>
          <p:cNvPr id="1432" name="Google Shape;1432;p21"/>
          <p:cNvSpPr txBox="1"/>
          <p:nvPr/>
        </p:nvSpPr>
        <p:spPr>
          <a:xfrm>
            <a:off x="7449450" y="2836538"/>
            <a:ext cx="1923900" cy="1139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Montserrat Medium"/>
                <a:ea typeface="Montserrat Medium"/>
                <a:cs typeface="Montserrat Medium"/>
                <a:sym typeface="Montserrat Medium"/>
              </a:rPr>
              <a:t>Снижение воздействия на окружающую среду</a:t>
            </a:r>
            <a:endParaRPr>
              <a:latin typeface="Montserrat Medium"/>
              <a:ea typeface="Montserrat Medium"/>
              <a:cs typeface="Montserrat Medium"/>
              <a:sym typeface="Montserrat Medium"/>
            </a:endParaRPr>
          </a:p>
        </p:txBody>
      </p:sp>
      <p:sp>
        <p:nvSpPr>
          <p:cNvPr id="1433" name="Google Shape;1433;p21"/>
          <p:cNvSpPr txBox="1"/>
          <p:nvPr/>
        </p:nvSpPr>
        <p:spPr>
          <a:xfrm>
            <a:off x="7364100" y="1549100"/>
            <a:ext cx="15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Montserrat Medium"/>
                <a:ea typeface="Montserrat Medium"/>
                <a:cs typeface="Montserrat Medium"/>
                <a:sym typeface="Montserrat Medium"/>
              </a:rPr>
              <a:t>Безопасность</a:t>
            </a:r>
            <a:endParaRPr>
              <a:solidFill>
                <a:schemeClr val="dk1"/>
              </a:solidFill>
              <a:latin typeface="Montserrat Medium"/>
              <a:ea typeface="Montserrat Medium"/>
              <a:cs typeface="Montserrat Medium"/>
              <a:sym typeface="Montserrat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7" name="Shape 1437"/>
        <p:cNvGrpSpPr/>
        <p:nvPr/>
      </p:nvGrpSpPr>
      <p:grpSpPr>
        <a:xfrm>
          <a:off x="0" y="0"/>
          <a:ext cx="0" cy="0"/>
          <a:chOff x="0" y="0"/>
          <a:chExt cx="0" cy="0"/>
        </a:xfrm>
      </p:grpSpPr>
      <p:pic>
        <p:nvPicPr>
          <p:cNvPr id="1438" name="Google Shape;1438;p22" title="Без названия75_20251024212556.png"/>
          <p:cNvPicPr preferRelativeResize="0"/>
          <p:nvPr/>
        </p:nvPicPr>
        <p:blipFill rotWithShape="1">
          <a:blip r:embed="rId3">
            <a:alphaModFix/>
          </a:blip>
          <a:srcRect b="18319" l="5687" r="7476" t="4514"/>
          <a:stretch/>
        </p:blipFill>
        <p:spPr>
          <a:xfrm>
            <a:off x="3823087" y="2105950"/>
            <a:ext cx="1497827" cy="1774674"/>
          </a:xfrm>
          <a:prstGeom prst="rect">
            <a:avLst/>
          </a:prstGeom>
          <a:noFill/>
          <a:ln>
            <a:noFill/>
          </a:ln>
        </p:spPr>
      </p:pic>
      <p:sp>
        <p:nvSpPr>
          <p:cNvPr id="1439" name="Google Shape;1439;p22"/>
          <p:cNvSpPr txBox="1"/>
          <p:nvPr/>
        </p:nvSpPr>
        <p:spPr>
          <a:xfrm>
            <a:off x="717400" y="411475"/>
            <a:ext cx="7723500" cy="48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latin typeface="Dela Gothic One"/>
                <a:ea typeface="Dela Gothic One"/>
                <a:cs typeface="Dela Gothic One"/>
                <a:sym typeface="Dela Gothic One"/>
              </a:rPr>
              <a:t>Отрасли работы</a:t>
            </a:r>
            <a:endParaRPr sz="2500">
              <a:latin typeface="Dela Gothic One"/>
              <a:ea typeface="Dela Gothic One"/>
              <a:cs typeface="Dela Gothic One"/>
              <a:sym typeface="Dela Gothic One"/>
            </a:endParaRPr>
          </a:p>
        </p:txBody>
      </p:sp>
      <p:grpSp>
        <p:nvGrpSpPr>
          <p:cNvPr id="1440" name="Google Shape;1440;p22"/>
          <p:cNvGrpSpPr/>
          <p:nvPr/>
        </p:nvGrpSpPr>
        <p:grpSpPr>
          <a:xfrm>
            <a:off x="2721670" y="1040059"/>
            <a:ext cx="3700673" cy="3696642"/>
            <a:chOff x="2344100" y="1501650"/>
            <a:chExt cx="2914375" cy="2911200"/>
          </a:xfrm>
        </p:grpSpPr>
        <p:sp>
          <p:nvSpPr>
            <p:cNvPr id="1441" name="Google Shape;1441;p22"/>
            <p:cNvSpPr/>
            <p:nvPr/>
          </p:nvSpPr>
          <p:spPr>
            <a:xfrm>
              <a:off x="2574500" y="3484925"/>
              <a:ext cx="1156725" cy="927925"/>
            </a:xfrm>
            <a:custGeom>
              <a:rect b="b" l="l" r="r" t="t"/>
              <a:pathLst>
                <a:path extrusionOk="0" h="37117" w="46269">
                  <a:moveTo>
                    <a:pt x="18083" y="0"/>
                  </a:moveTo>
                  <a:lnTo>
                    <a:pt x="0" y="10419"/>
                  </a:lnTo>
                  <a:cubicBezTo>
                    <a:pt x="9913" y="25810"/>
                    <a:pt x="26856" y="36229"/>
                    <a:pt x="46269" y="37116"/>
                  </a:cubicBezTo>
                  <a:lnTo>
                    <a:pt x="46269" y="16278"/>
                  </a:lnTo>
                  <a:cubicBezTo>
                    <a:pt x="42880" y="16025"/>
                    <a:pt x="39587" y="15328"/>
                    <a:pt x="36388" y="14156"/>
                  </a:cubicBezTo>
                  <a:lnTo>
                    <a:pt x="34551" y="13491"/>
                  </a:lnTo>
                  <a:lnTo>
                    <a:pt x="34551" y="3990"/>
                  </a:lnTo>
                  <a:lnTo>
                    <a:pt x="26317" y="8772"/>
                  </a:lnTo>
                  <a:lnTo>
                    <a:pt x="24829" y="7474"/>
                  </a:lnTo>
                  <a:cubicBezTo>
                    <a:pt x="23721" y="6524"/>
                    <a:pt x="22644" y="5510"/>
                    <a:pt x="21662" y="4465"/>
                  </a:cubicBezTo>
                  <a:cubicBezTo>
                    <a:pt x="20364" y="3072"/>
                    <a:pt x="19160" y="1552"/>
                    <a:pt x="18083" y="0"/>
                  </a:cubicBezTo>
                  <a:close/>
                </a:path>
              </a:pathLst>
            </a:custGeom>
            <a:solidFill>
              <a:srgbClr val="F2A36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a:solidFill>
                    <a:srgbClr val="FFFFFF"/>
                  </a:solidFill>
                  <a:latin typeface="Fira Sans"/>
                  <a:ea typeface="Fira Sans"/>
                  <a:cs typeface="Fira Sans"/>
                  <a:sym typeface="Fira Sans"/>
                </a:rPr>
                <a:t>3</a:t>
              </a:r>
              <a:endParaRPr sz="2700">
                <a:solidFill>
                  <a:srgbClr val="FFFFFF"/>
                </a:solidFill>
                <a:latin typeface="Fira Sans"/>
                <a:ea typeface="Fira Sans"/>
                <a:cs typeface="Fira Sans"/>
                <a:sym typeface="Fira Sans"/>
              </a:endParaRPr>
            </a:p>
          </p:txBody>
        </p:sp>
        <p:sp>
          <p:nvSpPr>
            <p:cNvPr id="1442" name="Google Shape;1442;p22"/>
            <p:cNvSpPr/>
            <p:nvPr/>
          </p:nvSpPr>
          <p:spPr>
            <a:xfrm>
              <a:off x="3870550" y="3484925"/>
              <a:ext cx="1156750" cy="927925"/>
            </a:xfrm>
            <a:custGeom>
              <a:rect b="b" l="l" r="r" t="t"/>
              <a:pathLst>
                <a:path extrusionOk="0" h="37117" w="46270">
                  <a:moveTo>
                    <a:pt x="28186" y="0"/>
                  </a:moveTo>
                  <a:cubicBezTo>
                    <a:pt x="26286" y="2787"/>
                    <a:pt x="24006" y="5289"/>
                    <a:pt x="21441" y="7506"/>
                  </a:cubicBezTo>
                  <a:lnTo>
                    <a:pt x="19921" y="8772"/>
                  </a:lnTo>
                  <a:lnTo>
                    <a:pt x="11718" y="4022"/>
                  </a:lnTo>
                  <a:lnTo>
                    <a:pt x="11718" y="13523"/>
                  </a:lnTo>
                  <a:lnTo>
                    <a:pt x="9881" y="14156"/>
                  </a:lnTo>
                  <a:cubicBezTo>
                    <a:pt x="7253" y="15106"/>
                    <a:pt x="4529" y="15771"/>
                    <a:pt x="1774" y="16088"/>
                  </a:cubicBezTo>
                  <a:cubicBezTo>
                    <a:pt x="1172" y="16183"/>
                    <a:pt x="602" y="16215"/>
                    <a:pt x="1" y="16278"/>
                  </a:cubicBezTo>
                  <a:lnTo>
                    <a:pt x="1" y="37116"/>
                  </a:lnTo>
                  <a:cubicBezTo>
                    <a:pt x="19414" y="36229"/>
                    <a:pt x="36357" y="25810"/>
                    <a:pt x="46269" y="10419"/>
                  </a:cubicBezTo>
                  <a:lnTo>
                    <a:pt x="28186" y="0"/>
                  </a:lnTo>
                  <a:close/>
                </a:path>
              </a:pathLst>
            </a:custGeom>
            <a:solidFill>
              <a:srgbClr val="2228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a:solidFill>
                    <a:srgbClr val="FFFFFF"/>
                  </a:solidFill>
                  <a:latin typeface="Fira Sans"/>
                  <a:ea typeface="Fira Sans"/>
                  <a:cs typeface="Fira Sans"/>
                  <a:sym typeface="Fira Sans"/>
                </a:rPr>
                <a:t>4</a:t>
              </a:r>
              <a:endParaRPr sz="2700">
                <a:solidFill>
                  <a:srgbClr val="FFFFFF"/>
                </a:solidFill>
                <a:latin typeface="Fira Sans"/>
                <a:ea typeface="Fira Sans"/>
                <a:cs typeface="Fira Sans"/>
                <a:sym typeface="Fira Sans"/>
              </a:endParaRPr>
            </a:p>
          </p:txBody>
        </p:sp>
        <p:sp>
          <p:nvSpPr>
            <p:cNvPr id="1443" name="Google Shape;1443;p22"/>
            <p:cNvSpPr/>
            <p:nvPr/>
          </p:nvSpPr>
          <p:spPr>
            <a:xfrm>
              <a:off x="4525325" y="2289425"/>
              <a:ext cx="733150" cy="1335650"/>
            </a:xfrm>
            <a:custGeom>
              <a:rect b="b" l="l" r="r" t="t"/>
              <a:pathLst>
                <a:path extrusionOk="0" h="53426" w="29326">
                  <a:moveTo>
                    <a:pt x="22833" y="0"/>
                  </a:moveTo>
                  <a:lnTo>
                    <a:pt x="4782" y="10451"/>
                  </a:lnTo>
                  <a:cubicBezTo>
                    <a:pt x="6239" y="13491"/>
                    <a:pt x="7284" y="16690"/>
                    <a:pt x="7886" y="20046"/>
                  </a:cubicBezTo>
                  <a:lnTo>
                    <a:pt x="8234" y="21978"/>
                  </a:lnTo>
                  <a:lnTo>
                    <a:pt x="0" y="26729"/>
                  </a:lnTo>
                  <a:lnTo>
                    <a:pt x="2470" y="28122"/>
                  </a:lnTo>
                  <a:lnTo>
                    <a:pt x="8234" y="31447"/>
                  </a:lnTo>
                  <a:lnTo>
                    <a:pt x="7886" y="33379"/>
                  </a:lnTo>
                  <a:cubicBezTo>
                    <a:pt x="7284" y="36736"/>
                    <a:pt x="6239" y="39966"/>
                    <a:pt x="4782" y="43006"/>
                  </a:cubicBezTo>
                  <a:lnTo>
                    <a:pt x="22833" y="53425"/>
                  </a:lnTo>
                  <a:cubicBezTo>
                    <a:pt x="26982" y="45413"/>
                    <a:pt x="29294" y="36356"/>
                    <a:pt x="29294" y="26729"/>
                  </a:cubicBezTo>
                  <a:cubicBezTo>
                    <a:pt x="29326" y="17101"/>
                    <a:pt x="26982" y="8012"/>
                    <a:pt x="22833" y="0"/>
                  </a:cubicBezTo>
                  <a:close/>
                </a:path>
              </a:pathLst>
            </a:custGeom>
            <a:solidFill>
              <a:srgbClr val="C4C4C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a:solidFill>
                    <a:srgbClr val="FFFFFF"/>
                  </a:solidFill>
                  <a:latin typeface="Fira Sans"/>
                  <a:ea typeface="Fira Sans"/>
                  <a:cs typeface="Fira Sans"/>
                  <a:sym typeface="Fira Sans"/>
                </a:rPr>
                <a:t>5</a:t>
              </a:r>
              <a:endParaRPr sz="2700">
                <a:solidFill>
                  <a:srgbClr val="FFFFFF"/>
                </a:solidFill>
                <a:latin typeface="Fira Sans"/>
                <a:ea typeface="Fira Sans"/>
                <a:cs typeface="Fira Sans"/>
                <a:sym typeface="Fira Sans"/>
              </a:endParaRPr>
            </a:p>
          </p:txBody>
        </p:sp>
        <p:sp>
          <p:nvSpPr>
            <p:cNvPr id="1444" name="Google Shape;1444;p22"/>
            <p:cNvSpPr/>
            <p:nvPr/>
          </p:nvSpPr>
          <p:spPr>
            <a:xfrm>
              <a:off x="3870550" y="1501650"/>
              <a:ext cx="1156750" cy="928725"/>
            </a:xfrm>
            <a:custGeom>
              <a:rect b="b" l="l" r="r" t="t"/>
              <a:pathLst>
                <a:path extrusionOk="0" h="37149" w="46270">
                  <a:moveTo>
                    <a:pt x="1" y="1"/>
                  </a:moveTo>
                  <a:lnTo>
                    <a:pt x="1" y="20870"/>
                  </a:lnTo>
                  <a:cubicBezTo>
                    <a:pt x="3389" y="21124"/>
                    <a:pt x="6683" y="21820"/>
                    <a:pt x="9881" y="22960"/>
                  </a:cubicBezTo>
                  <a:lnTo>
                    <a:pt x="11718" y="23626"/>
                  </a:lnTo>
                  <a:lnTo>
                    <a:pt x="11718" y="33126"/>
                  </a:lnTo>
                  <a:lnTo>
                    <a:pt x="19952" y="28376"/>
                  </a:lnTo>
                  <a:lnTo>
                    <a:pt x="21441" y="29643"/>
                  </a:lnTo>
                  <a:cubicBezTo>
                    <a:pt x="22549" y="30593"/>
                    <a:pt x="23594" y="31606"/>
                    <a:pt x="24608" y="32683"/>
                  </a:cubicBezTo>
                  <a:cubicBezTo>
                    <a:pt x="25906" y="34076"/>
                    <a:pt x="27109" y="35565"/>
                    <a:pt x="28186" y="37148"/>
                  </a:cubicBezTo>
                  <a:lnTo>
                    <a:pt x="46269" y="26697"/>
                  </a:lnTo>
                  <a:cubicBezTo>
                    <a:pt x="36357" y="11338"/>
                    <a:pt x="19414" y="919"/>
                    <a:pt x="1" y="1"/>
                  </a:cubicBezTo>
                  <a:close/>
                </a:path>
              </a:pathLst>
            </a:custGeom>
            <a:solidFill>
              <a:srgbClr val="30475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a:solidFill>
                    <a:srgbClr val="FFFFFF"/>
                  </a:solidFill>
                  <a:latin typeface="Fira Sans"/>
                  <a:ea typeface="Fira Sans"/>
                  <a:cs typeface="Fira Sans"/>
                  <a:sym typeface="Fira Sans"/>
                </a:rPr>
                <a:t>6</a:t>
              </a:r>
              <a:endParaRPr sz="2700">
                <a:solidFill>
                  <a:srgbClr val="FFFFFF"/>
                </a:solidFill>
                <a:latin typeface="Fira Sans"/>
                <a:ea typeface="Fira Sans"/>
                <a:cs typeface="Fira Sans"/>
                <a:sym typeface="Fira Sans"/>
              </a:endParaRPr>
            </a:p>
          </p:txBody>
        </p:sp>
        <p:sp>
          <p:nvSpPr>
            <p:cNvPr id="1445" name="Google Shape;1445;p22"/>
            <p:cNvSpPr/>
            <p:nvPr/>
          </p:nvSpPr>
          <p:spPr>
            <a:xfrm>
              <a:off x="2575300" y="1501650"/>
              <a:ext cx="1156725" cy="928725"/>
            </a:xfrm>
            <a:custGeom>
              <a:rect b="b" l="l" r="r" t="t"/>
              <a:pathLst>
                <a:path extrusionOk="0" h="37149" w="46269">
                  <a:moveTo>
                    <a:pt x="46269" y="1"/>
                  </a:moveTo>
                  <a:cubicBezTo>
                    <a:pt x="26824" y="919"/>
                    <a:pt x="9881" y="11338"/>
                    <a:pt x="0" y="26697"/>
                  </a:cubicBezTo>
                  <a:lnTo>
                    <a:pt x="18051" y="37148"/>
                  </a:lnTo>
                  <a:cubicBezTo>
                    <a:pt x="19983" y="34361"/>
                    <a:pt x="22232" y="31828"/>
                    <a:pt x="24829" y="29643"/>
                  </a:cubicBezTo>
                  <a:lnTo>
                    <a:pt x="26317" y="28376"/>
                  </a:lnTo>
                  <a:lnTo>
                    <a:pt x="34519" y="33126"/>
                  </a:lnTo>
                  <a:lnTo>
                    <a:pt x="34519" y="23626"/>
                  </a:lnTo>
                  <a:lnTo>
                    <a:pt x="36356" y="22960"/>
                  </a:lnTo>
                  <a:cubicBezTo>
                    <a:pt x="38985" y="22010"/>
                    <a:pt x="41708" y="21377"/>
                    <a:pt x="44463" y="21029"/>
                  </a:cubicBezTo>
                  <a:cubicBezTo>
                    <a:pt x="45065" y="20965"/>
                    <a:pt x="45667" y="20902"/>
                    <a:pt x="46269" y="20870"/>
                  </a:cubicBezTo>
                  <a:lnTo>
                    <a:pt x="46269" y="1"/>
                  </a:lnTo>
                  <a:close/>
                </a:path>
              </a:pathLst>
            </a:custGeom>
            <a:solidFill>
              <a:srgbClr val="CECEC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a:solidFill>
                    <a:srgbClr val="FFFFFF"/>
                  </a:solidFill>
                  <a:latin typeface="Fira Sans"/>
                  <a:ea typeface="Fira Sans"/>
                  <a:cs typeface="Fira Sans"/>
                  <a:sym typeface="Fira Sans"/>
                </a:rPr>
                <a:t>1</a:t>
              </a:r>
              <a:endParaRPr sz="2700">
                <a:solidFill>
                  <a:srgbClr val="FFFFFF"/>
                </a:solidFill>
                <a:latin typeface="Fira Sans"/>
                <a:ea typeface="Fira Sans"/>
                <a:cs typeface="Fira Sans"/>
                <a:sym typeface="Fira Sans"/>
              </a:endParaRPr>
            </a:p>
          </p:txBody>
        </p:sp>
        <p:sp>
          <p:nvSpPr>
            <p:cNvPr id="1446" name="Google Shape;1446;p22"/>
            <p:cNvSpPr/>
            <p:nvPr/>
          </p:nvSpPr>
          <p:spPr>
            <a:xfrm>
              <a:off x="2344100" y="2289425"/>
              <a:ext cx="732375" cy="1335650"/>
            </a:xfrm>
            <a:custGeom>
              <a:rect b="b" l="l" r="r" t="t"/>
              <a:pathLst>
                <a:path extrusionOk="0" h="53426" w="29295">
                  <a:moveTo>
                    <a:pt x="6461" y="0"/>
                  </a:moveTo>
                  <a:cubicBezTo>
                    <a:pt x="2313" y="8012"/>
                    <a:pt x="1" y="17101"/>
                    <a:pt x="1" y="26729"/>
                  </a:cubicBezTo>
                  <a:cubicBezTo>
                    <a:pt x="1" y="36356"/>
                    <a:pt x="2313" y="45445"/>
                    <a:pt x="6461" y="53425"/>
                  </a:cubicBezTo>
                  <a:lnTo>
                    <a:pt x="24513" y="43006"/>
                  </a:lnTo>
                  <a:cubicBezTo>
                    <a:pt x="24386" y="42753"/>
                    <a:pt x="24291" y="42500"/>
                    <a:pt x="24164" y="42246"/>
                  </a:cubicBezTo>
                  <a:cubicBezTo>
                    <a:pt x="22866" y="39428"/>
                    <a:pt x="21947" y="36451"/>
                    <a:pt x="21409" y="33379"/>
                  </a:cubicBezTo>
                  <a:lnTo>
                    <a:pt x="21061" y="31479"/>
                  </a:lnTo>
                  <a:lnTo>
                    <a:pt x="26824" y="28122"/>
                  </a:lnTo>
                  <a:lnTo>
                    <a:pt x="29295" y="26729"/>
                  </a:lnTo>
                  <a:lnTo>
                    <a:pt x="21061" y="21978"/>
                  </a:lnTo>
                  <a:lnTo>
                    <a:pt x="21409" y="20046"/>
                  </a:lnTo>
                  <a:cubicBezTo>
                    <a:pt x="22011" y="16690"/>
                    <a:pt x="23056" y="13491"/>
                    <a:pt x="24513" y="10451"/>
                  </a:cubicBezTo>
                  <a:lnTo>
                    <a:pt x="6461" y="0"/>
                  </a:lnTo>
                  <a:close/>
                </a:path>
              </a:pathLst>
            </a:custGeom>
            <a:solidFill>
              <a:srgbClr val="30475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a:solidFill>
                    <a:srgbClr val="FFFFFF"/>
                  </a:solidFill>
                  <a:latin typeface="Fira Sans"/>
                  <a:ea typeface="Fira Sans"/>
                  <a:cs typeface="Fira Sans"/>
                  <a:sym typeface="Fira Sans"/>
                </a:rPr>
                <a:t>2</a:t>
              </a:r>
              <a:endParaRPr sz="2700">
                <a:solidFill>
                  <a:srgbClr val="FFFFFF"/>
                </a:solidFill>
                <a:latin typeface="Fira Sans"/>
                <a:ea typeface="Fira Sans"/>
                <a:cs typeface="Fira Sans"/>
                <a:sym typeface="Fira Sans"/>
              </a:endParaRPr>
            </a:p>
          </p:txBody>
        </p:sp>
        <p:sp>
          <p:nvSpPr>
            <p:cNvPr id="1447" name="Google Shape;1447;p22"/>
            <p:cNvSpPr/>
            <p:nvPr/>
          </p:nvSpPr>
          <p:spPr>
            <a:xfrm>
              <a:off x="4089075" y="2487350"/>
              <a:ext cx="1600" cy="14275"/>
            </a:xfrm>
            <a:custGeom>
              <a:rect b="b" l="l" r="r" t="t"/>
              <a:pathLst>
                <a:path extrusionOk="0" h="571" w="64">
                  <a:moveTo>
                    <a:pt x="0" y="0"/>
                  </a:moveTo>
                  <a:lnTo>
                    <a:pt x="0" y="0"/>
                  </a:lnTo>
                  <a:cubicBezTo>
                    <a:pt x="32" y="159"/>
                    <a:pt x="64" y="349"/>
                    <a:pt x="64" y="570"/>
                  </a:cubicBezTo>
                  <a:lnTo>
                    <a:pt x="64" y="380"/>
                  </a:lnTo>
                  <a:cubicBezTo>
                    <a:pt x="64" y="254"/>
                    <a:pt x="32" y="127"/>
                    <a:pt x="0" y="0"/>
                  </a:cubicBezTo>
                  <a:close/>
                </a:path>
              </a:pathLst>
            </a:custGeom>
            <a:solidFill>
              <a:srgbClr val="E8A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2"/>
            <p:cNvSpPr/>
            <p:nvPr/>
          </p:nvSpPr>
          <p:spPr>
            <a:xfrm>
              <a:off x="4033650" y="2449350"/>
              <a:ext cx="17450" cy="800"/>
            </a:xfrm>
            <a:custGeom>
              <a:rect b="b" l="l" r="r" t="t"/>
              <a:pathLst>
                <a:path extrusionOk="0" h="32" w="698">
                  <a:moveTo>
                    <a:pt x="1" y="0"/>
                  </a:moveTo>
                  <a:cubicBezTo>
                    <a:pt x="254" y="0"/>
                    <a:pt x="476" y="0"/>
                    <a:pt x="697" y="32"/>
                  </a:cubicBezTo>
                  <a:cubicBezTo>
                    <a:pt x="602" y="0"/>
                    <a:pt x="476" y="0"/>
                    <a:pt x="349" y="0"/>
                  </a:cubicBezTo>
                  <a:close/>
                </a:path>
              </a:pathLst>
            </a:custGeom>
            <a:solidFill>
              <a:srgbClr val="E8A0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9" name="Google Shape;1449;p22"/>
          <p:cNvSpPr txBox="1"/>
          <p:nvPr/>
        </p:nvSpPr>
        <p:spPr>
          <a:xfrm>
            <a:off x="717403" y="1161875"/>
            <a:ext cx="2355900" cy="42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606060"/>
                </a:solidFill>
                <a:latin typeface="Montserrat"/>
                <a:ea typeface="Montserrat"/>
                <a:cs typeface="Montserrat"/>
                <a:sym typeface="Montserrat"/>
              </a:rPr>
              <a:t>Промышленные предприятия</a:t>
            </a:r>
            <a:endParaRPr sz="1600">
              <a:solidFill>
                <a:srgbClr val="606060"/>
              </a:solidFill>
              <a:latin typeface="Montserrat"/>
              <a:ea typeface="Montserrat"/>
              <a:cs typeface="Montserrat"/>
              <a:sym typeface="Montserrat"/>
            </a:endParaRPr>
          </a:p>
        </p:txBody>
      </p:sp>
      <p:sp>
        <p:nvSpPr>
          <p:cNvPr id="1450" name="Google Shape;1450;p22"/>
          <p:cNvSpPr txBox="1"/>
          <p:nvPr/>
        </p:nvSpPr>
        <p:spPr>
          <a:xfrm>
            <a:off x="275775" y="2525225"/>
            <a:ext cx="2145900" cy="72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30475E"/>
                </a:solidFill>
                <a:latin typeface="Montserrat"/>
                <a:ea typeface="Montserrat"/>
                <a:cs typeface="Montserrat"/>
                <a:sym typeface="Montserrat"/>
              </a:rPr>
              <a:t>Инжиниринговые компании</a:t>
            </a:r>
            <a:endParaRPr sz="1600">
              <a:solidFill>
                <a:srgbClr val="30475E"/>
              </a:solidFill>
              <a:latin typeface="Montserrat"/>
              <a:ea typeface="Montserrat"/>
              <a:cs typeface="Montserrat"/>
              <a:sym typeface="Montserrat"/>
            </a:endParaRPr>
          </a:p>
        </p:txBody>
      </p:sp>
      <p:sp>
        <p:nvSpPr>
          <p:cNvPr id="1451" name="Google Shape;1451;p22"/>
          <p:cNvSpPr txBox="1"/>
          <p:nvPr/>
        </p:nvSpPr>
        <p:spPr>
          <a:xfrm>
            <a:off x="575775" y="4229575"/>
            <a:ext cx="2145900" cy="42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F2A365"/>
                </a:solidFill>
                <a:latin typeface="Montserrat"/>
                <a:ea typeface="Montserrat"/>
                <a:cs typeface="Montserrat"/>
                <a:sym typeface="Montserrat"/>
              </a:rPr>
              <a:t>Консалтинговые фирмы</a:t>
            </a:r>
            <a:endParaRPr sz="1600">
              <a:solidFill>
                <a:srgbClr val="F2A365"/>
              </a:solidFill>
              <a:latin typeface="Montserrat"/>
              <a:ea typeface="Montserrat"/>
              <a:cs typeface="Montserrat"/>
              <a:sym typeface="Montserrat"/>
            </a:endParaRPr>
          </a:p>
        </p:txBody>
      </p:sp>
      <p:sp>
        <p:nvSpPr>
          <p:cNvPr id="1452" name="Google Shape;1452;p22"/>
          <p:cNvSpPr txBox="1"/>
          <p:nvPr/>
        </p:nvSpPr>
        <p:spPr>
          <a:xfrm>
            <a:off x="6003250" y="892675"/>
            <a:ext cx="2683500" cy="72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222831"/>
                </a:solidFill>
                <a:latin typeface="Montserrat"/>
                <a:ea typeface="Montserrat"/>
                <a:cs typeface="Montserrat"/>
                <a:sym typeface="Montserrat"/>
              </a:rPr>
              <a:t>Энергетические и аграрные компании</a:t>
            </a:r>
            <a:endParaRPr sz="1600">
              <a:solidFill>
                <a:srgbClr val="222831"/>
              </a:solidFill>
              <a:latin typeface="Montserrat"/>
              <a:ea typeface="Montserrat"/>
              <a:cs typeface="Montserrat"/>
              <a:sym typeface="Montserrat"/>
            </a:endParaRPr>
          </a:p>
        </p:txBody>
      </p:sp>
      <p:sp>
        <p:nvSpPr>
          <p:cNvPr id="1453" name="Google Shape;1453;p22"/>
          <p:cNvSpPr txBox="1"/>
          <p:nvPr/>
        </p:nvSpPr>
        <p:spPr>
          <a:xfrm>
            <a:off x="6460500" y="2525225"/>
            <a:ext cx="2683500" cy="72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666666"/>
                </a:solidFill>
                <a:latin typeface="Montserrat"/>
                <a:ea typeface="Montserrat"/>
                <a:cs typeface="Montserrat"/>
                <a:sym typeface="Montserrat"/>
              </a:rPr>
              <a:t>Научно-</a:t>
            </a:r>
            <a:endParaRPr sz="1600">
              <a:solidFill>
                <a:srgbClr val="666666"/>
              </a:solidFill>
              <a:latin typeface="Montserrat"/>
              <a:ea typeface="Montserrat"/>
              <a:cs typeface="Montserrat"/>
              <a:sym typeface="Montserrat"/>
            </a:endParaRPr>
          </a:p>
          <a:p>
            <a:pPr indent="0" lvl="0" marL="0" rtl="0" algn="ctr">
              <a:spcBef>
                <a:spcPts val="0"/>
              </a:spcBef>
              <a:spcAft>
                <a:spcPts val="0"/>
              </a:spcAft>
              <a:buNone/>
            </a:pPr>
            <a:r>
              <a:rPr lang="en" sz="1600">
                <a:solidFill>
                  <a:srgbClr val="666666"/>
                </a:solidFill>
                <a:latin typeface="Montserrat"/>
                <a:ea typeface="Montserrat"/>
                <a:cs typeface="Montserrat"/>
                <a:sym typeface="Montserrat"/>
              </a:rPr>
              <a:t>исследовательские институты</a:t>
            </a:r>
            <a:endParaRPr sz="1600">
              <a:solidFill>
                <a:srgbClr val="666666"/>
              </a:solidFill>
              <a:latin typeface="Montserrat"/>
              <a:ea typeface="Montserrat"/>
              <a:cs typeface="Montserrat"/>
              <a:sym typeface="Montserrat"/>
            </a:endParaRPr>
          </a:p>
        </p:txBody>
      </p:sp>
      <p:sp>
        <p:nvSpPr>
          <p:cNvPr id="1454" name="Google Shape;1454;p22"/>
          <p:cNvSpPr txBox="1"/>
          <p:nvPr/>
        </p:nvSpPr>
        <p:spPr>
          <a:xfrm>
            <a:off x="6135000" y="3524525"/>
            <a:ext cx="2551800" cy="155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2A3F51"/>
                </a:solidFill>
                <a:latin typeface="Montserrat"/>
                <a:ea typeface="Montserrat"/>
                <a:cs typeface="Montserrat"/>
                <a:sym typeface="Montserrat"/>
              </a:rPr>
              <a:t>Машиностроительная и </a:t>
            </a:r>
            <a:r>
              <a:rPr lang="en" sz="1600">
                <a:solidFill>
                  <a:srgbClr val="2A3F51"/>
                </a:solidFill>
                <a:latin typeface="Montserrat"/>
                <a:ea typeface="Montserrat"/>
                <a:cs typeface="Montserrat"/>
                <a:sym typeface="Montserrat"/>
              </a:rPr>
              <a:t>радиоэлектронная</a:t>
            </a:r>
            <a:r>
              <a:rPr lang="en" sz="1600">
                <a:solidFill>
                  <a:srgbClr val="2A3F51"/>
                </a:solidFill>
                <a:latin typeface="Montserrat"/>
                <a:ea typeface="Montserrat"/>
                <a:cs typeface="Montserrat"/>
                <a:sym typeface="Montserrat"/>
              </a:rPr>
              <a:t> промышленность</a:t>
            </a:r>
            <a:endParaRPr sz="1600">
              <a:solidFill>
                <a:srgbClr val="2A3F51"/>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grpSp>
        <p:nvGrpSpPr>
          <p:cNvPr id="1459" name="Google Shape;1459;p23"/>
          <p:cNvGrpSpPr/>
          <p:nvPr/>
        </p:nvGrpSpPr>
        <p:grpSpPr>
          <a:xfrm>
            <a:off x="2411670" y="1117872"/>
            <a:ext cx="4300222" cy="3519733"/>
            <a:chOff x="2239600" y="1703550"/>
            <a:chExt cx="3097250" cy="2535100"/>
          </a:xfrm>
        </p:grpSpPr>
        <p:sp>
          <p:nvSpPr>
            <p:cNvPr id="1460" name="Google Shape;1460;p23"/>
            <p:cNvSpPr/>
            <p:nvPr/>
          </p:nvSpPr>
          <p:spPr>
            <a:xfrm>
              <a:off x="4978975" y="2925950"/>
              <a:ext cx="357875" cy="59425"/>
            </a:xfrm>
            <a:custGeom>
              <a:rect b="b" l="l" r="r" t="t"/>
              <a:pathLst>
                <a:path extrusionOk="0" h="2377" w="14315">
                  <a:moveTo>
                    <a:pt x="1172" y="1"/>
                  </a:moveTo>
                  <a:cubicBezTo>
                    <a:pt x="507" y="1"/>
                    <a:pt x="0" y="539"/>
                    <a:pt x="0" y="1173"/>
                  </a:cubicBezTo>
                  <a:cubicBezTo>
                    <a:pt x="0" y="1838"/>
                    <a:pt x="507" y="2376"/>
                    <a:pt x="1172" y="2376"/>
                  </a:cubicBezTo>
                  <a:cubicBezTo>
                    <a:pt x="1806" y="2376"/>
                    <a:pt x="2281" y="1901"/>
                    <a:pt x="2344" y="1268"/>
                  </a:cubicBezTo>
                  <a:lnTo>
                    <a:pt x="11971" y="1268"/>
                  </a:lnTo>
                  <a:cubicBezTo>
                    <a:pt x="12003" y="1901"/>
                    <a:pt x="12510" y="2376"/>
                    <a:pt x="13143" y="2376"/>
                  </a:cubicBezTo>
                  <a:cubicBezTo>
                    <a:pt x="13808" y="2376"/>
                    <a:pt x="14315" y="1838"/>
                    <a:pt x="14315" y="1173"/>
                  </a:cubicBezTo>
                  <a:cubicBezTo>
                    <a:pt x="14315" y="539"/>
                    <a:pt x="13808" y="1"/>
                    <a:pt x="13143" y="1"/>
                  </a:cubicBezTo>
                  <a:cubicBezTo>
                    <a:pt x="12541" y="1"/>
                    <a:pt x="12035" y="476"/>
                    <a:pt x="11971" y="1078"/>
                  </a:cubicBezTo>
                  <a:lnTo>
                    <a:pt x="8488" y="1046"/>
                  </a:lnTo>
                  <a:lnTo>
                    <a:pt x="2344" y="1046"/>
                  </a:lnTo>
                  <a:cubicBezTo>
                    <a:pt x="2281" y="444"/>
                    <a:pt x="1774" y="1"/>
                    <a:pt x="1172" y="1"/>
                  </a:cubicBezTo>
                  <a:close/>
                </a:path>
              </a:pathLst>
            </a:custGeom>
            <a:solidFill>
              <a:srgbClr val="2724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3"/>
            <p:cNvSpPr/>
            <p:nvPr/>
          </p:nvSpPr>
          <p:spPr>
            <a:xfrm>
              <a:off x="4548275" y="2203125"/>
              <a:ext cx="788575" cy="58600"/>
            </a:xfrm>
            <a:custGeom>
              <a:rect b="b" l="l" r="r" t="t"/>
              <a:pathLst>
                <a:path extrusionOk="0" h="2344" w="31543">
                  <a:moveTo>
                    <a:pt x="1172" y="0"/>
                  </a:moveTo>
                  <a:cubicBezTo>
                    <a:pt x="539" y="0"/>
                    <a:pt x="0" y="507"/>
                    <a:pt x="0" y="1172"/>
                  </a:cubicBezTo>
                  <a:cubicBezTo>
                    <a:pt x="0" y="1837"/>
                    <a:pt x="539" y="2344"/>
                    <a:pt x="1172" y="2344"/>
                  </a:cubicBezTo>
                  <a:cubicBezTo>
                    <a:pt x="1806" y="2344"/>
                    <a:pt x="2312" y="1869"/>
                    <a:pt x="2344" y="1267"/>
                  </a:cubicBezTo>
                  <a:lnTo>
                    <a:pt x="29199" y="1267"/>
                  </a:lnTo>
                  <a:cubicBezTo>
                    <a:pt x="29231" y="1869"/>
                    <a:pt x="29738" y="2344"/>
                    <a:pt x="30371" y="2344"/>
                  </a:cubicBezTo>
                  <a:cubicBezTo>
                    <a:pt x="31036" y="2344"/>
                    <a:pt x="31543" y="1837"/>
                    <a:pt x="31543" y="1172"/>
                  </a:cubicBezTo>
                  <a:cubicBezTo>
                    <a:pt x="31543" y="507"/>
                    <a:pt x="31036" y="0"/>
                    <a:pt x="30371" y="0"/>
                  </a:cubicBezTo>
                  <a:cubicBezTo>
                    <a:pt x="29769" y="0"/>
                    <a:pt x="29263" y="475"/>
                    <a:pt x="29199" y="1045"/>
                  </a:cubicBezTo>
                  <a:lnTo>
                    <a:pt x="2344" y="1045"/>
                  </a:lnTo>
                  <a:cubicBezTo>
                    <a:pt x="2281" y="444"/>
                    <a:pt x="1806" y="0"/>
                    <a:pt x="1172" y="0"/>
                  </a:cubicBezTo>
                  <a:close/>
                </a:path>
              </a:pathLst>
            </a:custGeom>
            <a:solidFill>
              <a:srgbClr val="2724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3"/>
            <p:cNvSpPr/>
            <p:nvPr/>
          </p:nvSpPr>
          <p:spPr>
            <a:xfrm>
              <a:off x="4548275" y="2925950"/>
              <a:ext cx="358675" cy="59425"/>
            </a:xfrm>
            <a:custGeom>
              <a:rect b="b" l="l" r="r" t="t"/>
              <a:pathLst>
                <a:path extrusionOk="0" h="2377" w="14347">
                  <a:moveTo>
                    <a:pt x="1172" y="1"/>
                  </a:moveTo>
                  <a:cubicBezTo>
                    <a:pt x="539" y="1"/>
                    <a:pt x="0" y="539"/>
                    <a:pt x="0" y="1173"/>
                  </a:cubicBezTo>
                  <a:cubicBezTo>
                    <a:pt x="0" y="1838"/>
                    <a:pt x="539" y="2376"/>
                    <a:pt x="1172" y="2376"/>
                  </a:cubicBezTo>
                  <a:cubicBezTo>
                    <a:pt x="1806" y="2376"/>
                    <a:pt x="2312" y="1901"/>
                    <a:pt x="2344" y="1268"/>
                  </a:cubicBezTo>
                  <a:lnTo>
                    <a:pt x="11971" y="1268"/>
                  </a:lnTo>
                  <a:cubicBezTo>
                    <a:pt x="12035" y="1901"/>
                    <a:pt x="12541" y="2376"/>
                    <a:pt x="13143" y="2376"/>
                  </a:cubicBezTo>
                  <a:cubicBezTo>
                    <a:pt x="13808" y="2376"/>
                    <a:pt x="14347" y="1838"/>
                    <a:pt x="14347" y="1173"/>
                  </a:cubicBezTo>
                  <a:cubicBezTo>
                    <a:pt x="14347" y="539"/>
                    <a:pt x="13808" y="1"/>
                    <a:pt x="13143" y="1"/>
                  </a:cubicBezTo>
                  <a:cubicBezTo>
                    <a:pt x="12541" y="1"/>
                    <a:pt x="12066" y="444"/>
                    <a:pt x="11971" y="1046"/>
                  </a:cubicBezTo>
                  <a:lnTo>
                    <a:pt x="5828" y="1046"/>
                  </a:lnTo>
                  <a:lnTo>
                    <a:pt x="2344" y="1078"/>
                  </a:lnTo>
                  <a:cubicBezTo>
                    <a:pt x="2312" y="476"/>
                    <a:pt x="1806" y="1"/>
                    <a:pt x="1172" y="1"/>
                  </a:cubicBezTo>
                  <a:close/>
                </a:path>
              </a:pathLst>
            </a:custGeom>
            <a:solidFill>
              <a:srgbClr val="2724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3"/>
            <p:cNvSpPr/>
            <p:nvPr/>
          </p:nvSpPr>
          <p:spPr>
            <a:xfrm>
              <a:off x="4548275" y="2203125"/>
              <a:ext cx="788575" cy="58600"/>
            </a:xfrm>
            <a:custGeom>
              <a:rect b="b" l="l" r="r" t="t"/>
              <a:pathLst>
                <a:path extrusionOk="0" h="2344" w="31543">
                  <a:moveTo>
                    <a:pt x="1172" y="0"/>
                  </a:moveTo>
                  <a:cubicBezTo>
                    <a:pt x="539" y="0"/>
                    <a:pt x="0" y="507"/>
                    <a:pt x="0" y="1172"/>
                  </a:cubicBezTo>
                  <a:cubicBezTo>
                    <a:pt x="0" y="1837"/>
                    <a:pt x="539" y="2344"/>
                    <a:pt x="1172" y="2344"/>
                  </a:cubicBezTo>
                  <a:cubicBezTo>
                    <a:pt x="1806" y="2344"/>
                    <a:pt x="2312" y="1869"/>
                    <a:pt x="2344" y="1267"/>
                  </a:cubicBezTo>
                  <a:lnTo>
                    <a:pt x="29199" y="1267"/>
                  </a:lnTo>
                  <a:cubicBezTo>
                    <a:pt x="29231" y="1869"/>
                    <a:pt x="29738" y="2344"/>
                    <a:pt x="30371" y="2344"/>
                  </a:cubicBezTo>
                  <a:cubicBezTo>
                    <a:pt x="31004" y="2344"/>
                    <a:pt x="31543" y="1837"/>
                    <a:pt x="31543" y="1172"/>
                  </a:cubicBezTo>
                  <a:cubicBezTo>
                    <a:pt x="31543" y="507"/>
                    <a:pt x="31004" y="0"/>
                    <a:pt x="30371" y="0"/>
                  </a:cubicBezTo>
                  <a:cubicBezTo>
                    <a:pt x="29769" y="0"/>
                    <a:pt x="29263" y="444"/>
                    <a:pt x="29199" y="1045"/>
                  </a:cubicBezTo>
                  <a:lnTo>
                    <a:pt x="2344" y="1045"/>
                  </a:lnTo>
                  <a:cubicBezTo>
                    <a:pt x="2312" y="475"/>
                    <a:pt x="1806" y="0"/>
                    <a:pt x="1172" y="0"/>
                  </a:cubicBezTo>
                  <a:close/>
                </a:path>
              </a:pathLst>
            </a:custGeom>
            <a:solidFill>
              <a:srgbClr val="2724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3"/>
            <p:cNvSpPr/>
            <p:nvPr/>
          </p:nvSpPr>
          <p:spPr>
            <a:xfrm>
              <a:off x="2239600" y="2925950"/>
              <a:ext cx="358675" cy="59425"/>
            </a:xfrm>
            <a:custGeom>
              <a:rect b="b" l="l" r="r" t="t"/>
              <a:pathLst>
                <a:path extrusionOk="0" h="2377" w="14347">
                  <a:moveTo>
                    <a:pt x="1172" y="1"/>
                  </a:moveTo>
                  <a:cubicBezTo>
                    <a:pt x="539" y="1"/>
                    <a:pt x="0" y="539"/>
                    <a:pt x="0" y="1173"/>
                  </a:cubicBezTo>
                  <a:cubicBezTo>
                    <a:pt x="0" y="1838"/>
                    <a:pt x="539" y="2376"/>
                    <a:pt x="1172" y="2376"/>
                  </a:cubicBezTo>
                  <a:cubicBezTo>
                    <a:pt x="1806" y="2376"/>
                    <a:pt x="2312" y="1901"/>
                    <a:pt x="2344" y="1268"/>
                  </a:cubicBezTo>
                  <a:lnTo>
                    <a:pt x="11971" y="1268"/>
                  </a:lnTo>
                  <a:cubicBezTo>
                    <a:pt x="12035" y="1901"/>
                    <a:pt x="12541" y="2376"/>
                    <a:pt x="13143" y="2376"/>
                  </a:cubicBezTo>
                  <a:cubicBezTo>
                    <a:pt x="13808" y="2376"/>
                    <a:pt x="14346" y="1838"/>
                    <a:pt x="14346" y="1173"/>
                  </a:cubicBezTo>
                  <a:cubicBezTo>
                    <a:pt x="14346" y="539"/>
                    <a:pt x="13808" y="1"/>
                    <a:pt x="13143" y="1"/>
                  </a:cubicBezTo>
                  <a:cubicBezTo>
                    <a:pt x="12541" y="1"/>
                    <a:pt x="12035" y="444"/>
                    <a:pt x="11971" y="1046"/>
                  </a:cubicBezTo>
                  <a:lnTo>
                    <a:pt x="5828" y="1046"/>
                  </a:lnTo>
                  <a:lnTo>
                    <a:pt x="2344" y="1078"/>
                  </a:lnTo>
                  <a:cubicBezTo>
                    <a:pt x="2312" y="476"/>
                    <a:pt x="1806" y="1"/>
                    <a:pt x="1172" y="1"/>
                  </a:cubicBezTo>
                  <a:close/>
                </a:path>
              </a:pathLst>
            </a:custGeom>
            <a:solidFill>
              <a:srgbClr val="2724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3"/>
            <p:cNvSpPr/>
            <p:nvPr/>
          </p:nvSpPr>
          <p:spPr>
            <a:xfrm>
              <a:off x="2239600" y="3676500"/>
              <a:ext cx="788575" cy="59425"/>
            </a:xfrm>
            <a:custGeom>
              <a:rect b="b" l="l" r="r" t="t"/>
              <a:pathLst>
                <a:path extrusionOk="0" h="2377" w="31543">
                  <a:moveTo>
                    <a:pt x="1172" y="1"/>
                  </a:moveTo>
                  <a:cubicBezTo>
                    <a:pt x="539" y="1"/>
                    <a:pt x="0" y="539"/>
                    <a:pt x="0" y="1204"/>
                  </a:cubicBezTo>
                  <a:cubicBezTo>
                    <a:pt x="0" y="1838"/>
                    <a:pt x="539" y="2376"/>
                    <a:pt x="1172" y="2376"/>
                  </a:cubicBezTo>
                  <a:cubicBezTo>
                    <a:pt x="1806" y="2376"/>
                    <a:pt x="2312" y="1901"/>
                    <a:pt x="2344" y="1299"/>
                  </a:cubicBezTo>
                  <a:lnTo>
                    <a:pt x="22929" y="1268"/>
                  </a:lnTo>
                  <a:lnTo>
                    <a:pt x="29199" y="1299"/>
                  </a:lnTo>
                  <a:cubicBezTo>
                    <a:pt x="29231" y="1901"/>
                    <a:pt x="29738" y="2376"/>
                    <a:pt x="30371" y="2376"/>
                  </a:cubicBezTo>
                  <a:cubicBezTo>
                    <a:pt x="31036" y="2376"/>
                    <a:pt x="31543" y="1838"/>
                    <a:pt x="31543" y="1204"/>
                  </a:cubicBezTo>
                  <a:cubicBezTo>
                    <a:pt x="31543" y="539"/>
                    <a:pt x="31004" y="1"/>
                    <a:pt x="30371" y="1"/>
                  </a:cubicBezTo>
                  <a:cubicBezTo>
                    <a:pt x="29769" y="1"/>
                    <a:pt x="29263" y="476"/>
                    <a:pt x="29199" y="1046"/>
                  </a:cubicBezTo>
                  <a:lnTo>
                    <a:pt x="23024" y="1046"/>
                  </a:lnTo>
                  <a:lnTo>
                    <a:pt x="2344" y="1078"/>
                  </a:lnTo>
                  <a:cubicBezTo>
                    <a:pt x="2312" y="476"/>
                    <a:pt x="1806" y="1"/>
                    <a:pt x="1172" y="1"/>
                  </a:cubicBezTo>
                  <a:close/>
                </a:path>
              </a:pathLst>
            </a:custGeom>
            <a:solidFill>
              <a:srgbClr val="2724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3"/>
            <p:cNvSpPr/>
            <p:nvPr/>
          </p:nvSpPr>
          <p:spPr>
            <a:xfrm>
              <a:off x="2239600" y="2203125"/>
              <a:ext cx="788575" cy="58600"/>
            </a:xfrm>
            <a:custGeom>
              <a:rect b="b" l="l" r="r" t="t"/>
              <a:pathLst>
                <a:path extrusionOk="0" h="2344" w="31543">
                  <a:moveTo>
                    <a:pt x="1172" y="0"/>
                  </a:moveTo>
                  <a:cubicBezTo>
                    <a:pt x="539" y="0"/>
                    <a:pt x="0" y="507"/>
                    <a:pt x="0" y="1172"/>
                  </a:cubicBezTo>
                  <a:cubicBezTo>
                    <a:pt x="0" y="1837"/>
                    <a:pt x="539" y="2344"/>
                    <a:pt x="1172" y="2344"/>
                  </a:cubicBezTo>
                  <a:cubicBezTo>
                    <a:pt x="1806" y="2344"/>
                    <a:pt x="2312" y="1869"/>
                    <a:pt x="2344" y="1267"/>
                  </a:cubicBezTo>
                  <a:lnTo>
                    <a:pt x="29199" y="1267"/>
                  </a:lnTo>
                  <a:cubicBezTo>
                    <a:pt x="29231" y="1869"/>
                    <a:pt x="29738" y="2344"/>
                    <a:pt x="30371" y="2344"/>
                  </a:cubicBezTo>
                  <a:cubicBezTo>
                    <a:pt x="31036" y="2344"/>
                    <a:pt x="31543" y="1837"/>
                    <a:pt x="31543" y="1172"/>
                  </a:cubicBezTo>
                  <a:cubicBezTo>
                    <a:pt x="31543" y="507"/>
                    <a:pt x="31004" y="0"/>
                    <a:pt x="30371" y="0"/>
                  </a:cubicBezTo>
                  <a:cubicBezTo>
                    <a:pt x="29769" y="0"/>
                    <a:pt x="29263" y="444"/>
                    <a:pt x="29199" y="1045"/>
                  </a:cubicBezTo>
                  <a:lnTo>
                    <a:pt x="2344" y="1045"/>
                  </a:lnTo>
                  <a:cubicBezTo>
                    <a:pt x="2312" y="475"/>
                    <a:pt x="1806" y="0"/>
                    <a:pt x="1172" y="0"/>
                  </a:cubicBezTo>
                  <a:close/>
                </a:path>
              </a:pathLst>
            </a:custGeom>
            <a:solidFill>
              <a:srgbClr val="2724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3"/>
            <p:cNvSpPr/>
            <p:nvPr/>
          </p:nvSpPr>
          <p:spPr>
            <a:xfrm>
              <a:off x="3771600" y="1703550"/>
              <a:ext cx="931875" cy="1075975"/>
            </a:xfrm>
            <a:custGeom>
              <a:rect b="b" l="l" r="r" t="t"/>
              <a:pathLst>
                <a:path extrusionOk="0" h="43039" w="37275">
                  <a:moveTo>
                    <a:pt x="18621" y="507"/>
                  </a:moveTo>
                  <a:lnTo>
                    <a:pt x="36831" y="11021"/>
                  </a:lnTo>
                  <a:lnTo>
                    <a:pt x="36831" y="32017"/>
                  </a:lnTo>
                  <a:lnTo>
                    <a:pt x="18621" y="42531"/>
                  </a:lnTo>
                  <a:lnTo>
                    <a:pt x="412" y="32017"/>
                  </a:lnTo>
                  <a:lnTo>
                    <a:pt x="412" y="11021"/>
                  </a:lnTo>
                  <a:lnTo>
                    <a:pt x="18621" y="507"/>
                  </a:lnTo>
                  <a:close/>
                  <a:moveTo>
                    <a:pt x="18621" y="0"/>
                  </a:moveTo>
                  <a:lnTo>
                    <a:pt x="0" y="10768"/>
                  </a:lnTo>
                  <a:lnTo>
                    <a:pt x="0" y="32271"/>
                  </a:lnTo>
                  <a:lnTo>
                    <a:pt x="18621" y="43038"/>
                  </a:lnTo>
                  <a:lnTo>
                    <a:pt x="37275" y="32271"/>
                  </a:lnTo>
                  <a:lnTo>
                    <a:pt x="37275" y="10768"/>
                  </a:lnTo>
                  <a:lnTo>
                    <a:pt x="18621" y="0"/>
                  </a:ln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3"/>
            <p:cNvSpPr/>
            <p:nvPr/>
          </p:nvSpPr>
          <p:spPr>
            <a:xfrm>
              <a:off x="4192000" y="2434300"/>
              <a:ext cx="931875" cy="1075975"/>
            </a:xfrm>
            <a:custGeom>
              <a:rect b="b" l="l" r="r" t="t"/>
              <a:pathLst>
                <a:path extrusionOk="0" h="43039" w="37275">
                  <a:moveTo>
                    <a:pt x="18622" y="476"/>
                  </a:moveTo>
                  <a:lnTo>
                    <a:pt x="36831" y="10990"/>
                  </a:lnTo>
                  <a:lnTo>
                    <a:pt x="36831" y="32018"/>
                  </a:lnTo>
                  <a:lnTo>
                    <a:pt x="18622" y="42532"/>
                  </a:lnTo>
                  <a:lnTo>
                    <a:pt x="412" y="32018"/>
                  </a:lnTo>
                  <a:lnTo>
                    <a:pt x="412" y="10990"/>
                  </a:lnTo>
                  <a:lnTo>
                    <a:pt x="18622" y="476"/>
                  </a:lnTo>
                  <a:close/>
                  <a:moveTo>
                    <a:pt x="18622" y="0"/>
                  </a:moveTo>
                  <a:lnTo>
                    <a:pt x="0" y="10736"/>
                  </a:lnTo>
                  <a:lnTo>
                    <a:pt x="0" y="32271"/>
                  </a:lnTo>
                  <a:lnTo>
                    <a:pt x="18622" y="43039"/>
                  </a:lnTo>
                  <a:lnTo>
                    <a:pt x="37180" y="32334"/>
                  </a:lnTo>
                  <a:lnTo>
                    <a:pt x="37275" y="32271"/>
                  </a:lnTo>
                  <a:lnTo>
                    <a:pt x="37275" y="10736"/>
                  </a:lnTo>
                  <a:lnTo>
                    <a:pt x="18622" y="0"/>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3"/>
            <p:cNvSpPr/>
            <p:nvPr/>
          </p:nvSpPr>
          <p:spPr>
            <a:xfrm>
              <a:off x="3771600" y="3162675"/>
              <a:ext cx="931875" cy="1075975"/>
            </a:xfrm>
            <a:custGeom>
              <a:rect b="b" l="l" r="r" t="t"/>
              <a:pathLst>
                <a:path extrusionOk="0" h="43039" w="37275">
                  <a:moveTo>
                    <a:pt x="18621" y="476"/>
                  </a:moveTo>
                  <a:lnTo>
                    <a:pt x="36831" y="10990"/>
                  </a:lnTo>
                  <a:lnTo>
                    <a:pt x="36831" y="32018"/>
                  </a:lnTo>
                  <a:lnTo>
                    <a:pt x="18621" y="42532"/>
                  </a:lnTo>
                  <a:lnTo>
                    <a:pt x="412" y="32018"/>
                  </a:lnTo>
                  <a:lnTo>
                    <a:pt x="412" y="10990"/>
                  </a:lnTo>
                  <a:lnTo>
                    <a:pt x="18621" y="476"/>
                  </a:lnTo>
                  <a:close/>
                  <a:moveTo>
                    <a:pt x="18621" y="1"/>
                  </a:moveTo>
                  <a:lnTo>
                    <a:pt x="95" y="10705"/>
                  </a:lnTo>
                  <a:lnTo>
                    <a:pt x="0" y="10768"/>
                  </a:lnTo>
                  <a:lnTo>
                    <a:pt x="0" y="32271"/>
                  </a:lnTo>
                  <a:lnTo>
                    <a:pt x="18621" y="43039"/>
                  </a:lnTo>
                  <a:lnTo>
                    <a:pt x="37148" y="32335"/>
                  </a:lnTo>
                  <a:lnTo>
                    <a:pt x="37275" y="32271"/>
                  </a:lnTo>
                  <a:lnTo>
                    <a:pt x="37275" y="10768"/>
                  </a:lnTo>
                  <a:lnTo>
                    <a:pt x="18621" y="1"/>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3"/>
            <p:cNvSpPr/>
            <p:nvPr/>
          </p:nvSpPr>
          <p:spPr>
            <a:xfrm>
              <a:off x="3829375" y="1770825"/>
              <a:ext cx="815525" cy="941400"/>
            </a:xfrm>
            <a:custGeom>
              <a:rect b="b" l="l" r="r" t="t"/>
              <a:pathLst>
                <a:path extrusionOk="0" h="37656" w="32621">
                  <a:moveTo>
                    <a:pt x="16310" y="1"/>
                  </a:moveTo>
                  <a:lnTo>
                    <a:pt x="1" y="9407"/>
                  </a:lnTo>
                  <a:lnTo>
                    <a:pt x="1" y="28250"/>
                  </a:lnTo>
                  <a:lnTo>
                    <a:pt x="16310" y="37655"/>
                  </a:lnTo>
                  <a:lnTo>
                    <a:pt x="32620" y="28250"/>
                  </a:lnTo>
                  <a:lnTo>
                    <a:pt x="32620" y="9407"/>
                  </a:lnTo>
                  <a:lnTo>
                    <a:pt x="16310" y="1"/>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3"/>
            <p:cNvSpPr/>
            <p:nvPr/>
          </p:nvSpPr>
          <p:spPr>
            <a:xfrm>
              <a:off x="3854725" y="1800125"/>
              <a:ext cx="764825" cy="882800"/>
            </a:xfrm>
            <a:custGeom>
              <a:rect b="b" l="l" r="r" t="t"/>
              <a:pathLst>
                <a:path extrusionOk="0" h="35312" w="30593">
                  <a:moveTo>
                    <a:pt x="15296" y="1"/>
                  </a:moveTo>
                  <a:lnTo>
                    <a:pt x="0" y="8836"/>
                  </a:lnTo>
                  <a:lnTo>
                    <a:pt x="0" y="26508"/>
                  </a:lnTo>
                  <a:lnTo>
                    <a:pt x="15296" y="35312"/>
                  </a:lnTo>
                  <a:lnTo>
                    <a:pt x="30593" y="26508"/>
                  </a:lnTo>
                  <a:lnTo>
                    <a:pt x="30593" y="8836"/>
                  </a:lnTo>
                  <a:lnTo>
                    <a:pt x="15296" y="1"/>
                  </a:lnTo>
                  <a:close/>
                </a:path>
              </a:pathLst>
            </a:custGeom>
            <a:solidFill>
              <a:srgbClr val="F0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3"/>
            <p:cNvSpPr/>
            <p:nvPr/>
          </p:nvSpPr>
          <p:spPr>
            <a:xfrm>
              <a:off x="4241875" y="2054275"/>
              <a:ext cx="182925" cy="182900"/>
            </a:xfrm>
            <a:custGeom>
              <a:rect b="b" l="l" r="r" t="t"/>
              <a:pathLst>
                <a:path extrusionOk="0" h="7316" w="7317">
                  <a:moveTo>
                    <a:pt x="0" y="0"/>
                  </a:moveTo>
                  <a:lnTo>
                    <a:pt x="0" y="7316"/>
                  </a:lnTo>
                  <a:lnTo>
                    <a:pt x="7316" y="7316"/>
                  </a:lnTo>
                  <a:lnTo>
                    <a:pt x="7316" y="6588"/>
                  </a:lnTo>
                  <a:cubicBezTo>
                    <a:pt x="7316" y="2946"/>
                    <a:pt x="4371" y="0"/>
                    <a:pt x="7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3"/>
            <p:cNvSpPr/>
            <p:nvPr/>
          </p:nvSpPr>
          <p:spPr>
            <a:xfrm>
              <a:off x="4260075" y="2071700"/>
              <a:ext cx="146500" cy="147275"/>
            </a:xfrm>
            <a:custGeom>
              <a:rect b="b" l="l" r="r" t="t"/>
              <a:pathLst>
                <a:path extrusionOk="0" h="5891" w="5860">
                  <a:moveTo>
                    <a:pt x="1" y="0"/>
                  </a:moveTo>
                  <a:lnTo>
                    <a:pt x="1" y="5891"/>
                  </a:lnTo>
                  <a:lnTo>
                    <a:pt x="5860" y="5891"/>
                  </a:lnTo>
                  <a:cubicBezTo>
                    <a:pt x="5860" y="2629"/>
                    <a:pt x="3231" y="0"/>
                    <a:pt x="1" y="0"/>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3"/>
            <p:cNvSpPr/>
            <p:nvPr/>
          </p:nvSpPr>
          <p:spPr>
            <a:xfrm>
              <a:off x="4049475" y="2053475"/>
              <a:ext cx="375325" cy="376100"/>
            </a:xfrm>
            <a:custGeom>
              <a:rect b="b" l="l" r="r" t="t"/>
              <a:pathLst>
                <a:path extrusionOk="0" h="15044" w="15013">
                  <a:moveTo>
                    <a:pt x="7506" y="1"/>
                  </a:moveTo>
                  <a:cubicBezTo>
                    <a:pt x="3358" y="1"/>
                    <a:pt x="1" y="3389"/>
                    <a:pt x="1" y="7506"/>
                  </a:cubicBezTo>
                  <a:cubicBezTo>
                    <a:pt x="1" y="11655"/>
                    <a:pt x="3358" y="15043"/>
                    <a:pt x="7506" y="15043"/>
                  </a:cubicBezTo>
                  <a:cubicBezTo>
                    <a:pt x="11655" y="15043"/>
                    <a:pt x="15012" y="11655"/>
                    <a:pt x="15012" y="7506"/>
                  </a:cubicBezTo>
                  <a:lnTo>
                    <a:pt x="15012" y="6810"/>
                  </a:lnTo>
                  <a:lnTo>
                    <a:pt x="8235" y="6810"/>
                  </a:lnTo>
                  <a:lnTo>
                    <a:pt x="823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3"/>
            <p:cNvSpPr/>
            <p:nvPr/>
          </p:nvSpPr>
          <p:spPr>
            <a:xfrm>
              <a:off x="4067700" y="2071700"/>
              <a:ext cx="338875" cy="339675"/>
            </a:xfrm>
            <a:custGeom>
              <a:rect b="b" l="l" r="r" t="t"/>
              <a:pathLst>
                <a:path extrusionOk="0" h="13587" w="13555">
                  <a:moveTo>
                    <a:pt x="6777" y="0"/>
                  </a:moveTo>
                  <a:cubicBezTo>
                    <a:pt x="3041" y="0"/>
                    <a:pt x="0" y="3040"/>
                    <a:pt x="0" y="6809"/>
                  </a:cubicBezTo>
                  <a:cubicBezTo>
                    <a:pt x="0" y="10546"/>
                    <a:pt x="3041" y="13586"/>
                    <a:pt x="6777" y="13586"/>
                  </a:cubicBezTo>
                  <a:cubicBezTo>
                    <a:pt x="10514" y="13586"/>
                    <a:pt x="13555" y="10546"/>
                    <a:pt x="13555" y="6809"/>
                  </a:cubicBezTo>
                  <a:lnTo>
                    <a:pt x="6777" y="6809"/>
                  </a:lnTo>
                  <a:lnTo>
                    <a:pt x="6777" y="0"/>
                  </a:ln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3"/>
            <p:cNvSpPr/>
            <p:nvPr/>
          </p:nvSpPr>
          <p:spPr>
            <a:xfrm>
              <a:off x="4249800" y="2500800"/>
              <a:ext cx="816275" cy="942175"/>
            </a:xfrm>
            <a:custGeom>
              <a:rect b="b" l="l" r="r" t="t"/>
              <a:pathLst>
                <a:path extrusionOk="0" h="37687" w="32651">
                  <a:moveTo>
                    <a:pt x="16310" y="1"/>
                  </a:moveTo>
                  <a:lnTo>
                    <a:pt x="0" y="9438"/>
                  </a:lnTo>
                  <a:lnTo>
                    <a:pt x="0" y="28281"/>
                  </a:lnTo>
                  <a:lnTo>
                    <a:pt x="16310" y="37687"/>
                  </a:lnTo>
                  <a:lnTo>
                    <a:pt x="32651" y="28281"/>
                  </a:lnTo>
                  <a:lnTo>
                    <a:pt x="32651" y="9438"/>
                  </a:lnTo>
                  <a:lnTo>
                    <a:pt x="16310" y="1"/>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3"/>
            <p:cNvSpPr/>
            <p:nvPr/>
          </p:nvSpPr>
          <p:spPr>
            <a:xfrm>
              <a:off x="4275125" y="2530100"/>
              <a:ext cx="765625" cy="883575"/>
            </a:xfrm>
            <a:custGeom>
              <a:rect b="b" l="l" r="r" t="t"/>
              <a:pathLst>
                <a:path extrusionOk="0" h="35343" w="30625">
                  <a:moveTo>
                    <a:pt x="15297" y="0"/>
                  </a:moveTo>
                  <a:lnTo>
                    <a:pt x="1" y="8836"/>
                  </a:lnTo>
                  <a:lnTo>
                    <a:pt x="1" y="26507"/>
                  </a:lnTo>
                  <a:lnTo>
                    <a:pt x="15297" y="35343"/>
                  </a:lnTo>
                  <a:lnTo>
                    <a:pt x="30625" y="26507"/>
                  </a:lnTo>
                  <a:lnTo>
                    <a:pt x="30625" y="8836"/>
                  </a:lnTo>
                  <a:lnTo>
                    <a:pt x="15297" y="0"/>
                  </a:lnTo>
                  <a:close/>
                </a:path>
              </a:pathLst>
            </a:custGeom>
            <a:solidFill>
              <a:srgbClr val="F0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3"/>
            <p:cNvSpPr/>
            <p:nvPr/>
          </p:nvSpPr>
          <p:spPr>
            <a:xfrm>
              <a:off x="4632200" y="2746250"/>
              <a:ext cx="45950" cy="83150"/>
            </a:xfrm>
            <a:custGeom>
              <a:rect b="b" l="l" r="r" t="t"/>
              <a:pathLst>
                <a:path extrusionOk="0" h="3326" w="1838">
                  <a:moveTo>
                    <a:pt x="855" y="0"/>
                  </a:moveTo>
                  <a:cubicBezTo>
                    <a:pt x="602" y="0"/>
                    <a:pt x="380" y="95"/>
                    <a:pt x="222" y="285"/>
                  </a:cubicBezTo>
                  <a:cubicBezTo>
                    <a:pt x="64" y="475"/>
                    <a:pt x="0" y="697"/>
                    <a:pt x="32" y="950"/>
                  </a:cubicBezTo>
                  <a:lnTo>
                    <a:pt x="349" y="3325"/>
                  </a:lnTo>
                  <a:lnTo>
                    <a:pt x="1489" y="3325"/>
                  </a:lnTo>
                  <a:lnTo>
                    <a:pt x="1805" y="950"/>
                  </a:lnTo>
                  <a:cubicBezTo>
                    <a:pt x="1837" y="697"/>
                    <a:pt x="1774" y="475"/>
                    <a:pt x="1615" y="285"/>
                  </a:cubicBezTo>
                  <a:cubicBezTo>
                    <a:pt x="1457" y="95"/>
                    <a:pt x="1235" y="0"/>
                    <a:pt x="98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3"/>
            <p:cNvSpPr/>
            <p:nvPr/>
          </p:nvSpPr>
          <p:spPr>
            <a:xfrm>
              <a:off x="4482550" y="2809575"/>
              <a:ext cx="76825" cy="76025"/>
            </a:xfrm>
            <a:custGeom>
              <a:rect b="b" l="l" r="r" t="t"/>
              <a:pathLst>
                <a:path extrusionOk="0" h="3041" w="3073">
                  <a:moveTo>
                    <a:pt x="919" y="1"/>
                  </a:moveTo>
                  <a:cubicBezTo>
                    <a:pt x="698" y="1"/>
                    <a:pt x="508" y="96"/>
                    <a:pt x="349" y="222"/>
                  </a:cubicBezTo>
                  <a:lnTo>
                    <a:pt x="254" y="317"/>
                  </a:lnTo>
                  <a:cubicBezTo>
                    <a:pt x="96" y="507"/>
                    <a:pt x="1" y="729"/>
                    <a:pt x="1" y="982"/>
                  </a:cubicBezTo>
                  <a:cubicBezTo>
                    <a:pt x="33" y="1204"/>
                    <a:pt x="159" y="1426"/>
                    <a:pt x="349" y="1584"/>
                  </a:cubicBezTo>
                  <a:lnTo>
                    <a:pt x="2249" y="3041"/>
                  </a:lnTo>
                  <a:lnTo>
                    <a:pt x="3073" y="2249"/>
                  </a:lnTo>
                  <a:lnTo>
                    <a:pt x="1584" y="349"/>
                  </a:lnTo>
                  <a:cubicBezTo>
                    <a:pt x="1426" y="127"/>
                    <a:pt x="1204" y="1"/>
                    <a:pt x="9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3"/>
            <p:cNvSpPr/>
            <p:nvPr/>
          </p:nvSpPr>
          <p:spPr>
            <a:xfrm>
              <a:off x="4423175" y="2960800"/>
              <a:ext cx="83150" cy="44350"/>
            </a:xfrm>
            <a:custGeom>
              <a:rect b="b" l="l" r="r" t="t"/>
              <a:pathLst>
                <a:path extrusionOk="0" h="1774" w="3326">
                  <a:moveTo>
                    <a:pt x="824" y="0"/>
                  </a:moveTo>
                  <a:cubicBezTo>
                    <a:pt x="381" y="0"/>
                    <a:pt x="1" y="380"/>
                    <a:pt x="1" y="824"/>
                  </a:cubicBezTo>
                  <a:lnTo>
                    <a:pt x="1" y="950"/>
                  </a:lnTo>
                  <a:cubicBezTo>
                    <a:pt x="1" y="1425"/>
                    <a:pt x="381" y="1774"/>
                    <a:pt x="824" y="1774"/>
                  </a:cubicBezTo>
                  <a:lnTo>
                    <a:pt x="951" y="1774"/>
                  </a:lnTo>
                  <a:lnTo>
                    <a:pt x="3326" y="1489"/>
                  </a:lnTo>
                  <a:lnTo>
                    <a:pt x="3326" y="317"/>
                  </a:lnTo>
                  <a:lnTo>
                    <a:pt x="951" y="32"/>
                  </a:lnTo>
                  <a:cubicBezTo>
                    <a:pt x="919" y="0"/>
                    <a:pt x="856" y="0"/>
                    <a:pt x="8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3"/>
            <p:cNvSpPr/>
            <p:nvPr/>
          </p:nvSpPr>
          <p:spPr>
            <a:xfrm>
              <a:off x="4808750" y="2956050"/>
              <a:ext cx="83950" cy="44350"/>
            </a:xfrm>
            <a:custGeom>
              <a:rect b="b" l="l" r="r" t="t"/>
              <a:pathLst>
                <a:path extrusionOk="0" h="1774" w="3358">
                  <a:moveTo>
                    <a:pt x="2407" y="0"/>
                  </a:moveTo>
                  <a:lnTo>
                    <a:pt x="1" y="317"/>
                  </a:lnTo>
                  <a:lnTo>
                    <a:pt x="1" y="1457"/>
                  </a:lnTo>
                  <a:lnTo>
                    <a:pt x="2407" y="1774"/>
                  </a:lnTo>
                  <a:lnTo>
                    <a:pt x="2534" y="1774"/>
                  </a:lnTo>
                  <a:cubicBezTo>
                    <a:pt x="2756" y="1774"/>
                    <a:pt x="2946" y="1679"/>
                    <a:pt x="3104" y="1552"/>
                  </a:cubicBezTo>
                  <a:cubicBezTo>
                    <a:pt x="3262" y="1394"/>
                    <a:pt x="3357" y="1172"/>
                    <a:pt x="3357" y="950"/>
                  </a:cubicBezTo>
                  <a:lnTo>
                    <a:pt x="3357" y="824"/>
                  </a:lnTo>
                  <a:cubicBezTo>
                    <a:pt x="3357" y="380"/>
                    <a:pt x="2977" y="0"/>
                    <a:pt x="25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3"/>
            <p:cNvSpPr/>
            <p:nvPr/>
          </p:nvSpPr>
          <p:spPr>
            <a:xfrm>
              <a:off x="4752550" y="2805625"/>
              <a:ext cx="76800" cy="76825"/>
            </a:xfrm>
            <a:custGeom>
              <a:rect b="b" l="l" r="r" t="t"/>
              <a:pathLst>
                <a:path extrusionOk="0" h="3073" w="3072">
                  <a:moveTo>
                    <a:pt x="2154" y="0"/>
                  </a:moveTo>
                  <a:cubicBezTo>
                    <a:pt x="1900" y="0"/>
                    <a:pt x="1647" y="127"/>
                    <a:pt x="1488" y="349"/>
                  </a:cubicBezTo>
                  <a:lnTo>
                    <a:pt x="0" y="2249"/>
                  </a:lnTo>
                  <a:lnTo>
                    <a:pt x="823" y="3072"/>
                  </a:lnTo>
                  <a:lnTo>
                    <a:pt x="2724" y="1584"/>
                  </a:lnTo>
                  <a:cubicBezTo>
                    <a:pt x="2914" y="1457"/>
                    <a:pt x="3040" y="1235"/>
                    <a:pt x="3072" y="982"/>
                  </a:cubicBezTo>
                  <a:cubicBezTo>
                    <a:pt x="3072" y="760"/>
                    <a:pt x="3009" y="507"/>
                    <a:pt x="2819" y="317"/>
                  </a:cubicBezTo>
                  <a:lnTo>
                    <a:pt x="2724" y="254"/>
                  </a:lnTo>
                  <a:cubicBezTo>
                    <a:pt x="2565" y="95"/>
                    <a:pt x="2375" y="0"/>
                    <a:pt x="215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3"/>
            <p:cNvSpPr/>
            <p:nvPr/>
          </p:nvSpPr>
          <p:spPr>
            <a:xfrm>
              <a:off x="4535600" y="2849150"/>
              <a:ext cx="238350" cy="349175"/>
            </a:xfrm>
            <a:custGeom>
              <a:rect b="b" l="l" r="r" t="t"/>
              <a:pathLst>
                <a:path extrusionOk="0" h="13967" w="9534">
                  <a:moveTo>
                    <a:pt x="4751" y="1"/>
                  </a:moveTo>
                  <a:cubicBezTo>
                    <a:pt x="3453" y="1"/>
                    <a:pt x="2281" y="508"/>
                    <a:pt x="1362" y="1458"/>
                  </a:cubicBezTo>
                  <a:cubicBezTo>
                    <a:pt x="476" y="2408"/>
                    <a:pt x="1" y="3611"/>
                    <a:pt x="32" y="4910"/>
                  </a:cubicBezTo>
                  <a:cubicBezTo>
                    <a:pt x="64" y="5606"/>
                    <a:pt x="222" y="6240"/>
                    <a:pt x="507" y="6841"/>
                  </a:cubicBezTo>
                  <a:cubicBezTo>
                    <a:pt x="571" y="6936"/>
                    <a:pt x="634" y="7031"/>
                    <a:pt x="729" y="7158"/>
                  </a:cubicBezTo>
                  <a:cubicBezTo>
                    <a:pt x="1014" y="7602"/>
                    <a:pt x="1679" y="8583"/>
                    <a:pt x="1774" y="9597"/>
                  </a:cubicBezTo>
                  <a:cubicBezTo>
                    <a:pt x="1806" y="9913"/>
                    <a:pt x="1964" y="10198"/>
                    <a:pt x="2186" y="10420"/>
                  </a:cubicBezTo>
                  <a:cubicBezTo>
                    <a:pt x="2123" y="10515"/>
                    <a:pt x="2091" y="10642"/>
                    <a:pt x="2091" y="10768"/>
                  </a:cubicBezTo>
                  <a:lnTo>
                    <a:pt x="2091" y="10863"/>
                  </a:lnTo>
                  <a:cubicBezTo>
                    <a:pt x="2091" y="11117"/>
                    <a:pt x="2218" y="11338"/>
                    <a:pt x="2376" y="11497"/>
                  </a:cubicBezTo>
                  <a:cubicBezTo>
                    <a:pt x="2344" y="11592"/>
                    <a:pt x="2313" y="11687"/>
                    <a:pt x="2313" y="11782"/>
                  </a:cubicBezTo>
                  <a:lnTo>
                    <a:pt x="2313" y="11908"/>
                  </a:lnTo>
                  <a:cubicBezTo>
                    <a:pt x="2313" y="12130"/>
                    <a:pt x="2408" y="12352"/>
                    <a:pt x="2566" y="12510"/>
                  </a:cubicBezTo>
                  <a:cubicBezTo>
                    <a:pt x="2534" y="12637"/>
                    <a:pt x="2534" y="12795"/>
                    <a:pt x="2566" y="12954"/>
                  </a:cubicBezTo>
                  <a:cubicBezTo>
                    <a:pt x="2819" y="13555"/>
                    <a:pt x="3706" y="13967"/>
                    <a:pt x="4783" y="13967"/>
                  </a:cubicBezTo>
                  <a:cubicBezTo>
                    <a:pt x="5891" y="13967"/>
                    <a:pt x="6746" y="13555"/>
                    <a:pt x="7000" y="12954"/>
                  </a:cubicBezTo>
                  <a:cubicBezTo>
                    <a:pt x="7063" y="12795"/>
                    <a:pt x="7063" y="12637"/>
                    <a:pt x="7000" y="12510"/>
                  </a:cubicBezTo>
                  <a:cubicBezTo>
                    <a:pt x="7158" y="12352"/>
                    <a:pt x="7253" y="12130"/>
                    <a:pt x="7253" y="11908"/>
                  </a:cubicBezTo>
                  <a:lnTo>
                    <a:pt x="7253" y="11782"/>
                  </a:lnTo>
                  <a:cubicBezTo>
                    <a:pt x="7253" y="11687"/>
                    <a:pt x="7253" y="11623"/>
                    <a:pt x="7221" y="11560"/>
                  </a:cubicBezTo>
                  <a:cubicBezTo>
                    <a:pt x="7443" y="11402"/>
                    <a:pt x="7570" y="11148"/>
                    <a:pt x="7570" y="10863"/>
                  </a:cubicBezTo>
                  <a:lnTo>
                    <a:pt x="7570" y="10768"/>
                  </a:lnTo>
                  <a:cubicBezTo>
                    <a:pt x="7570" y="10610"/>
                    <a:pt x="7538" y="10483"/>
                    <a:pt x="7475" y="10357"/>
                  </a:cubicBezTo>
                  <a:cubicBezTo>
                    <a:pt x="7665" y="10167"/>
                    <a:pt x="7791" y="9913"/>
                    <a:pt x="7823" y="9628"/>
                  </a:cubicBezTo>
                  <a:cubicBezTo>
                    <a:pt x="7855" y="8868"/>
                    <a:pt x="8235" y="8013"/>
                    <a:pt x="8931" y="7063"/>
                  </a:cubicBezTo>
                  <a:cubicBezTo>
                    <a:pt x="8963" y="6968"/>
                    <a:pt x="8995" y="6936"/>
                    <a:pt x="9026" y="6905"/>
                  </a:cubicBezTo>
                  <a:cubicBezTo>
                    <a:pt x="9375" y="6303"/>
                    <a:pt x="9533" y="5606"/>
                    <a:pt x="9533" y="4751"/>
                  </a:cubicBezTo>
                  <a:cubicBezTo>
                    <a:pt x="9533" y="3453"/>
                    <a:pt x="9058" y="2281"/>
                    <a:pt x="8140" y="1363"/>
                  </a:cubicBezTo>
                  <a:cubicBezTo>
                    <a:pt x="7253" y="476"/>
                    <a:pt x="6050" y="1"/>
                    <a:pt x="478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3"/>
            <p:cNvSpPr/>
            <p:nvPr/>
          </p:nvSpPr>
          <p:spPr>
            <a:xfrm>
              <a:off x="4568075" y="2878450"/>
              <a:ext cx="178950" cy="208250"/>
            </a:xfrm>
            <a:custGeom>
              <a:rect b="b" l="l" r="r" t="t"/>
              <a:pathLst>
                <a:path extrusionOk="0" h="8330" w="7158">
                  <a:moveTo>
                    <a:pt x="3547" y="1"/>
                  </a:moveTo>
                  <a:cubicBezTo>
                    <a:pt x="2597" y="32"/>
                    <a:pt x="1710" y="412"/>
                    <a:pt x="1045" y="1109"/>
                  </a:cubicBezTo>
                  <a:cubicBezTo>
                    <a:pt x="349" y="1806"/>
                    <a:pt x="0" y="2724"/>
                    <a:pt x="32" y="3706"/>
                  </a:cubicBezTo>
                  <a:cubicBezTo>
                    <a:pt x="32" y="4213"/>
                    <a:pt x="158" y="4688"/>
                    <a:pt x="380" y="5131"/>
                  </a:cubicBezTo>
                  <a:cubicBezTo>
                    <a:pt x="412" y="5163"/>
                    <a:pt x="475" y="5258"/>
                    <a:pt x="507" y="5321"/>
                  </a:cubicBezTo>
                  <a:cubicBezTo>
                    <a:pt x="855" y="5828"/>
                    <a:pt x="1647" y="7000"/>
                    <a:pt x="1742" y="8330"/>
                  </a:cubicBezTo>
                  <a:lnTo>
                    <a:pt x="5416" y="8330"/>
                  </a:lnTo>
                  <a:cubicBezTo>
                    <a:pt x="5511" y="7380"/>
                    <a:pt x="5954" y="6335"/>
                    <a:pt x="6746" y="5194"/>
                  </a:cubicBezTo>
                  <a:cubicBezTo>
                    <a:pt x="6777" y="5163"/>
                    <a:pt x="6809" y="5131"/>
                    <a:pt x="6809" y="5099"/>
                  </a:cubicBezTo>
                  <a:cubicBezTo>
                    <a:pt x="7031" y="4719"/>
                    <a:pt x="7157" y="4213"/>
                    <a:pt x="7157" y="3579"/>
                  </a:cubicBezTo>
                  <a:cubicBezTo>
                    <a:pt x="7157" y="2629"/>
                    <a:pt x="6777" y="1711"/>
                    <a:pt x="6112" y="1046"/>
                  </a:cubicBezTo>
                  <a:cubicBezTo>
                    <a:pt x="5416" y="381"/>
                    <a:pt x="4529" y="1"/>
                    <a:pt x="35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3"/>
            <p:cNvSpPr/>
            <p:nvPr/>
          </p:nvSpPr>
          <p:spPr>
            <a:xfrm>
              <a:off x="4551450" y="2863425"/>
              <a:ext cx="209025" cy="238325"/>
            </a:xfrm>
            <a:custGeom>
              <a:rect b="b" l="l" r="r" t="t"/>
              <a:pathLst>
                <a:path extrusionOk="0" h="9533" w="8361">
                  <a:moveTo>
                    <a:pt x="4212" y="602"/>
                  </a:moveTo>
                  <a:cubicBezTo>
                    <a:pt x="5130" y="602"/>
                    <a:pt x="6049" y="982"/>
                    <a:pt x="6714" y="1647"/>
                  </a:cubicBezTo>
                  <a:cubicBezTo>
                    <a:pt x="7379" y="2312"/>
                    <a:pt x="7759" y="3199"/>
                    <a:pt x="7759" y="4180"/>
                  </a:cubicBezTo>
                  <a:cubicBezTo>
                    <a:pt x="7759" y="4814"/>
                    <a:pt x="7664" y="5320"/>
                    <a:pt x="7411" y="5700"/>
                  </a:cubicBezTo>
                  <a:cubicBezTo>
                    <a:pt x="7411" y="5732"/>
                    <a:pt x="7379" y="5764"/>
                    <a:pt x="7347" y="5795"/>
                  </a:cubicBezTo>
                  <a:cubicBezTo>
                    <a:pt x="6556" y="6904"/>
                    <a:pt x="6112" y="7981"/>
                    <a:pt x="6049" y="8931"/>
                  </a:cubicBezTo>
                  <a:lnTo>
                    <a:pt x="2375" y="8931"/>
                  </a:lnTo>
                  <a:cubicBezTo>
                    <a:pt x="2249" y="7601"/>
                    <a:pt x="1457" y="6429"/>
                    <a:pt x="1140" y="5922"/>
                  </a:cubicBezTo>
                  <a:cubicBezTo>
                    <a:pt x="1077" y="5859"/>
                    <a:pt x="1014" y="5764"/>
                    <a:pt x="982" y="5732"/>
                  </a:cubicBezTo>
                  <a:cubicBezTo>
                    <a:pt x="760" y="5289"/>
                    <a:pt x="665" y="4814"/>
                    <a:pt x="633" y="4307"/>
                  </a:cubicBezTo>
                  <a:cubicBezTo>
                    <a:pt x="602" y="3325"/>
                    <a:pt x="950" y="2407"/>
                    <a:pt x="1647" y="1710"/>
                  </a:cubicBezTo>
                  <a:cubicBezTo>
                    <a:pt x="2312" y="1013"/>
                    <a:pt x="3199" y="602"/>
                    <a:pt x="4180" y="602"/>
                  </a:cubicBezTo>
                  <a:close/>
                  <a:moveTo>
                    <a:pt x="4180" y="0"/>
                  </a:moveTo>
                  <a:cubicBezTo>
                    <a:pt x="3040" y="0"/>
                    <a:pt x="1995" y="475"/>
                    <a:pt x="1204" y="1298"/>
                  </a:cubicBezTo>
                  <a:cubicBezTo>
                    <a:pt x="412" y="2122"/>
                    <a:pt x="0" y="3199"/>
                    <a:pt x="32" y="4307"/>
                  </a:cubicBezTo>
                  <a:cubicBezTo>
                    <a:pt x="63" y="4909"/>
                    <a:pt x="190" y="5479"/>
                    <a:pt x="443" y="6017"/>
                  </a:cubicBezTo>
                  <a:cubicBezTo>
                    <a:pt x="475" y="6080"/>
                    <a:pt x="538" y="6144"/>
                    <a:pt x="633" y="6270"/>
                  </a:cubicBezTo>
                  <a:cubicBezTo>
                    <a:pt x="950" y="6745"/>
                    <a:pt x="1679" y="7822"/>
                    <a:pt x="1774" y="8994"/>
                  </a:cubicBezTo>
                  <a:cubicBezTo>
                    <a:pt x="1805" y="9311"/>
                    <a:pt x="2059" y="9532"/>
                    <a:pt x="2375" y="9532"/>
                  </a:cubicBezTo>
                  <a:lnTo>
                    <a:pt x="6049" y="9532"/>
                  </a:lnTo>
                  <a:cubicBezTo>
                    <a:pt x="6366" y="9532"/>
                    <a:pt x="6619" y="9311"/>
                    <a:pt x="6651" y="8994"/>
                  </a:cubicBezTo>
                  <a:cubicBezTo>
                    <a:pt x="6714" y="8139"/>
                    <a:pt x="7126" y="7189"/>
                    <a:pt x="7854" y="6144"/>
                  </a:cubicBezTo>
                  <a:cubicBezTo>
                    <a:pt x="7886" y="6080"/>
                    <a:pt x="7917" y="6049"/>
                    <a:pt x="7949" y="6017"/>
                  </a:cubicBezTo>
                  <a:cubicBezTo>
                    <a:pt x="8234" y="5542"/>
                    <a:pt x="8361" y="4940"/>
                    <a:pt x="8361" y="4180"/>
                  </a:cubicBezTo>
                  <a:cubicBezTo>
                    <a:pt x="8361" y="3040"/>
                    <a:pt x="7949" y="1995"/>
                    <a:pt x="7157" y="1203"/>
                  </a:cubicBezTo>
                  <a:cubicBezTo>
                    <a:pt x="6334" y="412"/>
                    <a:pt x="5289" y="0"/>
                    <a:pt x="4180" y="0"/>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3"/>
            <p:cNvSpPr/>
            <p:nvPr/>
          </p:nvSpPr>
          <p:spPr>
            <a:xfrm>
              <a:off x="4604475" y="3111225"/>
              <a:ext cx="106925" cy="16650"/>
            </a:xfrm>
            <a:custGeom>
              <a:rect b="b" l="l" r="r" t="t"/>
              <a:pathLst>
                <a:path extrusionOk="0" h="666" w="4277">
                  <a:moveTo>
                    <a:pt x="286" y="0"/>
                  </a:moveTo>
                  <a:cubicBezTo>
                    <a:pt x="128" y="0"/>
                    <a:pt x="1" y="127"/>
                    <a:pt x="1" y="285"/>
                  </a:cubicBezTo>
                  <a:lnTo>
                    <a:pt x="1" y="380"/>
                  </a:lnTo>
                  <a:cubicBezTo>
                    <a:pt x="1" y="539"/>
                    <a:pt x="96" y="665"/>
                    <a:pt x="286" y="665"/>
                  </a:cubicBezTo>
                  <a:lnTo>
                    <a:pt x="3991" y="665"/>
                  </a:lnTo>
                  <a:cubicBezTo>
                    <a:pt x="4150" y="665"/>
                    <a:pt x="4276" y="539"/>
                    <a:pt x="4276" y="380"/>
                  </a:cubicBezTo>
                  <a:lnTo>
                    <a:pt x="4276" y="285"/>
                  </a:lnTo>
                  <a:cubicBezTo>
                    <a:pt x="4276" y="127"/>
                    <a:pt x="4150" y="0"/>
                    <a:pt x="3991" y="0"/>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3"/>
            <p:cNvSpPr/>
            <p:nvPr/>
          </p:nvSpPr>
          <p:spPr>
            <a:xfrm>
              <a:off x="4609225" y="3136550"/>
              <a:ext cx="94250" cy="16650"/>
            </a:xfrm>
            <a:custGeom>
              <a:rect b="b" l="l" r="r" t="t"/>
              <a:pathLst>
                <a:path extrusionOk="0" h="666" w="3770">
                  <a:moveTo>
                    <a:pt x="286" y="1"/>
                  </a:moveTo>
                  <a:cubicBezTo>
                    <a:pt x="128" y="1"/>
                    <a:pt x="1" y="127"/>
                    <a:pt x="1" y="286"/>
                  </a:cubicBezTo>
                  <a:lnTo>
                    <a:pt x="1" y="412"/>
                  </a:lnTo>
                  <a:cubicBezTo>
                    <a:pt x="1" y="539"/>
                    <a:pt x="128" y="666"/>
                    <a:pt x="286" y="666"/>
                  </a:cubicBezTo>
                  <a:lnTo>
                    <a:pt x="3516" y="666"/>
                  </a:lnTo>
                  <a:cubicBezTo>
                    <a:pt x="3643" y="666"/>
                    <a:pt x="3770" y="571"/>
                    <a:pt x="3770" y="412"/>
                  </a:cubicBezTo>
                  <a:lnTo>
                    <a:pt x="3770" y="286"/>
                  </a:lnTo>
                  <a:cubicBezTo>
                    <a:pt x="3770" y="127"/>
                    <a:pt x="3643" y="1"/>
                    <a:pt x="3516" y="1"/>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3"/>
            <p:cNvSpPr/>
            <p:nvPr/>
          </p:nvSpPr>
          <p:spPr>
            <a:xfrm>
              <a:off x="4613975" y="3163475"/>
              <a:ext cx="84750" cy="19825"/>
            </a:xfrm>
            <a:custGeom>
              <a:rect b="b" l="l" r="r" t="t"/>
              <a:pathLst>
                <a:path extrusionOk="0" h="793" w="3390">
                  <a:moveTo>
                    <a:pt x="223" y="1"/>
                  </a:moveTo>
                  <a:cubicBezTo>
                    <a:pt x="96" y="1"/>
                    <a:pt x="1" y="64"/>
                    <a:pt x="33" y="159"/>
                  </a:cubicBezTo>
                  <a:cubicBezTo>
                    <a:pt x="191" y="507"/>
                    <a:pt x="888" y="792"/>
                    <a:pt x="1711" y="792"/>
                  </a:cubicBezTo>
                  <a:cubicBezTo>
                    <a:pt x="2534" y="792"/>
                    <a:pt x="3231" y="507"/>
                    <a:pt x="3358" y="159"/>
                  </a:cubicBezTo>
                  <a:cubicBezTo>
                    <a:pt x="3390" y="64"/>
                    <a:pt x="3295" y="1"/>
                    <a:pt x="3200" y="1"/>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3"/>
            <p:cNvSpPr/>
            <p:nvPr/>
          </p:nvSpPr>
          <p:spPr>
            <a:xfrm>
              <a:off x="4648025" y="2760500"/>
              <a:ext cx="16650" cy="67300"/>
            </a:xfrm>
            <a:custGeom>
              <a:rect b="b" l="l" r="r" t="t"/>
              <a:pathLst>
                <a:path extrusionOk="0" h="2692" w="666">
                  <a:moveTo>
                    <a:pt x="286" y="0"/>
                  </a:moveTo>
                  <a:cubicBezTo>
                    <a:pt x="127" y="0"/>
                    <a:pt x="1" y="127"/>
                    <a:pt x="32" y="285"/>
                  </a:cubicBezTo>
                  <a:lnTo>
                    <a:pt x="349" y="2692"/>
                  </a:lnTo>
                  <a:lnTo>
                    <a:pt x="634" y="285"/>
                  </a:lnTo>
                  <a:cubicBezTo>
                    <a:pt x="666" y="127"/>
                    <a:pt x="539" y="0"/>
                    <a:pt x="412" y="0"/>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3"/>
            <p:cNvSpPr/>
            <p:nvPr/>
          </p:nvSpPr>
          <p:spPr>
            <a:xfrm>
              <a:off x="4497600" y="2823975"/>
              <a:ext cx="51500" cy="50550"/>
            </a:xfrm>
            <a:custGeom>
              <a:rect b="b" l="l" r="r" t="t"/>
              <a:pathLst>
                <a:path extrusionOk="0" h="2022" w="2060">
                  <a:moveTo>
                    <a:pt x="375" y="1"/>
                  </a:moveTo>
                  <a:cubicBezTo>
                    <a:pt x="319" y="1"/>
                    <a:pt x="262" y="18"/>
                    <a:pt x="222" y="58"/>
                  </a:cubicBezTo>
                  <a:lnTo>
                    <a:pt x="127" y="153"/>
                  </a:lnTo>
                  <a:cubicBezTo>
                    <a:pt x="1" y="280"/>
                    <a:pt x="32" y="438"/>
                    <a:pt x="159" y="533"/>
                  </a:cubicBezTo>
                  <a:lnTo>
                    <a:pt x="2059" y="2021"/>
                  </a:lnTo>
                  <a:lnTo>
                    <a:pt x="571" y="90"/>
                  </a:lnTo>
                  <a:cubicBezTo>
                    <a:pt x="534" y="34"/>
                    <a:pt x="454" y="1"/>
                    <a:pt x="375"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3"/>
            <p:cNvSpPr/>
            <p:nvPr/>
          </p:nvSpPr>
          <p:spPr>
            <a:xfrm>
              <a:off x="4439025" y="2975725"/>
              <a:ext cx="67300" cy="15300"/>
            </a:xfrm>
            <a:custGeom>
              <a:rect b="b" l="l" r="r" t="t"/>
              <a:pathLst>
                <a:path extrusionOk="0" h="612" w="2692">
                  <a:moveTo>
                    <a:pt x="236" y="0"/>
                  </a:moveTo>
                  <a:cubicBezTo>
                    <a:pt x="101" y="0"/>
                    <a:pt x="0" y="113"/>
                    <a:pt x="0" y="227"/>
                  </a:cubicBezTo>
                  <a:lnTo>
                    <a:pt x="0" y="353"/>
                  </a:lnTo>
                  <a:cubicBezTo>
                    <a:pt x="0" y="495"/>
                    <a:pt x="102" y="612"/>
                    <a:pt x="237" y="612"/>
                  </a:cubicBezTo>
                  <a:cubicBezTo>
                    <a:pt x="252" y="612"/>
                    <a:pt x="269" y="610"/>
                    <a:pt x="285" y="607"/>
                  </a:cubicBezTo>
                  <a:lnTo>
                    <a:pt x="2692" y="290"/>
                  </a:lnTo>
                  <a:lnTo>
                    <a:pt x="285" y="5"/>
                  </a:lnTo>
                  <a:cubicBezTo>
                    <a:pt x="268" y="2"/>
                    <a:pt x="252" y="0"/>
                    <a:pt x="236" y="0"/>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3"/>
            <p:cNvSpPr/>
            <p:nvPr/>
          </p:nvSpPr>
          <p:spPr>
            <a:xfrm>
              <a:off x="4811925" y="2970300"/>
              <a:ext cx="67325" cy="15225"/>
            </a:xfrm>
            <a:custGeom>
              <a:rect b="b" l="l" r="r" t="t"/>
              <a:pathLst>
                <a:path extrusionOk="0" h="609" w="2693">
                  <a:moveTo>
                    <a:pt x="2407" y="0"/>
                  </a:moveTo>
                  <a:lnTo>
                    <a:pt x="0" y="317"/>
                  </a:lnTo>
                  <a:lnTo>
                    <a:pt x="2407" y="602"/>
                  </a:lnTo>
                  <a:cubicBezTo>
                    <a:pt x="2428" y="606"/>
                    <a:pt x="2447" y="608"/>
                    <a:pt x="2467" y="608"/>
                  </a:cubicBezTo>
                  <a:cubicBezTo>
                    <a:pt x="2596" y="608"/>
                    <a:pt x="2692" y="518"/>
                    <a:pt x="2692" y="380"/>
                  </a:cubicBezTo>
                  <a:lnTo>
                    <a:pt x="2692" y="254"/>
                  </a:lnTo>
                  <a:cubicBezTo>
                    <a:pt x="2692" y="95"/>
                    <a:pt x="2565" y="0"/>
                    <a:pt x="2407" y="0"/>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3"/>
            <p:cNvSpPr/>
            <p:nvPr/>
          </p:nvSpPr>
          <p:spPr>
            <a:xfrm>
              <a:off x="4765200" y="2820550"/>
              <a:ext cx="51500" cy="50025"/>
            </a:xfrm>
            <a:custGeom>
              <a:rect b="b" l="l" r="r" t="t"/>
              <a:pathLst>
                <a:path extrusionOk="0" h="2001" w="2060">
                  <a:moveTo>
                    <a:pt x="1695" y="1"/>
                  </a:moveTo>
                  <a:cubicBezTo>
                    <a:pt x="1618" y="1"/>
                    <a:pt x="1540" y="32"/>
                    <a:pt x="1489" y="100"/>
                  </a:cubicBezTo>
                  <a:lnTo>
                    <a:pt x="1" y="2000"/>
                  </a:lnTo>
                  <a:lnTo>
                    <a:pt x="1933" y="512"/>
                  </a:lnTo>
                  <a:cubicBezTo>
                    <a:pt x="2059" y="448"/>
                    <a:pt x="2059" y="258"/>
                    <a:pt x="1964" y="163"/>
                  </a:cubicBezTo>
                  <a:lnTo>
                    <a:pt x="1869" y="68"/>
                  </a:lnTo>
                  <a:cubicBezTo>
                    <a:pt x="1825" y="24"/>
                    <a:pt x="1761" y="1"/>
                    <a:pt x="1695"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3"/>
            <p:cNvSpPr/>
            <p:nvPr/>
          </p:nvSpPr>
          <p:spPr>
            <a:xfrm>
              <a:off x="4616350" y="2914075"/>
              <a:ext cx="80800" cy="143325"/>
            </a:xfrm>
            <a:custGeom>
              <a:rect b="b" l="l" r="r" t="t"/>
              <a:pathLst>
                <a:path extrusionOk="0" h="5733" w="3232">
                  <a:moveTo>
                    <a:pt x="3136" y="1"/>
                  </a:moveTo>
                  <a:lnTo>
                    <a:pt x="603" y="2946"/>
                  </a:lnTo>
                  <a:lnTo>
                    <a:pt x="1521" y="3168"/>
                  </a:lnTo>
                  <a:lnTo>
                    <a:pt x="1" y="5733"/>
                  </a:lnTo>
                  <a:lnTo>
                    <a:pt x="3231" y="2851"/>
                  </a:lnTo>
                  <a:lnTo>
                    <a:pt x="1996" y="2471"/>
                  </a:lnTo>
                  <a:lnTo>
                    <a:pt x="3136"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23"/>
            <p:cNvSpPr/>
            <p:nvPr/>
          </p:nvSpPr>
          <p:spPr>
            <a:xfrm>
              <a:off x="3829375" y="3229200"/>
              <a:ext cx="815525" cy="942175"/>
            </a:xfrm>
            <a:custGeom>
              <a:rect b="b" l="l" r="r" t="t"/>
              <a:pathLst>
                <a:path extrusionOk="0" h="37687" w="32621">
                  <a:moveTo>
                    <a:pt x="16310" y="0"/>
                  </a:moveTo>
                  <a:lnTo>
                    <a:pt x="1" y="9437"/>
                  </a:lnTo>
                  <a:lnTo>
                    <a:pt x="1" y="28280"/>
                  </a:lnTo>
                  <a:lnTo>
                    <a:pt x="16310" y="37686"/>
                  </a:lnTo>
                  <a:lnTo>
                    <a:pt x="32620" y="28280"/>
                  </a:lnTo>
                  <a:lnTo>
                    <a:pt x="32620" y="9437"/>
                  </a:lnTo>
                  <a:lnTo>
                    <a:pt x="16310" y="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23"/>
            <p:cNvSpPr/>
            <p:nvPr/>
          </p:nvSpPr>
          <p:spPr>
            <a:xfrm>
              <a:off x="3854725" y="3258475"/>
              <a:ext cx="764825" cy="883600"/>
            </a:xfrm>
            <a:custGeom>
              <a:rect b="b" l="l" r="r" t="t"/>
              <a:pathLst>
                <a:path extrusionOk="0" h="35344" w="30593">
                  <a:moveTo>
                    <a:pt x="15296" y="1"/>
                  </a:moveTo>
                  <a:lnTo>
                    <a:pt x="0" y="8836"/>
                  </a:lnTo>
                  <a:lnTo>
                    <a:pt x="0" y="26508"/>
                  </a:lnTo>
                  <a:lnTo>
                    <a:pt x="15296" y="35343"/>
                  </a:lnTo>
                  <a:lnTo>
                    <a:pt x="30593" y="26508"/>
                  </a:lnTo>
                  <a:lnTo>
                    <a:pt x="30593" y="8836"/>
                  </a:lnTo>
                  <a:lnTo>
                    <a:pt x="15296" y="1"/>
                  </a:lnTo>
                  <a:close/>
                </a:path>
              </a:pathLst>
            </a:custGeom>
            <a:solidFill>
              <a:srgbClr val="F0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23"/>
            <p:cNvSpPr/>
            <p:nvPr/>
          </p:nvSpPr>
          <p:spPr>
            <a:xfrm>
              <a:off x="4007525" y="3548250"/>
              <a:ext cx="307225" cy="269225"/>
            </a:xfrm>
            <a:custGeom>
              <a:rect b="b" l="l" r="r" t="t"/>
              <a:pathLst>
                <a:path extrusionOk="0" h="10769" w="12289">
                  <a:moveTo>
                    <a:pt x="4212" y="1"/>
                  </a:moveTo>
                  <a:cubicBezTo>
                    <a:pt x="2312" y="1"/>
                    <a:pt x="760" y="1552"/>
                    <a:pt x="760" y="3484"/>
                  </a:cubicBezTo>
                  <a:lnTo>
                    <a:pt x="760" y="5448"/>
                  </a:lnTo>
                  <a:cubicBezTo>
                    <a:pt x="760" y="6018"/>
                    <a:pt x="887" y="6588"/>
                    <a:pt x="1172" y="7126"/>
                  </a:cubicBezTo>
                  <a:lnTo>
                    <a:pt x="0" y="10768"/>
                  </a:lnTo>
                  <a:lnTo>
                    <a:pt x="3674" y="8868"/>
                  </a:lnTo>
                  <a:cubicBezTo>
                    <a:pt x="3864" y="8900"/>
                    <a:pt x="4054" y="8931"/>
                    <a:pt x="4212" y="8931"/>
                  </a:cubicBezTo>
                  <a:lnTo>
                    <a:pt x="6556" y="8931"/>
                  </a:lnTo>
                  <a:lnTo>
                    <a:pt x="6176" y="7950"/>
                  </a:lnTo>
                  <a:cubicBezTo>
                    <a:pt x="6081" y="7728"/>
                    <a:pt x="6018" y="7443"/>
                    <a:pt x="6018" y="7189"/>
                  </a:cubicBezTo>
                  <a:lnTo>
                    <a:pt x="6018" y="5226"/>
                  </a:lnTo>
                  <a:cubicBezTo>
                    <a:pt x="6018" y="4054"/>
                    <a:pt x="6936" y="3136"/>
                    <a:pt x="8108" y="3136"/>
                  </a:cubicBezTo>
                  <a:lnTo>
                    <a:pt x="12288" y="3136"/>
                  </a:lnTo>
                  <a:lnTo>
                    <a:pt x="11908" y="2186"/>
                  </a:lnTo>
                  <a:cubicBezTo>
                    <a:pt x="11370" y="856"/>
                    <a:pt x="10103" y="1"/>
                    <a:pt x="867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23"/>
            <p:cNvSpPr/>
            <p:nvPr/>
          </p:nvSpPr>
          <p:spPr>
            <a:xfrm>
              <a:off x="4036825" y="3565675"/>
              <a:ext cx="251775" cy="217750"/>
            </a:xfrm>
            <a:custGeom>
              <a:rect b="b" l="l" r="r" t="t"/>
              <a:pathLst>
                <a:path extrusionOk="0" h="8710" w="10071">
                  <a:moveTo>
                    <a:pt x="3072" y="0"/>
                  </a:moveTo>
                  <a:cubicBezTo>
                    <a:pt x="1520" y="0"/>
                    <a:pt x="285" y="1235"/>
                    <a:pt x="285" y="2787"/>
                  </a:cubicBezTo>
                  <a:lnTo>
                    <a:pt x="285" y="4751"/>
                  </a:lnTo>
                  <a:cubicBezTo>
                    <a:pt x="285" y="5321"/>
                    <a:pt x="444" y="5859"/>
                    <a:pt x="760" y="6334"/>
                  </a:cubicBezTo>
                  <a:lnTo>
                    <a:pt x="0" y="8709"/>
                  </a:lnTo>
                  <a:lnTo>
                    <a:pt x="2407" y="7443"/>
                  </a:lnTo>
                  <a:cubicBezTo>
                    <a:pt x="2629" y="7506"/>
                    <a:pt x="2850" y="7538"/>
                    <a:pt x="3072" y="7538"/>
                  </a:cubicBezTo>
                  <a:lnTo>
                    <a:pt x="4339" y="7538"/>
                  </a:lnTo>
                  <a:cubicBezTo>
                    <a:pt x="4212" y="7221"/>
                    <a:pt x="4149" y="6841"/>
                    <a:pt x="4149" y="6492"/>
                  </a:cubicBezTo>
                  <a:lnTo>
                    <a:pt x="4149" y="4529"/>
                  </a:lnTo>
                  <a:cubicBezTo>
                    <a:pt x="4149" y="2977"/>
                    <a:pt x="5384" y="1742"/>
                    <a:pt x="6936" y="1742"/>
                  </a:cubicBezTo>
                  <a:lnTo>
                    <a:pt x="10071" y="1742"/>
                  </a:lnTo>
                  <a:cubicBezTo>
                    <a:pt x="9659" y="697"/>
                    <a:pt x="8678" y="0"/>
                    <a:pt x="7506" y="0"/>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23"/>
            <p:cNvSpPr/>
            <p:nvPr/>
          </p:nvSpPr>
          <p:spPr>
            <a:xfrm>
              <a:off x="4143700" y="3603675"/>
              <a:ext cx="323050" cy="249425"/>
            </a:xfrm>
            <a:custGeom>
              <a:rect b="b" l="l" r="r" t="t"/>
              <a:pathLst>
                <a:path extrusionOk="0" h="9977" w="12922">
                  <a:moveTo>
                    <a:pt x="3484" y="0"/>
                  </a:moveTo>
                  <a:cubicBezTo>
                    <a:pt x="1552" y="0"/>
                    <a:pt x="1" y="1552"/>
                    <a:pt x="1" y="3484"/>
                  </a:cubicBezTo>
                  <a:lnTo>
                    <a:pt x="1" y="5447"/>
                  </a:lnTo>
                  <a:cubicBezTo>
                    <a:pt x="1" y="7348"/>
                    <a:pt x="1552" y="8931"/>
                    <a:pt x="3484" y="8931"/>
                  </a:cubicBezTo>
                  <a:lnTo>
                    <a:pt x="7918" y="8931"/>
                  </a:lnTo>
                  <a:cubicBezTo>
                    <a:pt x="8139" y="8931"/>
                    <a:pt x="8329" y="8899"/>
                    <a:pt x="8551" y="8868"/>
                  </a:cubicBezTo>
                  <a:lnTo>
                    <a:pt x="12921" y="9976"/>
                  </a:lnTo>
                  <a:lnTo>
                    <a:pt x="11021" y="6999"/>
                  </a:lnTo>
                  <a:cubicBezTo>
                    <a:pt x="11275" y="6524"/>
                    <a:pt x="11401" y="5986"/>
                    <a:pt x="11401" y="5447"/>
                  </a:cubicBezTo>
                  <a:lnTo>
                    <a:pt x="11401" y="3484"/>
                  </a:lnTo>
                  <a:cubicBezTo>
                    <a:pt x="11401" y="1552"/>
                    <a:pt x="9850" y="0"/>
                    <a:pt x="79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23"/>
            <p:cNvSpPr/>
            <p:nvPr/>
          </p:nvSpPr>
          <p:spPr>
            <a:xfrm>
              <a:off x="4161125" y="3621100"/>
              <a:ext cx="266825" cy="204275"/>
            </a:xfrm>
            <a:custGeom>
              <a:rect b="b" l="l" r="r" t="t"/>
              <a:pathLst>
                <a:path extrusionOk="0" h="8171" w="10673">
                  <a:moveTo>
                    <a:pt x="2787" y="0"/>
                  </a:moveTo>
                  <a:cubicBezTo>
                    <a:pt x="1235" y="0"/>
                    <a:pt x="0" y="1235"/>
                    <a:pt x="0" y="2787"/>
                  </a:cubicBezTo>
                  <a:lnTo>
                    <a:pt x="0" y="4750"/>
                  </a:lnTo>
                  <a:cubicBezTo>
                    <a:pt x="0" y="6271"/>
                    <a:pt x="1235" y="7537"/>
                    <a:pt x="2787" y="7537"/>
                  </a:cubicBezTo>
                  <a:lnTo>
                    <a:pt x="7221" y="7537"/>
                  </a:lnTo>
                  <a:cubicBezTo>
                    <a:pt x="7442" y="7537"/>
                    <a:pt x="7664" y="7506"/>
                    <a:pt x="7854" y="7442"/>
                  </a:cubicBezTo>
                  <a:lnTo>
                    <a:pt x="10673" y="8171"/>
                  </a:lnTo>
                  <a:lnTo>
                    <a:pt x="9501" y="6334"/>
                  </a:lnTo>
                  <a:cubicBezTo>
                    <a:pt x="9818" y="5859"/>
                    <a:pt x="10008" y="5321"/>
                    <a:pt x="10008" y="4750"/>
                  </a:cubicBezTo>
                  <a:lnTo>
                    <a:pt x="10008" y="2787"/>
                  </a:lnTo>
                  <a:cubicBezTo>
                    <a:pt x="10008" y="1235"/>
                    <a:pt x="8773" y="0"/>
                    <a:pt x="7221" y="0"/>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23"/>
            <p:cNvSpPr/>
            <p:nvPr/>
          </p:nvSpPr>
          <p:spPr>
            <a:xfrm>
              <a:off x="2871400" y="1703550"/>
              <a:ext cx="931875" cy="1075975"/>
            </a:xfrm>
            <a:custGeom>
              <a:rect b="b" l="l" r="r" t="t"/>
              <a:pathLst>
                <a:path extrusionOk="0" h="43039" w="37275">
                  <a:moveTo>
                    <a:pt x="18653" y="507"/>
                  </a:moveTo>
                  <a:lnTo>
                    <a:pt x="36863" y="11021"/>
                  </a:lnTo>
                  <a:lnTo>
                    <a:pt x="36863" y="32017"/>
                  </a:lnTo>
                  <a:lnTo>
                    <a:pt x="18653" y="42531"/>
                  </a:lnTo>
                  <a:lnTo>
                    <a:pt x="444" y="32017"/>
                  </a:lnTo>
                  <a:lnTo>
                    <a:pt x="444" y="11021"/>
                  </a:lnTo>
                  <a:lnTo>
                    <a:pt x="18653" y="507"/>
                  </a:lnTo>
                  <a:close/>
                  <a:moveTo>
                    <a:pt x="18653" y="0"/>
                  </a:moveTo>
                  <a:lnTo>
                    <a:pt x="0" y="10768"/>
                  </a:lnTo>
                  <a:lnTo>
                    <a:pt x="0" y="32271"/>
                  </a:lnTo>
                  <a:lnTo>
                    <a:pt x="18653" y="43038"/>
                  </a:lnTo>
                  <a:lnTo>
                    <a:pt x="37275" y="32271"/>
                  </a:lnTo>
                  <a:lnTo>
                    <a:pt x="37275" y="10768"/>
                  </a:lnTo>
                  <a:lnTo>
                    <a:pt x="18653" y="0"/>
                  </a:lnTo>
                  <a:close/>
                </a:path>
              </a:pathLst>
            </a:custGeom>
            <a:solidFill>
              <a:srgbClr val="CECE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23"/>
            <p:cNvSpPr/>
            <p:nvPr/>
          </p:nvSpPr>
          <p:spPr>
            <a:xfrm>
              <a:off x="2451000" y="2434300"/>
              <a:ext cx="931875" cy="1075975"/>
            </a:xfrm>
            <a:custGeom>
              <a:rect b="b" l="l" r="r" t="t"/>
              <a:pathLst>
                <a:path extrusionOk="0" h="43039" w="37275">
                  <a:moveTo>
                    <a:pt x="18653" y="476"/>
                  </a:moveTo>
                  <a:lnTo>
                    <a:pt x="36831" y="10990"/>
                  </a:lnTo>
                  <a:lnTo>
                    <a:pt x="36831" y="32018"/>
                  </a:lnTo>
                  <a:lnTo>
                    <a:pt x="18653" y="42532"/>
                  </a:lnTo>
                  <a:lnTo>
                    <a:pt x="443" y="32018"/>
                  </a:lnTo>
                  <a:lnTo>
                    <a:pt x="443" y="10990"/>
                  </a:lnTo>
                  <a:lnTo>
                    <a:pt x="18653" y="476"/>
                  </a:lnTo>
                  <a:close/>
                  <a:moveTo>
                    <a:pt x="18653" y="0"/>
                  </a:moveTo>
                  <a:lnTo>
                    <a:pt x="0" y="10736"/>
                  </a:lnTo>
                  <a:lnTo>
                    <a:pt x="0" y="32271"/>
                  </a:lnTo>
                  <a:lnTo>
                    <a:pt x="18653" y="43039"/>
                  </a:lnTo>
                  <a:lnTo>
                    <a:pt x="37180" y="32334"/>
                  </a:lnTo>
                  <a:lnTo>
                    <a:pt x="37275" y="32271"/>
                  </a:lnTo>
                  <a:lnTo>
                    <a:pt x="37275" y="10736"/>
                  </a:lnTo>
                  <a:lnTo>
                    <a:pt x="18653" y="0"/>
                  </a:ln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23"/>
            <p:cNvSpPr/>
            <p:nvPr/>
          </p:nvSpPr>
          <p:spPr>
            <a:xfrm>
              <a:off x="2871400" y="3162675"/>
              <a:ext cx="931875" cy="1075975"/>
            </a:xfrm>
            <a:custGeom>
              <a:rect b="b" l="l" r="r" t="t"/>
              <a:pathLst>
                <a:path extrusionOk="0" h="43039" w="37275">
                  <a:moveTo>
                    <a:pt x="18653" y="476"/>
                  </a:moveTo>
                  <a:lnTo>
                    <a:pt x="36863" y="10990"/>
                  </a:lnTo>
                  <a:lnTo>
                    <a:pt x="36863" y="32018"/>
                  </a:lnTo>
                  <a:lnTo>
                    <a:pt x="18653" y="42532"/>
                  </a:lnTo>
                  <a:lnTo>
                    <a:pt x="444" y="32018"/>
                  </a:lnTo>
                  <a:lnTo>
                    <a:pt x="444" y="10990"/>
                  </a:lnTo>
                  <a:lnTo>
                    <a:pt x="18653" y="476"/>
                  </a:lnTo>
                  <a:close/>
                  <a:moveTo>
                    <a:pt x="18653" y="1"/>
                  </a:moveTo>
                  <a:lnTo>
                    <a:pt x="127" y="10673"/>
                  </a:lnTo>
                  <a:lnTo>
                    <a:pt x="0" y="10737"/>
                  </a:lnTo>
                  <a:lnTo>
                    <a:pt x="0" y="32271"/>
                  </a:lnTo>
                  <a:lnTo>
                    <a:pt x="18653" y="43039"/>
                  </a:lnTo>
                  <a:lnTo>
                    <a:pt x="37180" y="32335"/>
                  </a:lnTo>
                  <a:lnTo>
                    <a:pt x="37275" y="32271"/>
                  </a:lnTo>
                  <a:lnTo>
                    <a:pt x="37275" y="10737"/>
                  </a:lnTo>
                  <a:lnTo>
                    <a:pt x="18653" y="1"/>
                  </a:lnTo>
                  <a:close/>
                </a:path>
              </a:pathLst>
            </a:custGeom>
            <a:solidFill>
              <a:srgbClr val="3047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23"/>
            <p:cNvSpPr/>
            <p:nvPr/>
          </p:nvSpPr>
          <p:spPr>
            <a:xfrm>
              <a:off x="2508775" y="2500800"/>
              <a:ext cx="816300" cy="942175"/>
            </a:xfrm>
            <a:custGeom>
              <a:rect b="b" l="l" r="r" t="t"/>
              <a:pathLst>
                <a:path extrusionOk="0" h="37687" w="32652">
                  <a:moveTo>
                    <a:pt x="1" y="9438"/>
                  </a:moveTo>
                  <a:lnTo>
                    <a:pt x="1" y="28281"/>
                  </a:lnTo>
                  <a:lnTo>
                    <a:pt x="16342" y="37687"/>
                  </a:lnTo>
                  <a:lnTo>
                    <a:pt x="32652" y="28281"/>
                  </a:lnTo>
                  <a:lnTo>
                    <a:pt x="32652" y="9438"/>
                  </a:lnTo>
                  <a:lnTo>
                    <a:pt x="16342" y="1"/>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23"/>
            <p:cNvSpPr/>
            <p:nvPr/>
          </p:nvSpPr>
          <p:spPr>
            <a:xfrm>
              <a:off x="2534125" y="2530100"/>
              <a:ext cx="765625" cy="883575"/>
            </a:xfrm>
            <a:custGeom>
              <a:rect b="b" l="l" r="r" t="t"/>
              <a:pathLst>
                <a:path extrusionOk="0" h="35343" w="30625">
                  <a:moveTo>
                    <a:pt x="15328" y="0"/>
                  </a:moveTo>
                  <a:lnTo>
                    <a:pt x="0" y="8836"/>
                  </a:lnTo>
                  <a:lnTo>
                    <a:pt x="0" y="26507"/>
                  </a:lnTo>
                  <a:lnTo>
                    <a:pt x="15328" y="35343"/>
                  </a:lnTo>
                  <a:lnTo>
                    <a:pt x="30624" y="26507"/>
                  </a:lnTo>
                  <a:lnTo>
                    <a:pt x="30624" y="8836"/>
                  </a:lnTo>
                  <a:lnTo>
                    <a:pt x="15328" y="0"/>
                  </a:lnTo>
                  <a:close/>
                </a:path>
              </a:pathLst>
            </a:custGeom>
            <a:solidFill>
              <a:srgbClr val="F0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23"/>
            <p:cNvSpPr/>
            <p:nvPr/>
          </p:nvSpPr>
          <p:spPr>
            <a:xfrm>
              <a:off x="2722550" y="2777125"/>
              <a:ext cx="388775" cy="389550"/>
            </a:xfrm>
            <a:custGeom>
              <a:rect b="b" l="l" r="r" t="t"/>
              <a:pathLst>
                <a:path extrusionOk="0" h="15582" w="15551">
                  <a:moveTo>
                    <a:pt x="6556" y="0"/>
                  </a:moveTo>
                  <a:cubicBezTo>
                    <a:pt x="5954" y="0"/>
                    <a:pt x="5479" y="507"/>
                    <a:pt x="5479" y="1077"/>
                  </a:cubicBezTo>
                  <a:lnTo>
                    <a:pt x="5479" y="2249"/>
                  </a:lnTo>
                  <a:lnTo>
                    <a:pt x="4656" y="1425"/>
                  </a:lnTo>
                  <a:cubicBezTo>
                    <a:pt x="4434" y="1204"/>
                    <a:pt x="4181" y="1109"/>
                    <a:pt x="3896" y="1109"/>
                  </a:cubicBezTo>
                  <a:cubicBezTo>
                    <a:pt x="3611" y="1109"/>
                    <a:pt x="3326" y="1204"/>
                    <a:pt x="3136" y="1425"/>
                  </a:cubicBezTo>
                  <a:lnTo>
                    <a:pt x="1394" y="3167"/>
                  </a:lnTo>
                  <a:cubicBezTo>
                    <a:pt x="982" y="3579"/>
                    <a:pt x="982" y="4244"/>
                    <a:pt x="1394" y="4655"/>
                  </a:cubicBezTo>
                  <a:lnTo>
                    <a:pt x="2217" y="5479"/>
                  </a:lnTo>
                  <a:lnTo>
                    <a:pt x="1046" y="5479"/>
                  </a:lnTo>
                  <a:cubicBezTo>
                    <a:pt x="476" y="5479"/>
                    <a:pt x="1" y="5986"/>
                    <a:pt x="1" y="6556"/>
                  </a:cubicBezTo>
                  <a:lnTo>
                    <a:pt x="1" y="9026"/>
                  </a:lnTo>
                  <a:cubicBezTo>
                    <a:pt x="1" y="9596"/>
                    <a:pt x="476" y="10071"/>
                    <a:pt x="1046" y="10071"/>
                  </a:cubicBezTo>
                  <a:lnTo>
                    <a:pt x="2217" y="10071"/>
                  </a:lnTo>
                  <a:lnTo>
                    <a:pt x="1394" y="10926"/>
                  </a:lnTo>
                  <a:cubicBezTo>
                    <a:pt x="982" y="11338"/>
                    <a:pt x="982" y="12003"/>
                    <a:pt x="1394" y="12414"/>
                  </a:cubicBezTo>
                  <a:lnTo>
                    <a:pt x="3136" y="14156"/>
                  </a:lnTo>
                  <a:cubicBezTo>
                    <a:pt x="3326" y="14378"/>
                    <a:pt x="3611" y="14473"/>
                    <a:pt x="3896" y="14473"/>
                  </a:cubicBezTo>
                  <a:cubicBezTo>
                    <a:pt x="4181" y="14473"/>
                    <a:pt x="4434" y="14378"/>
                    <a:pt x="4656" y="14156"/>
                  </a:cubicBezTo>
                  <a:lnTo>
                    <a:pt x="5479" y="13333"/>
                  </a:lnTo>
                  <a:lnTo>
                    <a:pt x="5479" y="14504"/>
                  </a:lnTo>
                  <a:cubicBezTo>
                    <a:pt x="5479" y="15075"/>
                    <a:pt x="5954" y="15581"/>
                    <a:pt x="6556" y="15581"/>
                  </a:cubicBezTo>
                  <a:lnTo>
                    <a:pt x="8995" y="15581"/>
                  </a:lnTo>
                  <a:cubicBezTo>
                    <a:pt x="9596" y="15581"/>
                    <a:pt x="10071" y="15075"/>
                    <a:pt x="10071" y="14504"/>
                  </a:cubicBezTo>
                  <a:lnTo>
                    <a:pt x="10071" y="13333"/>
                  </a:lnTo>
                  <a:lnTo>
                    <a:pt x="10895" y="14156"/>
                  </a:lnTo>
                  <a:cubicBezTo>
                    <a:pt x="11116" y="14378"/>
                    <a:pt x="11370" y="14473"/>
                    <a:pt x="11655" y="14473"/>
                  </a:cubicBezTo>
                  <a:cubicBezTo>
                    <a:pt x="11940" y="14473"/>
                    <a:pt x="12225" y="14378"/>
                    <a:pt x="12415" y="14156"/>
                  </a:cubicBezTo>
                  <a:lnTo>
                    <a:pt x="14157" y="12414"/>
                  </a:lnTo>
                  <a:cubicBezTo>
                    <a:pt x="14568" y="12003"/>
                    <a:pt x="14568" y="11338"/>
                    <a:pt x="14157" y="10926"/>
                  </a:cubicBezTo>
                  <a:lnTo>
                    <a:pt x="13333" y="10102"/>
                  </a:lnTo>
                  <a:lnTo>
                    <a:pt x="14505" y="10102"/>
                  </a:lnTo>
                  <a:cubicBezTo>
                    <a:pt x="15075" y="10102"/>
                    <a:pt x="15550" y="9596"/>
                    <a:pt x="15550" y="9026"/>
                  </a:cubicBezTo>
                  <a:lnTo>
                    <a:pt x="15550" y="6556"/>
                  </a:lnTo>
                  <a:cubicBezTo>
                    <a:pt x="15550" y="5986"/>
                    <a:pt x="15075" y="5510"/>
                    <a:pt x="14505" y="5510"/>
                  </a:cubicBezTo>
                  <a:lnTo>
                    <a:pt x="13333" y="5510"/>
                  </a:lnTo>
                  <a:lnTo>
                    <a:pt x="14157" y="4655"/>
                  </a:lnTo>
                  <a:cubicBezTo>
                    <a:pt x="14568" y="4275"/>
                    <a:pt x="14568" y="3579"/>
                    <a:pt x="14157" y="3167"/>
                  </a:cubicBezTo>
                  <a:lnTo>
                    <a:pt x="12415" y="1425"/>
                  </a:lnTo>
                  <a:cubicBezTo>
                    <a:pt x="12225" y="1235"/>
                    <a:pt x="11940" y="1109"/>
                    <a:pt x="11655" y="1109"/>
                  </a:cubicBezTo>
                  <a:cubicBezTo>
                    <a:pt x="11370" y="1109"/>
                    <a:pt x="11116" y="1235"/>
                    <a:pt x="10895" y="1425"/>
                  </a:cubicBezTo>
                  <a:lnTo>
                    <a:pt x="10071" y="2249"/>
                  </a:lnTo>
                  <a:lnTo>
                    <a:pt x="10071" y="1077"/>
                  </a:lnTo>
                  <a:cubicBezTo>
                    <a:pt x="10071" y="507"/>
                    <a:pt x="9596" y="0"/>
                    <a:pt x="899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23"/>
            <p:cNvSpPr/>
            <p:nvPr/>
          </p:nvSpPr>
          <p:spPr>
            <a:xfrm>
              <a:off x="2740750" y="2795325"/>
              <a:ext cx="352350" cy="353125"/>
            </a:xfrm>
            <a:custGeom>
              <a:rect b="b" l="l" r="r" t="t"/>
              <a:pathLst>
                <a:path extrusionOk="0" h="14125" w="14094">
                  <a:moveTo>
                    <a:pt x="7982" y="634"/>
                  </a:moveTo>
                  <a:lnTo>
                    <a:pt x="7982" y="1774"/>
                  </a:lnTo>
                  <a:cubicBezTo>
                    <a:pt x="7982" y="2186"/>
                    <a:pt x="8235" y="2566"/>
                    <a:pt x="8647" y="2692"/>
                  </a:cubicBezTo>
                  <a:cubicBezTo>
                    <a:pt x="8773" y="2724"/>
                    <a:pt x="8900" y="2787"/>
                    <a:pt x="9027" y="2851"/>
                  </a:cubicBezTo>
                  <a:cubicBezTo>
                    <a:pt x="9153" y="2914"/>
                    <a:pt x="9280" y="2946"/>
                    <a:pt x="9438" y="2946"/>
                  </a:cubicBezTo>
                  <a:cubicBezTo>
                    <a:pt x="9692" y="2946"/>
                    <a:pt x="9945" y="2851"/>
                    <a:pt x="10103" y="2661"/>
                  </a:cubicBezTo>
                  <a:lnTo>
                    <a:pt x="10927" y="1837"/>
                  </a:lnTo>
                  <a:lnTo>
                    <a:pt x="12257" y="3199"/>
                  </a:lnTo>
                  <a:lnTo>
                    <a:pt x="11433" y="3991"/>
                  </a:lnTo>
                  <a:cubicBezTo>
                    <a:pt x="11148" y="4276"/>
                    <a:pt x="11085" y="4719"/>
                    <a:pt x="11275" y="5099"/>
                  </a:cubicBezTo>
                  <a:cubicBezTo>
                    <a:pt x="11307" y="5226"/>
                    <a:pt x="11370" y="5353"/>
                    <a:pt x="11433" y="5479"/>
                  </a:cubicBezTo>
                  <a:cubicBezTo>
                    <a:pt x="11560" y="5859"/>
                    <a:pt x="11940" y="6113"/>
                    <a:pt x="12320" y="6113"/>
                  </a:cubicBezTo>
                  <a:lnTo>
                    <a:pt x="13492" y="6113"/>
                  </a:lnTo>
                  <a:lnTo>
                    <a:pt x="13460" y="8013"/>
                  </a:lnTo>
                  <a:lnTo>
                    <a:pt x="12320" y="8013"/>
                  </a:lnTo>
                  <a:cubicBezTo>
                    <a:pt x="11940" y="8013"/>
                    <a:pt x="11560" y="8266"/>
                    <a:pt x="11433" y="8646"/>
                  </a:cubicBezTo>
                  <a:cubicBezTo>
                    <a:pt x="11370" y="8773"/>
                    <a:pt x="11307" y="8931"/>
                    <a:pt x="11275" y="9026"/>
                  </a:cubicBezTo>
                  <a:cubicBezTo>
                    <a:pt x="11085" y="9406"/>
                    <a:pt x="11148" y="9850"/>
                    <a:pt x="11433" y="10135"/>
                  </a:cubicBezTo>
                  <a:lnTo>
                    <a:pt x="12257" y="10958"/>
                  </a:lnTo>
                  <a:lnTo>
                    <a:pt x="10927" y="12288"/>
                  </a:lnTo>
                  <a:lnTo>
                    <a:pt x="10103" y="11465"/>
                  </a:lnTo>
                  <a:cubicBezTo>
                    <a:pt x="9945" y="11275"/>
                    <a:pt x="9692" y="11180"/>
                    <a:pt x="9438" y="11180"/>
                  </a:cubicBezTo>
                  <a:cubicBezTo>
                    <a:pt x="9280" y="11180"/>
                    <a:pt x="9153" y="11211"/>
                    <a:pt x="9027" y="11275"/>
                  </a:cubicBezTo>
                  <a:cubicBezTo>
                    <a:pt x="8900" y="11338"/>
                    <a:pt x="8773" y="11401"/>
                    <a:pt x="8647" y="11433"/>
                  </a:cubicBezTo>
                  <a:cubicBezTo>
                    <a:pt x="8235" y="11591"/>
                    <a:pt x="7982" y="11940"/>
                    <a:pt x="7982" y="12351"/>
                  </a:cubicBezTo>
                  <a:lnTo>
                    <a:pt x="7982" y="13491"/>
                  </a:lnTo>
                  <a:lnTo>
                    <a:pt x="6113" y="13491"/>
                  </a:lnTo>
                  <a:lnTo>
                    <a:pt x="6113" y="12351"/>
                  </a:lnTo>
                  <a:cubicBezTo>
                    <a:pt x="6113" y="11940"/>
                    <a:pt x="5860" y="11591"/>
                    <a:pt x="5480" y="11433"/>
                  </a:cubicBezTo>
                  <a:cubicBezTo>
                    <a:pt x="5321" y="11401"/>
                    <a:pt x="5195" y="11338"/>
                    <a:pt x="5068" y="11275"/>
                  </a:cubicBezTo>
                  <a:cubicBezTo>
                    <a:pt x="4941" y="11211"/>
                    <a:pt x="4815" y="11180"/>
                    <a:pt x="4656" y="11180"/>
                  </a:cubicBezTo>
                  <a:cubicBezTo>
                    <a:pt x="4403" y="11180"/>
                    <a:pt x="4181" y="11275"/>
                    <a:pt x="3991" y="11465"/>
                  </a:cubicBezTo>
                  <a:lnTo>
                    <a:pt x="3168" y="12288"/>
                  </a:lnTo>
                  <a:lnTo>
                    <a:pt x="1838" y="10958"/>
                  </a:lnTo>
                  <a:lnTo>
                    <a:pt x="2661" y="10135"/>
                  </a:lnTo>
                  <a:cubicBezTo>
                    <a:pt x="2946" y="9850"/>
                    <a:pt x="3009" y="9406"/>
                    <a:pt x="2851" y="9026"/>
                  </a:cubicBezTo>
                  <a:cubicBezTo>
                    <a:pt x="2788" y="8899"/>
                    <a:pt x="2724" y="8773"/>
                    <a:pt x="2693" y="8646"/>
                  </a:cubicBezTo>
                  <a:cubicBezTo>
                    <a:pt x="2534" y="8266"/>
                    <a:pt x="2186" y="8013"/>
                    <a:pt x="1774" y="8013"/>
                  </a:cubicBezTo>
                  <a:lnTo>
                    <a:pt x="634" y="8013"/>
                  </a:lnTo>
                  <a:lnTo>
                    <a:pt x="634" y="6113"/>
                  </a:lnTo>
                  <a:lnTo>
                    <a:pt x="1774" y="6113"/>
                  </a:lnTo>
                  <a:cubicBezTo>
                    <a:pt x="2186" y="6113"/>
                    <a:pt x="2534" y="5859"/>
                    <a:pt x="2693" y="5479"/>
                  </a:cubicBezTo>
                  <a:cubicBezTo>
                    <a:pt x="2724" y="5353"/>
                    <a:pt x="2788" y="5226"/>
                    <a:pt x="2851" y="5099"/>
                  </a:cubicBezTo>
                  <a:cubicBezTo>
                    <a:pt x="3009" y="4719"/>
                    <a:pt x="2946" y="4276"/>
                    <a:pt x="2661" y="3991"/>
                  </a:cubicBezTo>
                  <a:lnTo>
                    <a:pt x="1838" y="3199"/>
                  </a:lnTo>
                  <a:lnTo>
                    <a:pt x="3168" y="1837"/>
                  </a:lnTo>
                  <a:lnTo>
                    <a:pt x="3991" y="2661"/>
                  </a:lnTo>
                  <a:cubicBezTo>
                    <a:pt x="4181" y="2851"/>
                    <a:pt x="4403" y="2946"/>
                    <a:pt x="4656" y="2946"/>
                  </a:cubicBezTo>
                  <a:cubicBezTo>
                    <a:pt x="4815" y="2946"/>
                    <a:pt x="4941" y="2914"/>
                    <a:pt x="5068" y="2851"/>
                  </a:cubicBezTo>
                  <a:cubicBezTo>
                    <a:pt x="5195" y="2787"/>
                    <a:pt x="5321" y="2724"/>
                    <a:pt x="5480" y="2692"/>
                  </a:cubicBezTo>
                  <a:cubicBezTo>
                    <a:pt x="5860" y="2566"/>
                    <a:pt x="6113" y="2186"/>
                    <a:pt x="6113" y="1774"/>
                  </a:cubicBezTo>
                  <a:lnTo>
                    <a:pt x="6113" y="634"/>
                  </a:lnTo>
                  <a:close/>
                  <a:moveTo>
                    <a:pt x="5828" y="0"/>
                  </a:moveTo>
                  <a:cubicBezTo>
                    <a:pt x="5638" y="0"/>
                    <a:pt x="5480" y="159"/>
                    <a:pt x="5480" y="349"/>
                  </a:cubicBezTo>
                  <a:lnTo>
                    <a:pt x="5480" y="1774"/>
                  </a:lnTo>
                  <a:cubicBezTo>
                    <a:pt x="5480" y="1932"/>
                    <a:pt x="5385" y="2059"/>
                    <a:pt x="5258" y="2091"/>
                  </a:cubicBezTo>
                  <a:cubicBezTo>
                    <a:pt x="5100" y="2154"/>
                    <a:pt x="4941" y="2217"/>
                    <a:pt x="4815" y="2281"/>
                  </a:cubicBezTo>
                  <a:cubicBezTo>
                    <a:pt x="4770" y="2303"/>
                    <a:pt x="4721" y="2314"/>
                    <a:pt x="4672" y="2314"/>
                  </a:cubicBezTo>
                  <a:cubicBezTo>
                    <a:pt x="4584" y="2314"/>
                    <a:pt x="4496" y="2279"/>
                    <a:pt x="4435" y="2217"/>
                  </a:cubicBezTo>
                  <a:lnTo>
                    <a:pt x="3390" y="1204"/>
                  </a:lnTo>
                  <a:cubicBezTo>
                    <a:pt x="3326" y="1141"/>
                    <a:pt x="3247" y="1109"/>
                    <a:pt x="3164" y="1109"/>
                  </a:cubicBezTo>
                  <a:cubicBezTo>
                    <a:pt x="3081" y="1109"/>
                    <a:pt x="2994" y="1141"/>
                    <a:pt x="2914" y="1204"/>
                  </a:cubicBezTo>
                  <a:lnTo>
                    <a:pt x="1173" y="2946"/>
                  </a:lnTo>
                  <a:cubicBezTo>
                    <a:pt x="1046" y="3072"/>
                    <a:pt x="1046" y="3294"/>
                    <a:pt x="1173" y="3421"/>
                  </a:cubicBezTo>
                  <a:lnTo>
                    <a:pt x="2218" y="4434"/>
                  </a:lnTo>
                  <a:cubicBezTo>
                    <a:pt x="2313" y="4529"/>
                    <a:pt x="2344" y="4687"/>
                    <a:pt x="2281" y="4814"/>
                  </a:cubicBezTo>
                  <a:cubicBezTo>
                    <a:pt x="2186" y="4973"/>
                    <a:pt x="2154" y="5131"/>
                    <a:pt x="2091" y="5258"/>
                  </a:cubicBezTo>
                  <a:cubicBezTo>
                    <a:pt x="2028" y="5416"/>
                    <a:pt x="1901" y="5511"/>
                    <a:pt x="1774" y="5511"/>
                  </a:cubicBezTo>
                  <a:lnTo>
                    <a:pt x="318" y="5511"/>
                  </a:lnTo>
                  <a:cubicBezTo>
                    <a:pt x="159" y="5511"/>
                    <a:pt x="1" y="5638"/>
                    <a:pt x="1" y="5828"/>
                  </a:cubicBezTo>
                  <a:lnTo>
                    <a:pt x="1" y="8298"/>
                  </a:lnTo>
                  <a:cubicBezTo>
                    <a:pt x="1" y="8488"/>
                    <a:pt x="128" y="8646"/>
                    <a:pt x="318" y="8646"/>
                  </a:cubicBezTo>
                  <a:lnTo>
                    <a:pt x="1774" y="8646"/>
                  </a:lnTo>
                  <a:cubicBezTo>
                    <a:pt x="1901" y="8646"/>
                    <a:pt x="2028" y="8709"/>
                    <a:pt x="2091" y="8868"/>
                  </a:cubicBezTo>
                  <a:cubicBezTo>
                    <a:pt x="2123" y="9026"/>
                    <a:pt x="2186" y="9153"/>
                    <a:pt x="2281" y="9311"/>
                  </a:cubicBezTo>
                  <a:cubicBezTo>
                    <a:pt x="2344" y="9438"/>
                    <a:pt x="2313" y="9596"/>
                    <a:pt x="2218" y="9691"/>
                  </a:cubicBezTo>
                  <a:lnTo>
                    <a:pt x="1173" y="10705"/>
                  </a:lnTo>
                  <a:cubicBezTo>
                    <a:pt x="1046" y="10831"/>
                    <a:pt x="1046" y="11053"/>
                    <a:pt x="1173" y="11180"/>
                  </a:cubicBezTo>
                  <a:lnTo>
                    <a:pt x="2914" y="12921"/>
                  </a:lnTo>
                  <a:cubicBezTo>
                    <a:pt x="2994" y="12985"/>
                    <a:pt x="3081" y="13016"/>
                    <a:pt x="3164" y="13016"/>
                  </a:cubicBezTo>
                  <a:cubicBezTo>
                    <a:pt x="3247" y="13016"/>
                    <a:pt x="3326" y="12985"/>
                    <a:pt x="3390" y="12921"/>
                  </a:cubicBezTo>
                  <a:lnTo>
                    <a:pt x="4435" y="11908"/>
                  </a:lnTo>
                  <a:cubicBezTo>
                    <a:pt x="4496" y="11847"/>
                    <a:pt x="4584" y="11812"/>
                    <a:pt x="4672" y="11812"/>
                  </a:cubicBezTo>
                  <a:cubicBezTo>
                    <a:pt x="4721" y="11812"/>
                    <a:pt x="4770" y="11822"/>
                    <a:pt x="4815" y="11845"/>
                  </a:cubicBezTo>
                  <a:cubicBezTo>
                    <a:pt x="4941" y="11908"/>
                    <a:pt x="5100" y="11971"/>
                    <a:pt x="5258" y="12035"/>
                  </a:cubicBezTo>
                  <a:cubicBezTo>
                    <a:pt x="5385" y="12066"/>
                    <a:pt x="5480" y="12193"/>
                    <a:pt x="5480" y="12351"/>
                  </a:cubicBezTo>
                  <a:lnTo>
                    <a:pt x="5480" y="13776"/>
                  </a:lnTo>
                  <a:cubicBezTo>
                    <a:pt x="5480" y="13966"/>
                    <a:pt x="5638" y="14125"/>
                    <a:pt x="5828" y="14125"/>
                  </a:cubicBezTo>
                  <a:lnTo>
                    <a:pt x="8267" y="14125"/>
                  </a:lnTo>
                  <a:cubicBezTo>
                    <a:pt x="8457" y="14125"/>
                    <a:pt x="8615" y="13966"/>
                    <a:pt x="8615" y="13776"/>
                  </a:cubicBezTo>
                  <a:lnTo>
                    <a:pt x="8615" y="12351"/>
                  </a:lnTo>
                  <a:cubicBezTo>
                    <a:pt x="8615" y="12193"/>
                    <a:pt x="8710" y="12066"/>
                    <a:pt x="8837" y="12035"/>
                  </a:cubicBezTo>
                  <a:cubicBezTo>
                    <a:pt x="8995" y="11971"/>
                    <a:pt x="9153" y="11908"/>
                    <a:pt x="9280" y="11845"/>
                  </a:cubicBezTo>
                  <a:cubicBezTo>
                    <a:pt x="9325" y="11822"/>
                    <a:pt x="9374" y="11812"/>
                    <a:pt x="9422" y="11812"/>
                  </a:cubicBezTo>
                  <a:cubicBezTo>
                    <a:pt x="9511" y="11812"/>
                    <a:pt x="9599" y="11847"/>
                    <a:pt x="9660" y="11908"/>
                  </a:cubicBezTo>
                  <a:lnTo>
                    <a:pt x="10705" y="12921"/>
                  </a:lnTo>
                  <a:cubicBezTo>
                    <a:pt x="10768" y="12985"/>
                    <a:pt x="10848" y="13016"/>
                    <a:pt x="10931" y="13016"/>
                  </a:cubicBezTo>
                  <a:cubicBezTo>
                    <a:pt x="11014" y="13016"/>
                    <a:pt x="11101" y="12985"/>
                    <a:pt x="11180" y="12921"/>
                  </a:cubicBezTo>
                  <a:lnTo>
                    <a:pt x="12890" y="11180"/>
                  </a:lnTo>
                  <a:cubicBezTo>
                    <a:pt x="13017" y="11053"/>
                    <a:pt x="13017" y="10831"/>
                    <a:pt x="12890" y="10705"/>
                  </a:cubicBezTo>
                  <a:lnTo>
                    <a:pt x="11877" y="9691"/>
                  </a:lnTo>
                  <a:cubicBezTo>
                    <a:pt x="11782" y="9596"/>
                    <a:pt x="11750" y="9438"/>
                    <a:pt x="11813" y="9311"/>
                  </a:cubicBezTo>
                  <a:cubicBezTo>
                    <a:pt x="11877" y="9153"/>
                    <a:pt x="11940" y="9026"/>
                    <a:pt x="12004" y="8868"/>
                  </a:cubicBezTo>
                  <a:cubicBezTo>
                    <a:pt x="12067" y="8741"/>
                    <a:pt x="12194" y="8646"/>
                    <a:pt x="12320" y="8646"/>
                  </a:cubicBezTo>
                  <a:lnTo>
                    <a:pt x="13777" y="8646"/>
                  </a:lnTo>
                  <a:cubicBezTo>
                    <a:pt x="13935" y="8646"/>
                    <a:pt x="14094" y="8488"/>
                    <a:pt x="14094" y="8298"/>
                  </a:cubicBezTo>
                  <a:lnTo>
                    <a:pt x="14094" y="5828"/>
                  </a:lnTo>
                  <a:cubicBezTo>
                    <a:pt x="14094" y="5638"/>
                    <a:pt x="13967" y="5511"/>
                    <a:pt x="13777" y="5511"/>
                  </a:cubicBezTo>
                  <a:lnTo>
                    <a:pt x="12320" y="5511"/>
                  </a:lnTo>
                  <a:cubicBezTo>
                    <a:pt x="12194" y="5511"/>
                    <a:pt x="12067" y="5416"/>
                    <a:pt x="12004" y="5258"/>
                  </a:cubicBezTo>
                  <a:cubicBezTo>
                    <a:pt x="11972" y="5131"/>
                    <a:pt x="11908" y="4973"/>
                    <a:pt x="11813" y="4814"/>
                  </a:cubicBezTo>
                  <a:cubicBezTo>
                    <a:pt x="11750" y="4687"/>
                    <a:pt x="11782" y="4529"/>
                    <a:pt x="11877" y="4434"/>
                  </a:cubicBezTo>
                  <a:lnTo>
                    <a:pt x="12890" y="3421"/>
                  </a:lnTo>
                  <a:cubicBezTo>
                    <a:pt x="13017" y="3294"/>
                    <a:pt x="13017" y="3072"/>
                    <a:pt x="12890" y="2946"/>
                  </a:cubicBezTo>
                  <a:lnTo>
                    <a:pt x="11180" y="1204"/>
                  </a:lnTo>
                  <a:cubicBezTo>
                    <a:pt x="11101" y="1141"/>
                    <a:pt x="11014" y="1109"/>
                    <a:pt x="10931" y="1109"/>
                  </a:cubicBezTo>
                  <a:cubicBezTo>
                    <a:pt x="10848" y="1109"/>
                    <a:pt x="10768" y="1141"/>
                    <a:pt x="10705" y="1204"/>
                  </a:cubicBezTo>
                  <a:lnTo>
                    <a:pt x="9660" y="2217"/>
                  </a:lnTo>
                  <a:cubicBezTo>
                    <a:pt x="9599" y="2279"/>
                    <a:pt x="9511" y="2314"/>
                    <a:pt x="9422" y="2314"/>
                  </a:cubicBezTo>
                  <a:cubicBezTo>
                    <a:pt x="9374" y="2314"/>
                    <a:pt x="9325" y="2303"/>
                    <a:pt x="9280" y="2281"/>
                  </a:cubicBezTo>
                  <a:cubicBezTo>
                    <a:pt x="9153" y="2217"/>
                    <a:pt x="8995" y="2154"/>
                    <a:pt x="8837" y="2091"/>
                  </a:cubicBezTo>
                  <a:cubicBezTo>
                    <a:pt x="8710" y="2059"/>
                    <a:pt x="8615" y="1932"/>
                    <a:pt x="8615" y="1774"/>
                  </a:cubicBezTo>
                  <a:lnTo>
                    <a:pt x="8615" y="349"/>
                  </a:lnTo>
                  <a:cubicBezTo>
                    <a:pt x="8615" y="159"/>
                    <a:pt x="8457" y="0"/>
                    <a:pt x="8267" y="0"/>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23"/>
            <p:cNvSpPr/>
            <p:nvPr/>
          </p:nvSpPr>
          <p:spPr>
            <a:xfrm>
              <a:off x="2861900" y="2917250"/>
              <a:ext cx="110075" cy="109275"/>
            </a:xfrm>
            <a:custGeom>
              <a:rect b="b" l="l" r="r" t="t"/>
              <a:pathLst>
                <a:path extrusionOk="0" h="4371" w="4403">
                  <a:moveTo>
                    <a:pt x="2217" y="634"/>
                  </a:moveTo>
                  <a:cubicBezTo>
                    <a:pt x="3072" y="634"/>
                    <a:pt x="3769" y="1331"/>
                    <a:pt x="3769" y="2186"/>
                  </a:cubicBezTo>
                  <a:cubicBezTo>
                    <a:pt x="3769" y="3041"/>
                    <a:pt x="3072" y="3769"/>
                    <a:pt x="2217" y="3769"/>
                  </a:cubicBezTo>
                  <a:cubicBezTo>
                    <a:pt x="1330" y="3769"/>
                    <a:pt x="634" y="3041"/>
                    <a:pt x="634" y="2186"/>
                  </a:cubicBezTo>
                  <a:cubicBezTo>
                    <a:pt x="634" y="1331"/>
                    <a:pt x="1330" y="634"/>
                    <a:pt x="2217" y="634"/>
                  </a:cubicBezTo>
                  <a:close/>
                  <a:moveTo>
                    <a:pt x="2217" y="1"/>
                  </a:moveTo>
                  <a:cubicBezTo>
                    <a:pt x="982" y="1"/>
                    <a:pt x="0" y="982"/>
                    <a:pt x="0" y="2186"/>
                  </a:cubicBezTo>
                  <a:cubicBezTo>
                    <a:pt x="0" y="3389"/>
                    <a:pt x="982" y="4371"/>
                    <a:pt x="2217" y="4371"/>
                  </a:cubicBezTo>
                  <a:cubicBezTo>
                    <a:pt x="3421" y="4371"/>
                    <a:pt x="4402" y="3389"/>
                    <a:pt x="4402" y="2186"/>
                  </a:cubicBezTo>
                  <a:cubicBezTo>
                    <a:pt x="4402" y="982"/>
                    <a:pt x="3421" y="1"/>
                    <a:pt x="2217"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23"/>
            <p:cNvSpPr/>
            <p:nvPr/>
          </p:nvSpPr>
          <p:spPr>
            <a:xfrm>
              <a:off x="2897525" y="2952875"/>
              <a:ext cx="38825" cy="38825"/>
            </a:xfrm>
            <a:custGeom>
              <a:rect b="b" l="l" r="r" t="t"/>
              <a:pathLst>
                <a:path extrusionOk="0" h="1553" w="1553">
                  <a:moveTo>
                    <a:pt x="792" y="222"/>
                  </a:moveTo>
                  <a:cubicBezTo>
                    <a:pt x="1077" y="222"/>
                    <a:pt x="1331" y="476"/>
                    <a:pt x="1331" y="761"/>
                  </a:cubicBezTo>
                  <a:cubicBezTo>
                    <a:pt x="1331" y="1077"/>
                    <a:pt x="1077" y="1331"/>
                    <a:pt x="792" y="1331"/>
                  </a:cubicBezTo>
                  <a:cubicBezTo>
                    <a:pt x="475" y="1331"/>
                    <a:pt x="222" y="1077"/>
                    <a:pt x="222" y="761"/>
                  </a:cubicBezTo>
                  <a:cubicBezTo>
                    <a:pt x="222" y="476"/>
                    <a:pt x="475" y="222"/>
                    <a:pt x="792" y="222"/>
                  </a:cubicBezTo>
                  <a:close/>
                  <a:moveTo>
                    <a:pt x="792" y="1"/>
                  </a:moveTo>
                  <a:cubicBezTo>
                    <a:pt x="349" y="1"/>
                    <a:pt x="0" y="349"/>
                    <a:pt x="0" y="761"/>
                  </a:cubicBezTo>
                  <a:cubicBezTo>
                    <a:pt x="0" y="1204"/>
                    <a:pt x="349" y="1552"/>
                    <a:pt x="792" y="1552"/>
                  </a:cubicBezTo>
                  <a:cubicBezTo>
                    <a:pt x="1204" y="1552"/>
                    <a:pt x="1552" y="1204"/>
                    <a:pt x="1552" y="761"/>
                  </a:cubicBezTo>
                  <a:cubicBezTo>
                    <a:pt x="1552" y="349"/>
                    <a:pt x="1204" y="1"/>
                    <a:pt x="792" y="1"/>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23"/>
            <p:cNvSpPr/>
            <p:nvPr/>
          </p:nvSpPr>
          <p:spPr>
            <a:xfrm>
              <a:off x="2929975" y="1770825"/>
              <a:ext cx="815500" cy="941400"/>
            </a:xfrm>
            <a:custGeom>
              <a:rect b="b" l="l" r="r" t="t"/>
              <a:pathLst>
                <a:path extrusionOk="0" h="37656" w="32620">
                  <a:moveTo>
                    <a:pt x="1" y="9407"/>
                  </a:moveTo>
                  <a:lnTo>
                    <a:pt x="1" y="28250"/>
                  </a:lnTo>
                  <a:lnTo>
                    <a:pt x="16310" y="37655"/>
                  </a:lnTo>
                  <a:lnTo>
                    <a:pt x="32620" y="28250"/>
                  </a:lnTo>
                  <a:lnTo>
                    <a:pt x="32620" y="9407"/>
                  </a:lnTo>
                  <a:lnTo>
                    <a:pt x="16310" y="1"/>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23"/>
            <p:cNvSpPr/>
            <p:nvPr/>
          </p:nvSpPr>
          <p:spPr>
            <a:xfrm>
              <a:off x="2955325" y="1800125"/>
              <a:ext cx="764825" cy="882800"/>
            </a:xfrm>
            <a:custGeom>
              <a:rect b="b" l="l" r="r" t="t"/>
              <a:pathLst>
                <a:path extrusionOk="0" h="35312" w="30593">
                  <a:moveTo>
                    <a:pt x="15296" y="1"/>
                  </a:moveTo>
                  <a:lnTo>
                    <a:pt x="0" y="8836"/>
                  </a:lnTo>
                  <a:lnTo>
                    <a:pt x="0" y="26508"/>
                  </a:lnTo>
                  <a:lnTo>
                    <a:pt x="15296" y="35312"/>
                  </a:lnTo>
                  <a:lnTo>
                    <a:pt x="30593" y="26508"/>
                  </a:lnTo>
                  <a:lnTo>
                    <a:pt x="30593" y="8836"/>
                  </a:lnTo>
                  <a:lnTo>
                    <a:pt x="15296" y="1"/>
                  </a:lnTo>
                  <a:close/>
                </a:path>
              </a:pathLst>
            </a:custGeom>
            <a:solidFill>
              <a:srgbClr val="F0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23"/>
            <p:cNvSpPr/>
            <p:nvPr/>
          </p:nvSpPr>
          <p:spPr>
            <a:xfrm>
              <a:off x="3140575" y="2078825"/>
              <a:ext cx="394300" cy="325425"/>
            </a:xfrm>
            <a:custGeom>
              <a:rect b="b" l="l" r="r" t="t"/>
              <a:pathLst>
                <a:path extrusionOk="0" h="13017" w="15772">
                  <a:moveTo>
                    <a:pt x="1046" y="0"/>
                  </a:moveTo>
                  <a:cubicBezTo>
                    <a:pt x="888" y="0"/>
                    <a:pt x="761" y="32"/>
                    <a:pt x="634" y="63"/>
                  </a:cubicBezTo>
                  <a:cubicBezTo>
                    <a:pt x="571" y="95"/>
                    <a:pt x="508" y="127"/>
                    <a:pt x="444" y="190"/>
                  </a:cubicBezTo>
                  <a:cubicBezTo>
                    <a:pt x="349" y="254"/>
                    <a:pt x="254" y="349"/>
                    <a:pt x="191" y="444"/>
                  </a:cubicBezTo>
                  <a:cubicBezTo>
                    <a:pt x="64" y="634"/>
                    <a:pt x="1" y="824"/>
                    <a:pt x="1" y="1045"/>
                  </a:cubicBezTo>
                  <a:lnTo>
                    <a:pt x="1" y="10894"/>
                  </a:lnTo>
                  <a:cubicBezTo>
                    <a:pt x="1" y="11116"/>
                    <a:pt x="64" y="11306"/>
                    <a:pt x="191" y="11496"/>
                  </a:cubicBezTo>
                  <a:cubicBezTo>
                    <a:pt x="254" y="11591"/>
                    <a:pt x="349" y="11686"/>
                    <a:pt x="444" y="11781"/>
                  </a:cubicBezTo>
                  <a:cubicBezTo>
                    <a:pt x="508" y="11813"/>
                    <a:pt x="571" y="11844"/>
                    <a:pt x="634" y="11876"/>
                  </a:cubicBezTo>
                  <a:cubicBezTo>
                    <a:pt x="761" y="11939"/>
                    <a:pt x="888" y="11971"/>
                    <a:pt x="1046" y="11971"/>
                  </a:cubicBezTo>
                  <a:lnTo>
                    <a:pt x="1394" y="11971"/>
                  </a:lnTo>
                  <a:cubicBezTo>
                    <a:pt x="2059" y="11971"/>
                    <a:pt x="2598" y="11559"/>
                    <a:pt x="2819" y="10958"/>
                  </a:cubicBezTo>
                  <a:lnTo>
                    <a:pt x="9882" y="9406"/>
                  </a:lnTo>
                  <a:lnTo>
                    <a:pt x="9882" y="9406"/>
                  </a:lnTo>
                  <a:lnTo>
                    <a:pt x="9312" y="11306"/>
                  </a:lnTo>
                  <a:cubicBezTo>
                    <a:pt x="9185" y="11781"/>
                    <a:pt x="9343" y="12288"/>
                    <a:pt x="9787" y="12541"/>
                  </a:cubicBezTo>
                  <a:lnTo>
                    <a:pt x="10230" y="12826"/>
                  </a:lnTo>
                  <a:cubicBezTo>
                    <a:pt x="10388" y="12953"/>
                    <a:pt x="10547" y="12984"/>
                    <a:pt x="10737" y="13016"/>
                  </a:cubicBezTo>
                  <a:lnTo>
                    <a:pt x="10863" y="13016"/>
                  </a:lnTo>
                  <a:cubicBezTo>
                    <a:pt x="11338" y="13016"/>
                    <a:pt x="11782" y="12731"/>
                    <a:pt x="11972" y="12256"/>
                  </a:cubicBezTo>
                  <a:lnTo>
                    <a:pt x="13397" y="8646"/>
                  </a:lnTo>
                  <a:lnTo>
                    <a:pt x="14347" y="8424"/>
                  </a:lnTo>
                  <a:cubicBezTo>
                    <a:pt x="15170" y="8234"/>
                    <a:pt x="15772" y="7474"/>
                    <a:pt x="15772" y="6651"/>
                  </a:cubicBezTo>
                  <a:lnTo>
                    <a:pt x="15772" y="5162"/>
                  </a:lnTo>
                  <a:cubicBezTo>
                    <a:pt x="15772" y="4307"/>
                    <a:pt x="15170" y="3547"/>
                    <a:pt x="14347" y="3389"/>
                  </a:cubicBezTo>
                  <a:lnTo>
                    <a:pt x="2756" y="824"/>
                  </a:lnTo>
                  <a:cubicBezTo>
                    <a:pt x="2503" y="317"/>
                    <a:pt x="1996" y="0"/>
                    <a:pt x="139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23"/>
            <p:cNvSpPr/>
            <p:nvPr/>
          </p:nvSpPr>
          <p:spPr>
            <a:xfrm>
              <a:off x="3158000" y="2096225"/>
              <a:ext cx="359475" cy="290475"/>
            </a:xfrm>
            <a:custGeom>
              <a:rect b="b" l="l" r="r" t="t"/>
              <a:pathLst>
                <a:path extrusionOk="0" h="11619" w="14379">
                  <a:moveTo>
                    <a:pt x="349" y="1"/>
                  </a:moveTo>
                  <a:cubicBezTo>
                    <a:pt x="159" y="1"/>
                    <a:pt x="1" y="159"/>
                    <a:pt x="1" y="349"/>
                  </a:cubicBezTo>
                  <a:lnTo>
                    <a:pt x="1" y="1774"/>
                  </a:lnTo>
                  <a:lnTo>
                    <a:pt x="1" y="8615"/>
                  </a:lnTo>
                  <a:lnTo>
                    <a:pt x="1" y="10198"/>
                  </a:lnTo>
                  <a:cubicBezTo>
                    <a:pt x="1" y="10388"/>
                    <a:pt x="159" y="10547"/>
                    <a:pt x="349" y="10547"/>
                  </a:cubicBezTo>
                  <a:lnTo>
                    <a:pt x="697" y="10547"/>
                  </a:lnTo>
                  <a:cubicBezTo>
                    <a:pt x="1141" y="10547"/>
                    <a:pt x="1521" y="10167"/>
                    <a:pt x="1521" y="9723"/>
                  </a:cubicBezTo>
                  <a:lnTo>
                    <a:pt x="1521" y="9660"/>
                  </a:lnTo>
                  <a:lnTo>
                    <a:pt x="10198" y="7760"/>
                  </a:lnTo>
                  <a:lnTo>
                    <a:pt x="10198" y="7760"/>
                  </a:lnTo>
                  <a:lnTo>
                    <a:pt x="9280" y="10832"/>
                  </a:lnTo>
                  <a:cubicBezTo>
                    <a:pt x="9248" y="10990"/>
                    <a:pt x="9311" y="11180"/>
                    <a:pt x="9438" y="11243"/>
                  </a:cubicBezTo>
                  <a:lnTo>
                    <a:pt x="9913" y="11528"/>
                  </a:lnTo>
                  <a:cubicBezTo>
                    <a:pt x="9996" y="11590"/>
                    <a:pt x="10089" y="11619"/>
                    <a:pt x="10180" y="11619"/>
                  </a:cubicBezTo>
                  <a:cubicBezTo>
                    <a:pt x="10367" y="11619"/>
                    <a:pt x="10546" y="11499"/>
                    <a:pt x="10610" y="11307"/>
                  </a:cubicBezTo>
                  <a:lnTo>
                    <a:pt x="12193" y="7316"/>
                  </a:lnTo>
                  <a:lnTo>
                    <a:pt x="13492" y="7031"/>
                  </a:lnTo>
                  <a:cubicBezTo>
                    <a:pt x="13998" y="6936"/>
                    <a:pt x="14378" y="6461"/>
                    <a:pt x="14378" y="5955"/>
                  </a:cubicBezTo>
                  <a:lnTo>
                    <a:pt x="14378" y="4466"/>
                  </a:lnTo>
                  <a:cubicBezTo>
                    <a:pt x="14378" y="3928"/>
                    <a:pt x="13998" y="3484"/>
                    <a:pt x="13492" y="3358"/>
                  </a:cubicBezTo>
                  <a:lnTo>
                    <a:pt x="1521" y="729"/>
                  </a:lnTo>
                  <a:cubicBezTo>
                    <a:pt x="1457" y="318"/>
                    <a:pt x="1141" y="1"/>
                    <a:pt x="697" y="1"/>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23"/>
            <p:cNvSpPr/>
            <p:nvPr/>
          </p:nvSpPr>
          <p:spPr>
            <a:xfrm>
              <a:off x="3158000" y="2096225"/>
              <a:ext cx="39600" cy="263675"/>
            </a:xfrm>
            <a:custGeom>
              <a:rect b="b" l="l" r="r" t="t"/>
              <a:pathLst>
                <a:path extrusionOk="0" h="10547" w="1584">
                  <a:moveTo>
                    <a:pt x="349" y="1"/>
                  </a:moveTo>
                  <a:cubicBezTo>
                    <a:pt x="159" y="1"/>
                    <a:pt x="1" y="159"/>
                    <a:pt x="1" y="349"/>
                  </a:cubicBezTo>
                  <a:lnTo>
                    <a:pt x="1" y="10198"/>
                  </a:lnTo>
                  <a:cubicBezTo>
                    <a:pt x="1" y="10388"/>
                    <a:pt x="159" y="10547"/>
                    <a:pt x="349" y="10547"/>
                  </a:cubicBezTo>
                  <a:lnTo>
                    <a:pt x="697" y="10547"/>
                  </a:lnTo>
                  <a:cubicBezTo>
                    <a:pt x="1172" y="10547"/>
                    <a:pt x="1521" y="10167"/>
                    <a:pt x="1521" y="9723"/>
                  </a:cubicBezTo>
                  <a:lnTo>
                    <a:pt x="1521" y="9692"/>
                  </a:lnTo>
                  <a:lnTo>
                    <a:pt x="1584" y="9660"/>
                  </a:lnTo>
                  <a:lnTo>
                    <a:pt x="1584" y="761"/>
                  </a:lnTo>
                  <a:lnTo>
                    <a:pt x="1521" y="729"/>
                  </a:lnTo>
                  <a:cubicBezTo>
                    <a:pt x="1457" y="318"/>
                    <a:pt x="1141" y="1"/>
                    <a:pt x="697"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23"/>
            <p:cNvSpPr/>
            <p:nvPr/>
          </p:nvSpPr>
          <p:spPr>
            <a:xfrm>
              <a:off x="3207875" y="2132500"/>
              <a:ext cx="245475" cy="63675"/>
            </a:xfrm>
            <a:custGeom>
              <a:rect b="b" l="l" r="r" t="t"/>
              <a:pathLst>
                <a:path extrusionOk="0" h="2547" w="9819">
                  <a:moveTo>
                    <a:pt x="205" y="1"/>
                  </a:moveTo>
                  <a:cubicBezTo>
                    <a:pt x="97" y="1"/>
                    <a:pt x="1" y="90"/>
                    <a:pt x="1" y="228"/>
                  </a:cubicBezTo>
                  <a:cubicBezTo>
                    <a:pt x="1" y="292"/>
                    <a:pt x="64" y="387"/>
                    <a:pt x="159" y="418"/>
                  </a:cubicBezTo>
                  <a:lnTo>
                    <a:pt x="9565" y="2540"/>
                  </a:lnTo>
                  <a:cubicBezTo>
                    <a:pt x="9581" y="2544"/>
                    <a:pt x="9597" y="2546"/>
                    <a:pt x="9614" y="2546"/>
                  </a:cubicBezTo>
                  <a:cubicBezTo>
                    <a:pt x="9722" y="2546"/>
                    <a:pt x="9818" y="2456"/>
                    <a:pt x="9818" y="2318"/>
                  </a:cubicBezTo>
                  <a:lnTo>
                    <a:pt x="9818" y="2287"/>
                  </a:lnTo>
                  <a:cubicBezTo>
                    <a:pt x="9818" y="2192"/>
                    <a:pt x="9755" y="2097"/>
                    <a:pt x="9660" y="2097"/>
                  </a:cubicBezTo>
                  <a:lnTo>
                    <a:pt x="254" y="7"/>
                  </a:lnTo>
                  <a:cubicBezTo>
                    <a:pt x="238" y="3"/>
                    <a:pt x="221" y="1"/>
                    <a:pt x="20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23"/>
            <p:cNvSpPr/>
            <p:nvPr/>
          </p:nvSpPr>
          <p:spPr>
            <a:xfrm>
              <a:off x="3389175" y="2279125"/>
              <a:ext cx="73675" cy="107575"/>
            </a:xfrm>
            <a:custGeom>
              <a:rect b="b" l="l" r="r" t="t"/>
              <a:pathLst>
                <a:path extrusionOk="0" h="4303" w="2947">
                  <a:moveTo>
                    <a:pt x="2946" y="0"/>
                  </a:moveTo>
                  <a:lnTo>
                    <a:pt x="951" y="444"/>
                  </a:lnTo>
                  <a:lnTo>
                    <a:pt x="64" y="3516"/>
                  </a:lnTo>
                  <a:cubicBezTo>
                    <a:pt x="1" y="3674"/>
                    <a:pt x="64" y="3864"/>
                    <a:pt x="223" y="3927"/>
                  </a:cubicBezTo>
                  <a:lnTo>
                    <a:pt x="666" y="4212"/>
                  </a:lnTo>
                  <a:cubicBezTo>
                    <a:pt x="749" y="4274"/>
                    <a:pt x="842" y="4303"/>
                    <a:pt x="933" y="4303"/>
                  </a:cubicBezTo>
                  <a:cubicBezTo>
                    <a:pt x="1120" y="4303"/>
                    <a:pt x="1299" y="4183"/>
                    <a:pt x="1363" y="3991"/>
                  </a:cubicBezTo>
                  <a:lnTo>
                    <a:pt x="2946" y="0"/>
                  </a:ln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23"/>
            <p:cNvSpPr/>
            <p:nvPr/>
          </p:nvSpPr>
          <p:spPr>
            <a:xfrm>
              <a:off x="2929975" y="3229200"/>
              <a:ext cx="815500" cy="942175"/>
            </a:xfrm>
            <a:custGeom>
              <a:rect b="b" l="l" r="r" t="t"/>
              <a:pathLst>
                <a:path extrusionOk="0" h="37687" w="32620">
                  <a:moveTo>
                    <a:pt x="1" y="9437"/>
                  </a:moveTo>
                  <a:lnTo>
                    <a:pt x="1" y="28280"/>
                  </a:lnTo>
                  <a:lnTo>
                    <a:pt x="16310" y="37686"/>
                  </a:lnTo>
                  <a:lnTo>
                    <a:pt x="32620" y="28280"/>
                  </a:lnTo>
                  <a:lnTo>
                    <a:pt x="32620" y="9437"/>
                  </a:lnTo>
                  <a:lnTo>
                    <a:pt x="16310" y="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23"/>
            <p:cNvSpPr/>
            <p:nvPr/>
          </p:nvSpPr>
          <p:spPr>
            <a:xfrm>
              <a:off x="2955325" y="3258475"/>
              <a:ext cx="764825" cy="883600"/>
            </a:xfrm>
            <a:custGeom>
              <a:rect b="b" l="l" r="r" t="t"/>
              <a:pathLst>
                <a:path extrusionOk="0" h="35344" w="30593">
                  <a:moveTo>
                    <a:pt x="15296" y="1"/>
                  </a:moveTo>
                  <a:lnTo>
                    <a:pt x="0" y="8836"/>
                  </a:lnTo>
                  <a:lnTo>
                    <a:pt x="0" y="26508"/>
                  </a:lnTo>
                  <a:lnTo>
                    <a:pt x="15296" y="35343"/>
                  </a:lnTo>
                  <a:lnTo>
                    <a:pt x="30593" y="26508"/>
                  </a:lnTo>
                  <a:lnTo>
                    <a:pt x="30593" y="8836"/>
                  </a:lnTo>
                  <a:lnTo>
                    <a:pt x="15296" y="1"/>
                  </a:lnTo>
                  <a:close/>
                </a:path>
              </a:pathLst>
            </a:custGeom>
            <a:solidFill>
              <a:srgbClr val="F0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23"/>
            <p:cNvSpPr/>
            <p:nvPr/>
          </p:nvSpPr>
          <p:spPr>
            <a:xfrm>
              <a:off x="3112875" y="3551425"/>
              <a:ext cx="449725" cy="297700"/>
            </a:xfrm>
            <a:custGeom>
              <a:rect b="b" l="l" r="r" t="t"/>
              <a:pathLst>
                <a:path extrusionOk="0" h="11908" w="17989">
                  <a:moveTo>
                    <a:pt x="3421" y="4276"/>
                  </a:moveTo>
                  <a:lnTo>
                    <a:pt x="4402" y="5986"/>
                  </a:lnTo>
                  <a:lnTo>
                    <a:pt x="2439" y="5986"/>
                  </a:lnTo>
                  <a:lnTo>
                    <a:pt x="3421" y="4276"/>
                  </a:lnTo>
                  <a:close/>
                  <a:moveTo>
                    <a:pt x="14568" y="4276"/>
                  </a:moveTo>
                  <a:lnTo>
                    <a:pt x="15550" y="5986"/>
                  </a:lnTo>
                  <a:lnTo>
                    <a:pt x="13586" y="5986"/>
                  </a:lnTo>
                  <a:lnTo>
                    <a:pt x="14568" y="4276"/>
                  </a:lnTo>
                  <a:close/>
                  <a:moveTo>
                    <a:pt x="13365" y="3041"/>
                  </a:moveTo>
                  <a:lnTo>
                    <a:pt x="11148" y="6872"/>
                  </a:lnTo>
                  <a:lnTo>
                    <a:pt x="11148" y="7062"/>
                  </a:lnTo>
                  <a:cubicBezTo>
                    <a:pt x="11211" y="8044"/>
                    <a:pt x="11718" y="8931"/>
                    <a:pt x="12446" y="9501"/>
                  </a:cubicBezTo>
                  <a:cubicBezTo>
                    <a:pt x="11940" y="9216"/>
                    <a:pt x="11275" y="9026"/>
                    <a:pt x="10515" y="8899"/>
                  </a:cubicBezTo>
                  <a:lnTo>
                    <a:pt x="10515" y="3864"/>
                  </a:lnTo>
                  <a:cubicBezTo>
                    <a:pt x="10926" y="3801"/>
                    <a:pt x="11243" y="3452"/>
                    <a:pt x="11306" y="3041"/>
                  </a:cubicBezTo>
                  <a:close/>
                  <a:moveTo>
                    <a:pt x="7791" y="0"/>
                  </a:moveTo>
                  <a:cubicBezTo>
                    <a:pt x="7316" y="0"/>
                    <a:pt x="6904" y="380"/>
                    <a:pt x="6841" y="855"/>
                  </a:cubicBezTo>
                  <a:lnTo>
                    <a:pt x="3452" y="855"/>
                  </a:lnTo>
                  <a:cubicBezTo>
                    <a:pt x="2851" y="855"/>
                    <a:pt x="2376" y="1330"/>
                    <a:pt x="2376" y="1932"/>
                  </a:cubicBezTo>
                  <a:cubicBezTo>
                    <a:pt x="2376" y="2122"/>
                    <a:pt x="2439" y="2312"/>
                    <a:pt x="2502" y="2470"/>
                  </a:cubicBezTo>
                  <a:lnTo>
                    <a:pt x="0" y="6841"/>
                  </a:lnTo>
                  <a:lnTo>
                    <a:pt x="0" y="7062"/>
                  </a:lnTo>
                  <a:cubicBezTo>
                    <a:pt x="127" y="8836"/>
                    <a:pt x="1616" y="10261"/>
                    <a:pt x="3421" y="10261"/>
                  </a:cubicBezTo>
                  <a:cubicBezTo>
                    <a:pt x="5226" y="10261"/>
                    <a:pt x="6714" y="8836"/>
                    <a:pt x="6841" y="7062"/>
                  </a:cubicBezTo>
                  <a:lnTo>
                    <a:pt x="6841" y="6841"/>
                  </a:lnTo>
                  <a:lnTo>
                    <a:pt x="4624" y="3009"/>
                  </a:lnTo>
                  <a:lnTo>
                    <a:pt x="6841" y="3009"/>
                  </a:lnTo>
                  <a:cubicBezTo>
                    <a:pt x="6904" y="3452"/>
                    <a:pt x="7221" y="3769"/>
                    <a:pt x="7633" y="3864"/>
                  </a:cubicBezTo>
                  <a:lnTo>
                    <a:pt x="7633" y="8899"/>
                  </a:lnTo>
                  <a:cubicBezTo>
                    <a:pt x="5701" y="9216"/>
                    <a:pt x="4434" y="10134"/>
                    <a:pt x="4434" y="11243"/>
                  </a:cubicBezTo>
                  <a:lnTo>
                    <a:pt x="4434" y="11908"/>
                  </a:lnTo>
                  <a:lnTo>
                    <a:pt x="13713" y="11908"/>
                  </a:lnTo>
                  <a:lnTo>
                    <a:pt x="13713" y="11243"/>
                  </a:lnTo>
                  <a:cubicBezTo>
                    <a:pt x="13713" y="10704"/>
                    <a:pt x="13428" y="10229"/>
                    <a:pt x="12953" y="9849"/>
                  </a:cubicBezTo>
                  <a:lnTo>
                    <a:pt x="12953" y="9849"/>
                  </a:lnTo>
                  <a:cubicBezTo>
                    <a:pt x="13428" y="10103"/>
                    <a:pt x="13998" y="10261"/>
                    <a:pt x="14568" y="10261"/>
                  </a:cubicBezTo>
                  <a:cubicBezTo>
                    <a:pt x="16373" y="10261"/>
                    <a:pt x="17862" y="8836"/>
                    <a:pt x="17988" y="7062"/>
                  </a:cubicBezTo>
                  <a:lnTo>
                    <a:pt x="17988" y="6841"/>
                  </a:lnTo>
                  <a:lnTo>
                    <a:pt x="15550" y="2597"/>
                  </a:lnTo>
                  <a:cubicBezTo>
                    <a:pt x="15677" y="2407"/>
                    <a:pt x="15772" y="2185"/>
                    <a:pt x="15772" y="1932"/>
                  </a:cubicBezTo>
                  <a:cubicBezTo>
                    <a:pt x="15772" y="1330"/>
                    <a:pt x="15297" y="855"/>
                    <a:pt x="14695" y="855"/>
                  </a:cubicBezTo>
                  <a:lnTo>
                    <a:pt x="11306" y="855"/>
                  </a:lnTo>
                  <a:cubicBezTo>
                    <a:pt x="11243" y="380"/>
                    <a:pt x="10831" y="0"/>
                    <a:pt x="1035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23"/>
            <p:cNvSpPr/>
            <p:nvPr/>
          </p:nvSpPr>
          <p:spPr>
            <a:xfrm>
              <a:off x="3240350" y="3788925"/>
              <a:ext cx="198750" cy="45175"/>
            </a:xfrm>
            <a:custGeom>
              <a:rect b="b" l="l" r="r" t="t"/>
              <a:pathLst>
                <a:path extrusionOk="0" h="1807" w="7950">
                  <a:moveTo>
                    <a:pt x="3959" y="1"/>
                  </a:moveTo>
                  <a:cubicBezTo>
                    <a:pt x="1774" y="1"/>
                    <a:pt x="0" y="793"/>
                    <a:pt x="0" y="1806"/>
                  </a:cubicBezTo>
                  <a:lnTo>
                    <a:pt x="7949" y="1806"/>
                  </a:lnTo>
                  <a:cubicBezTo>
                    <a:pt x="7949" y="793"/>
                    <a:pt x="6176" y="1"/>
                    <a:pt x="3959" y="1"/>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23"/>
            <p:cNvSpPr/>
            <p:nvPr/>
          </p:nvSpPr>
          <p:spPr>
            <a:xfrm>
              <a:off x="3319525" y="3620300"/>
              <a:ext cx="39600" cy="190825"/>
            </a:xfrm>
            <a:custGeom>
              <a:rect b="b" l="l" r="r" t="t"/>
              <a:pathLst>
                <a:path extrusionOk="0" h="7633" w="1584">
                  <a:moveTo>
                    <a:pt x="0" y="0"/>
                  </a:moveTo>
                  <a:lnTo>
                    <a:pt x="0" y="7633"/>
                  </a:lnTo>
                  <a:lnTo>
                    <a:pt x="1583" y="7633"/>
                  </a:lnTo>
                  <a:lnTo>
                    <a:pt x="1583" y="0"/>
                  </a:ln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23"/>
            <p:cNvSpPr/>
            <p:nvPr/>
          </p:nvSpPr>
          <p:spPr>
            <a:xfrm>
              <a:off x="3188875" y="3591000"/>
              <a:ext cx="301675" cy="20625"/>
            </a:xfrm>
            <a:custGeom>
              <a:rect b="b" l="l" r="r" t="t"/>
              <a:pathLst>
                <a:path extrusionOk="0" h="825" w="12067">
                  <a:moveTo>
                    <a:pt x="412" y="1"/>
                  </a:moveTo>
                  <a:cubicBezTo>
                    <a:pt x="191" y="1"/>
                    <a:pt x="1" y="191"/>
                    <a:pt x="1" y="412"/>
                  </a:cubicBezTo>
                  <a:cubicBezTo>
                    <a:pt x="1" y="634"/>
                    <a:pt x="191" y="824"/>
                    <a:pt x="412" y="824"/>
                  </a:cubicBezTo>
                  <a:lnTo>
                    <a:pt x="11655" y="824"/>
                  </a:lnTo>
                  <a:cubicBezTo>
                    <a:pt x="11877" y="824"/>
                    <a:pt x="12067" y="634"/>
                    <a:pt x="12067" y="412"/>
                  </a:cubicBezTo>
                  <a:cubicBezTo>
                    <a:pt x="12067" y="191"/>
                    <a:pt x="11877" y="1"/>
                    <a:pt x="11655" y="1"/>
                  </a:cubicBezTo>
                  <a:close/>
                </a:path>
              </a:pathLst>
            </a:custGeom>
            <a:solidFill>
              <a:srgbClr val="F2A3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23"/>
            <p:cNvSpPr/>
            <p:nvPr/>
          </p:nvSpPr>
          <p:spPr>
            <a:xfrm>
              <a:off x="3300500" y="3569625"/>
              <a:ext cx="78425" cy="63375"/>
            </a:xfrm>
            <a:custGeom>
              <a:rect b="b" l="l" r="r" t="t"/>
              <a:pathLst>
                <a:path extrusionOk="0" h="2535" w="3137">
                  <a:moveTo>
                    <a:pt x="286" y="1"/>
                  </a:moveTo>
                  <a:cubicBezTo>
                    <a:pt x="128" y="1"/>
                    <a:pt x="1" y="127"/>
                    <a:pt x="1" y="286"/>
                  </a:cubicBezTo>
                  <a:lnTo>
                    <a:pt x="1" y="2249"/>
                  </a:lnTo>
                  <a:cubicBezTo>
                    <a:pt x="1" y="2408"/>
                    <a:pt x="128" y="2534"/>
                    <a:pt x="286" y="2534"/>
                  </a:cubicBezTo>
                  <a:lnTo>
                    <a:pt x="2851" y="2534"/>
                  </a:lnTo>
                  <a:cubicBezTo>
                    <a:pt x="3010" y="2534"/>
                    <a:pt x="3136" y="2408"/>
                    <a:pt x="3136" y="2249"/>
                  </a:cubicBezTo>
                  <a:lnTo>
                    <a:pt x="3136" y="286"/>
                  </a:lnTo>
                  <a:cubicBezTo>
                    <a:pt x="3136" y="127"/>
                    <a:pt x="3010" y="1"/>
                    <a:pt x="2851" y="1"/>
                  </a:cubicBez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23"/>
            <p:cNvSpPr/>
            <p:nvPr/>
          </p:nvSpPr>
          <p:spPr>
            <a:xfrm>
              <a:off x="3408175" y="3608425"/>
              <a:ext cx="137800" cy="184500"/>
            </a:xfrm>
            <a:custGeom>
              <a:rect b="b" l="l" r="r" t="t"/>
              <a:pathLst>
                <a:path extrusionOk="0" h="7380" w="5512">
                  <a:moveTo>
                    <a:pt x="2756" y="729"/>
                  </a:moveTo>
                  <a:lnTo>
                    <a:pt x="4878" y="4434"/>
                  </a:lnTo>
                  <a:lnTo>
                    <a:pt x="634" y="4434"/>
                  </a:lnTo>
                  <a:lnTo>
                    <a:pt x="2756" y="729"/>
                  </a:lnTo>
                  <a:close/>
                  <a:moveTo>
                    <a:pt x="2756" y="0"/>
                  </a:moveTo>
                  <a:lnTo>
                    <a:pt x="1363" y="2376"/>
                  </a:lnTo>
                  <a:lnTo>
                    <a:pt x="1" y="4782"/>
                  </a:lnTo>
                  <a:cubicBezTo>
                    <a:pt x="96" y="6239"/>
                    <a:pt x="1299" y="7379"/>
                    <a:pt x="2756" y="7379"/>
                  </a:cubicBezTo>
                  <a:cubicBezTo>
                    <a:pt x="4213" y="7379"/>
                    <a:pt x="5416" y="6239"/>
                    <a:pt x="5511" y="4782"/>
                  </a:cubicBezTo>
                  <a:lnTo>
                    <a:pt x="4150" y="2376"/>
                  </a:lnTo>
                  <a:lnTo>
                    <a:pt x="2756" y="0"/>
                  </a:ln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23"/>
            <p:cNvSpPr/>
            <p:nvPr/>
          </p:nvSpPr>
          <p:spPr>
            <a:xfrm>
              <a:off x="3129500" y="3608425"/>
              <a:ext cx="137775" cy="184500"/>
            </a:xfrm>
            <a:custGeom>
              <a:rect b="b" l="l" r="r" t="t"/>
              <a:pathLst>
                <a:path extrusionOk="0" h="7380" w="5511">
                  <a:moveTo>
                    <a:pt x="2756" y="729"/>
                  </a:moveTo>
                  <a:lnTo>
                    <a:pt x="4877" y="4434"/>
                  </a:lnTo>
                  <a:lnTo>
                    <a:pt x="634" y="4434"/>
                  </a:lnTo>
                  <a:lnTo>
                    <a:pt x="2756" y="729"/>
                  </a:lnTo>
                  <a:close/>
                  <a:moveTo>
                    <a:pt x="2756" y="0"/>
                  </a:moveTo>
                  <a:lnTo>
                    <a:pt x="1362" y="2376"/>
                  </a:lnTo>
                  <a:lnTo>
                    <a:pt x="0" y="4782"/>
                  </a:lnTo>
                  <a:cubicBezTo>
                    <a:pt x="95" y="6239"/>
                    <a:pt x="1299" y="7379"/>
                    <a:pt x="2756" y="7379"/>
                  </a:cubicBezTo>
                  <a:cubicBezTo>
                    <a:pt x="4212" y="7379"/>
                    <a:pt x="5416" y="6239"/>
                    <a:pt x="5511" y="4782"/>
                  </a:cubicBezTo>
                  <a:lnTo>
                    <a:pt x="4117" y="2376"/>
                  </a:lnTo>
                  <a:lnTo>
                    <a:pt x="2756" y="0"/>
                  </a:lnTo>
                  <a:close/>
                </a:path>
              </a:pathLst>
            </a:custGeom>
            <a:solidFill>
              <a:srgbClr val="2228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6" name="Google Shape;1526;p23"/>
          <p:cNvSpPr txBox="1"/>
          <p:nvPr/>
        </p:nvSpPr>
        <p:spPr>
          <a:xfrm>
            <a:off x="2496950" y="567113"/>
            <a:ext cx="4130400" cy="46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latin typeface="Dela Gothic One"/>
                <a:ea typeface="Dela Gothic One"/>
                <a:cs typeface="Dela Gothic One"/>
                <a:sym typeface="Dela Gothic One"/>
              </a:rPr>
              <a:t>Образование</a:t>
            </a:r>
            <a:endParaRPr sz="2500">
              <a:latin typeface="Dela Gothic One"/>
              <a:ea typeface="Dela Gothic One"/>
              <a:cs typeface="Dela Gothic One"/>
              <a:sym typeface="Dela Gothic One"/>
            </a:endParaRPr>
          </a:p>
        </p:txBody>
      </p:sp>
      <p:sp>
        <p:nvSpPr>
          <p:cNvPr id="1527" name="Google Shape;1527;p23"/>
          <p:cNvSpPr txBox="1"/>
          <p:nvPr/>
        </p:nvSpPr>
        <p:spPr>
          <a:xfrm>
            <a:off x="149150" y="1274625"/>
            <a:ext cx="2202000" cy="10557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a:solidFill>
                  <a:srgbClr val="333333"/>
                </a:solidFill>
                <a:highlight>
                  <a:srgbClr val="FFFFFF"/>
                </a:highlight>
                <a:latin typeface="Montserrat"/>
                <a:ea typeface="Montserrat"/>
                <a:cs typeface="Montserrat"/>
                <a:sym typeface="Montserrat"/>
              </a:rPr>
              <a:t>Уральский федеральный университет имени Б. Н. Ельцина (УрФУ)</a:t>
            </a:r>
            <a:endParaRPr>
              <a:latin typeface="Montserrat"/>
              <a:ea typeface="Montserrat"/>
              <a:cs typeface="Montserrat"/>
              <a:sym typeface="Montserrat"/>
            </a:endParaRPr>
          </a:p>
        </p:txBody>
      </p:sp>
      <p:sp>
        <p:nvSpPr>
          <p:cNvPr id="1528" name="Google Shape;1528;p23"/>
          <p:cNvSpPr txBox="1"/>
          <p:nvPr/>
        </p:nvSpPr>
        <p:spPr>
          <a:xfrm>
            <a:off x="149150" y="2569925"/>
            <a:ext cx="22020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rgbClr val="333333"/>
                </a:solidFill>
                <a:latin typeface="Montserrat"/>
                <a:ea typeface="Montserrat"/>
                <a:cs typeface="Montserrat"/>
                <a:sym typeface="Montserrat"/>
              </a:rPr>
              <a:t>Технический </a:t>
            </a:r>
            <a:r>
              <a:rPr lang="en">
                <a:solidFill>
                  <a:srgbClr val="333333"/>
                </a:solidFill>
                <a:latin typeface="Montserrat"/>
                <a:ea typeface="Montserrat"/>
                <a:cs typeface="Montserrat"/>
                <a:sym typeface="Montserrat"/>
              </a:rPr>
              <a:t>университет</a:t>
            </a:r>
            <a:r>
              <a:rPr lang="en">
                <a:solidFill>
                  <a:srgbClr val="333333"/>
                </a:solidFill>
                <a:latin typeface="Montserrat"/>
                <a:ea typeface="Montserrat"/>
                <a:cs typeface="Montserrat"/>
                <a:sym typeface="Montserrat"/>
              </a:rPr>
              <a:t> “УГМК”</a:t>
            </a:r>
            <a:endParaRPr>
              <a:solidFill>
                <a:srgbClr val="333333"/>
              </a:solidFill>
              <a:latin typeface="Montserrat"/>
              <a:ea typeface="Montserrat"/>
              <a:cs typeface="Montserrat"/>
              <a:sym typeface="Montserrat"/>
            </a:endParaRPr>
          </a:p>
        </p:txBody>
      </p:sp>
      <p:sp>
        <p:nvSpPr>
          <p:cNvPr id="1529" name="Google Shape;1529;p23"/>
          <p:cNvSpPr txBox="1"/>
          <p:nvPr/>
        </p:nvSpPr>
        <p:spPr>
          <a:xfrm>
            <a:off x="0" y="3580275"/>
            <a:ext cx="2344800" cy="1031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rgbClr val="333333"/>
                </a:solidFill>
                <a:highlight>
                  <a:srgbClr val="FFFFFF"/>
                </a:highlight>
                <a:latin typeface="Montserrat"/>
                <a:ea typeface="Montserrat"/>
                <a:cs typeface="Montserrat"/>
                <a:sym typeface="Montserrat"/>
              </a:rPr>
              <a:t>Уральский государственный горный университет (УГГУ)</a:t>
            </a:r>
            <a:endParaRPr sz="2000">
              <a:solidFill>
                <a:schemeClr val="dk2"/>
              </a:solidFill>
              <a:latin typeface="Montserrat"/>
              <a:ea typeface="Montserrat"/>
              <a:cs typeface="Montserrat"/>
              <a:sym typeface="Montserrat"/>
            </a:endParaRPr>
          </a:p>
        </p:txBody>
      </p:sp>
      <p:sp>
        <p:nvSpPr>
          <p:cNvPr id="1530" name="Google Shape;1530;p23"/>
          <p:cNvSpPr txBox="1"/>
          <p:nvPr/>
        </p:nvSpPr>
        <p:spPr>
          <a:xfrm>
            <a:off x="6846300" y="2569925"/>
            <a:ext cx="1963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highlight>
                  <a:srgbClr val="FFFFFF"/>
                </a:highlight>
                <a:latin typeface="Montserrat"/>
                <a:ea typeface="Montserrat"/>
                <a:cs typeface="Montserrat"/>
                <a:sym typeface="Montserrat"/>
              </a:rPr>
              <a:t>Екатеринбургский техникум «Автоматика»</a:t>
            </a:r>
            <a:endParaRPr>
              <a:solidFill>
                <a:schemeClr val="dk1"/>
              </a:solidFill>
              <a:latin typeface="Montserrat"/>
              <a:ea typeface="Montserrat"/>
              <a:cs typeface="Montserrat"/>
              <a:sym typeface="Montserrat"/>
            </a:endParaRPr>
          </a:p>
        </p:txBody>
      </p:sp>
      <p:sp>
        <p:nvSpPr>
          <p:cNvPr id="1531" name="Google Shape;1531;p23"/>
          <p:cNvSpPr txBox="1"/>
          <p:nvPr/>
        </p:nvSpPr>
        <p:spPr>
          <a:xfrm>
            <a:off x="6846300" y="1279125"/>
            <a:ext cx="22020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highlight>
                  <a:srgbClr val="FFFFFF"/>
                </a:highlight>
                <a:latin typeface="Montserrat"/>
                <a:ea typeface="Montserrat"/>
                <a:cs typeface="Montserrat"/>
                <a:sym typeface="Montserrat"/>
              </a:rPr>
              <a:t>Уральский государственный лесотехнический университет  (УГЛТУ)</a:t>
            </a:r>
            <a:endParaRPr sz="2000">
              <a:solidFill>
                <a:schemeClr val="dk1"/>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5" name="Shape 1535"/>
        <p:cNvGrpSpPr/>
        <p:nvPr/>
      </p:nvGrpSpPr>
      <p:grpSpPr>
        <a:xfrm>
          <a:off x="0" y="0"/>
          <a:ext cx="0" cy="0"/>
          <a:chOff x="0" y="0"/>
          <a:chExt cx="0" cy="0"/>
        </a:xfrm>
      </p:grpSpPr>
      <p:sp>
        <p:nvSpPr>
          <p:cNvPr id="1536" name="Google Shape;1536;p24"/>
          <p:cNvSpPr txBox="1"/>
          <p:nvPr/>
        </p:nvSpPr>
        <p:spPr>
          <a:xfrm>
            <a:off x="112800" y="184500"/>
            <a:ext cx="6810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chemeClr val="dk1"/>
                </a:solidFill>
                <a:latin typeface="Dela Gothic One"/>
                <a:ea typeface="Dela Gothic One"/>
                <a:cs typeface="Dela Gothic One"/>
                <a:sym typeface="Dela Gothic One"/>
              </a:rPr>
              <a:t>Практика</a:t>
            </a:r>
            <a:endParaRPr sz="2500">
              <a:solidFill>
                <a:schemeClr val="dk1"/>
              </a:solidFill>
              <a:latin typeface="Dela Gothic One"/>
              <a:ea typeface="Dela Gothic One"/>
              <a:cs typeface="Dela Gothic One"/>
              <a:sym typeface="Dela Gothic One"/>
            </a:endParaRPr>
          </a:p>
        </p:txBody>
      </p:sp>
      <p:sp>
        <p:nvSpPr>
          <p:cNvPr id="1537" name="Google Shape;1537;p24"/>
          <p:cNvSpPr txBox="1"/>
          <p:nvPr/>
        </p:nvSpPr>
        <p:spPr>
          <a:xfrm>
            <a:off x="358275" y="1786800"/>
            <a:ext cx="26586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1"/>
                </a:solidFill>
              </a:rPr>
              <a:t>Задание 1: Сделать статичное включение лампочки через 5 Вольт</a:t>
            </a:r>
            <a:endParaRPr sz="1900">
              <a:solidFill>
                <a:schemeClr val="dk1"/>
              </a:solidFill>
            </a:endParaRPr>
          </a:p>
        </p:txBody>
      </p:sp>
      <p:sp>
        <p:nvSpPr>
          <p:cNvPr id="1538" name="Google Shape;1538;p24"/>
          <p:cNvSpPr txBox="1"/>
          <p:nvPr/>
        </p:nvSpPr>
        <p:spPr>
          <a:xfrm>
            <a:off x="3242700" y="1786800"/>
            <a:ext cx="26586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1"/>
                </a:solidFill>
              </a:rPr>
              <a:t>Задание 2: Соединить правильно провода, чтобы двигатель закрутился</a:t>
            </a:r>
            <a:endParaRPr sz="1900">
              <a:solidFill>
                <a:schemeClr val="dk1"/>
              </a:solidFill>
            </a:endParaRPr>
          </a:p>
        </p:txBody>
      </p:sp>
      <p:sp>
        <p:nvSpPr>
          <p:cNvPr id="1539" name="Google Shape;1539;p24"/>
          <p:cNvSpPr txBox="1"/>
          <p:nvPr/>
        </p:nvSpPr>
        <p:spPr>
          <a:xfrm>
            <a:off x="6127125" y="1786800"/>
            <a:ext cx="2658600" cy="223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1"/>
                </a:solidFill>
              </a:rPr>
              <a:t>Задание 3: Разработать простой алгоритм включения и выключения лампочки через время при помощи цифровых выходов </a:t>
            </a:r>
            <a:endParaRPr sz="19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3" name="Shape 1543"/>
        <p:cNvGrpSpPr/>
        <p:nvPr/>
      </p:nvGrpSpPr>
      <p:grpSpPr>
        <a:xfrm>
          <a:off x="0" y="0"/>
          <a:ext cx="0" cy="0"/>
          <a:chOff x="0" y="0"/>
          <a:chExt cx="0" cy="0"/>
        </a:xfrm>
      </p:grpSpPr>
      <p:pic>
        <p:nvPicPr>
          <p:cNvPr id="1544" name="Google Shape;1544;p25"/>
          <p:cNvPicPr preferRelativeResize="0"/>
          <p:nvPr/>
        </p:nvPicPr>
        <p:blipFill>
          <a:blip r:embed="rId3">
            <a:alphaModFix/>
          </a:blip>
          <a:stretch>
            <a:fillRect/>
          </a:stretch>
        </p:blipFill>
        <p:spPr>
          <a:xfrm>
            <a:off x="6213150" y="800100"/>
            <a:ext cx="2473650" cy="4036500"/>
          </a:xfrm>
          <a:prstGeom prst="rect">
            <a:avLst/>
          </a:prstGeom>
          <a:noFill/>
          <a:ln>
            <a:noFill/>
          </a:ln>
        </p:spPr>
      </p:pic>
      <p:sp>
        <p:nvSpPr>
          <p:cNvPr id="1545" name="Google Shape;1545;p25"/>
          <p:cNvSpPr txBox="1"/>
          <p:nvPr/>
        </p:nvSpPr>
        <p:spPr>
          <a:xfrm>
            <a:off x="112800" y="184500"/>
            <a:ext cx="6810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chemeClr val="dk1"/>
                </a:solidFill>
                <a:latin typeface="Dela Gothic One"/>
                <a:ea typeface="Dela Gothic One"/>
                <a:cs typeface="Dela Gothic One"/>
                <a:sym typeface="Dela Gothic One"/>
              </a:rPr>
              <a:t>Ответы к заданиям</a:t>
            </a:r>
            <a:endParaRPr sz="2500">
              <a:solidFill>
                <a:schemeClr val="dk1"/>
              </a:solidFill>
              <a:latin typeface="Dela Gothic One"/>
              <a:ea typeface="Dela Gothic One"/>
              <a:cs typeface="Dela Gothic One"/>
              <a:sym typeface="Dela Gothic One"/>
            </a:endParaRPr>
          </a:p>
        </p:txBody>
      </p:sp>
      <p:pic>
        <p:nvPicPr>
          <p:cNvPr id="1546" name="Google Shape;1546;p25"/>
          <p:cNvPicPr preferRelativeResize="0"/>
          <p:nvPr/>
        </p:nvPicPr>
        <p:blipFill>
          <a:blip r:embed="rId4">
            <a:alphaModFix/>
          </a:blip>
          <a:stretch>
            <a:fillRect/>
          </a:stretch>
        </p:blipFill>
        <p:spPr>
          <a:xfrm>
            <a:off x="2887050" y="1737573"/>
            <a:ext cx="3369902" cy="1668350"/>
          </a:xfrm>
          <a:prstGeom prst="rect">
            <a:avLst/>
          </a:prstGeom>
          <a:noFill/>
          <a:ln>
            <a:noFill/>
          </a:ln>
        </p:spPr>
      </p:pic>
      <p:pic>
        <p:nvPicPr>
          <p:cNvPr id="1547" name="Google Shape;1547;p25"/>
          <p:cNvPicPr preferRelativeResize="0"/>
          <p:nvPr/>
        </p:nvPicPr>
        <p:blipFill>
          <a:blip r:embed="rId5">
            <a:alphaModFix/>
          </a:blip>
          <a:stretch>
            <a:fillRect/>
          </a:stretch>
        </p:blipFill>
        <p:spPr>
          <a:xfrm>
            <a:off x="215550" y="1737575"/>
            <a:ext cx="2449199" cy="185208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chnology Infographics by Slides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