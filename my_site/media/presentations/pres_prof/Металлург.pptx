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Montserrat Medium"/>
      <p:regular r:id="rId22"/>
      <p:bold r:id="rId23"/>
      <p:italic r:id="rId24"/>
      <p:boldItalic r:id="rId25"/>
    </p:embeddedFont>
    <p:embeddedFont>
      <p:font typeface="Dela Gothic One"/>
      <p:regular r:id="rId26"/>
    </p:embeddedFont>
    <p:embeddedFont>
      <p:font typeface="Fira Sans Medium"/>
      <p:regular r:id="rId27"/>
      <p:bold r:id="rId28"/>
      <p:italic r:id="rId29"/>
      <p:boldItalic r:id="rId30"/>
    </p:embeddedFont>
    <p:embeddedFont>
      <p:font typeface="Fira Sans SemiBold"/>
      <p:regular r:id="rId31"/>
      <p:bold r:id="rId32"/>
      <p:italic r:id="rId33"/>
      <p:boldItalic r:id="rId34"/>
    </p:embeddedFont>
    <p:embeddedFont>
      <p:font typeface="Fira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MontserratMedium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MontserratMedium-italic.fntdata"/><Relationship Id="rId23" Type="http://schemas.openxmlformats.org/officeDocument/2006/relationships/font" Target="fonts/Montserrat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DelaGothicOne-regular.fntdata"/><Relationship Id="rId25" Type="http://schemas.openxmlformats.org/officeDocument/2006/relationships/font" Target="fonts/MontserratMedium-boldItalic.fntdata"/><Relationship Id="rId28" Type="http://schemas.openxmlformats.org/officeDocument/2006/relationships/font" Target="fonts/FiraSansMedium-bold.fntdata"/><Relationship Id="rId27" Type="http://schemas.openxmlformats.org/officeDocument/2006/relationships/font" Target="fonts/FiraSansMedium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FiraSans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raSansSemiBold-regular.fntdata"/><Relationship Id="rId30" Type="http://schemas.openxmlformats.org/officeDocument/2006/relationships/font" Target="fonts/FiraSansMedium-boldItalic.fntdata"/><Relationship Id="rId11" Type="http://schemas.openxmlformats.org/officeDocument/2006/relationships/slide" Target="slides/slide5.xml"/><Relationship Id="rId33" Type="http://schemas.openxmlformats.org/officeDocument/2006/relationships/font" Target="fonts/FiraSansSemiBold-italic.fntdata"/><Relationship Id="rId10" Type="http://schemas.openxmlformats.org/officeDocument/2006/relationships/slide" Target="slides/slide4.xml"/><Relationship Id="rId32" Type="http://schemas.openxmlformats.org/officeDocument/2006/relationships/font" Target="fonts/FiraSansSemiBold-bold.fntdata"/><Relationship Id="rId13" Type="http://schemas.openxmlformats.org/officeDocument/2006/relationships/slide" Target="slides/slide7.xml"/><Relationship Id="rId35" Type="http://schemas.openxmlformats.org/officeDocument/2006/relationships/font" Target="fonts/FiraSans-regular.fntdata"/><Relationship Id="rId12" Type="http://schemas.openxmlformats.org/officeDocument/2006/relationships/slide" Target="slides/slide6.xml"/><Relationship Id="rId34" Type="http://schemas.openxmlformats.org/officeDocument/2006/relationships/font" Target="fonts/FiraSansSemiBold-boldItalic.fntdata"/><Relationship Id="rId15" Type="http://schemas.openxmlformats.org/officeDocument/2006/relationships/slide" Target="slides/slide9.xml"/><Relationship Id="rId37" Type="http://schemas.openxmlformats.org/officeDocument/2006/relationships/font" Target="fonts/FiraSans-italic.fntdata"/><Relationship Id="rId14" Type="http://schemas.openxmlformats.org/officeDocument/2006/relationships/slide" Target="slides/slide8.xml"/><Relationship Id="rId36" Type="http://schemas.openxmlformats.org/officeDocument/2006/relationships/font" Target="fonts/FiraSans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FiraSans-boldItalic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bcb949a9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bcb949a9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bcb949a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8bcb949a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bcb949a9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8bcb949a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9cc7a9c456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9cc7a9c456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8bcb949a9e_0_1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8bcb949a9e_0_1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36cea193b6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36cea193b6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36cea193b6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36cea193b6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38bcb949a9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38bcb949a9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38bcb949a9e_0_2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38bcb949a9e_0_2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38bcb949a9e_0_2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38bcb949a9e_0_2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1.jp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922800" y="2020175"/>
            <a:ext cx="5807400" cy="74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>
                <a:latin typeface="Dela Gothic One"/>
                <a:ea typeface="Dela Gothic One"/>
                <a:cs typeface="Dela Gothic One"/>
                <a:sym typeface="Dela Gothic One"/>
              </a:rPr>
              <a:t>Металлург</a:t>
            </a:r>
            <a:endParaRPr sz="36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grpSp>
        <p:nvGrpSpPr>
          <p:cNvPr id="100" name="Google Shape;100;p25"/>
          <p:cNvGrpSpPr/>
          <p:nvPr/>
        </p:nvGrpSpPr>
        <p:grpSpPr>
          <a:xfrm>
            <a:off x="4644506" y="1678670"/>
            <a:ext cx="4207415" cy="2966160"/>
            <a:chOff x="2523825" y="1354400"/>
            <a:chExt cx="4476450" cy="3155825"/>
          </a:xfrm>
        </p:grpSpPr>
        <p:sp>
          <p:nvSpPr>
            <p:cNvPr id="101" name="Google Shape;101;p25"/>
            <p:cNvSpPr/>
            <p:nvPr/>
          </p:nvSpPr>
          <p:spPr>
            <a:xfrm>
              <a:off x="5135725" y="2136600"/>
              <a:ext cx="424400" cy="668250"/>
            </a:xfrm>
            <a:custGeom>
              <a:rect b="b" l="l" r="r" t="t"/>
              <a:pathLst>
                <a:path extrusionOk="0" h="26730" w="16976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5"/>
            <p:cNvSpPr/>
            <p:nvPr/>
          </p:nvSpPr>
          <p:spPr>
            <a:xfrm>
              <a:off x="5908450" y="1686925"/>
              <a:ext cx="424400" cy="544725"/>
            </a:xfrm>
            <a:custGeom>
              <a:rect b="b" l="l" r="r" t="t"/>
              <a:pathLst>
                <a:path extrusionOk="0" h="21789" w="16976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5"/>
            <p:cNvSpPr/>
            <p:nvPr/>
          </p:nvSpPr>
          <p:spPr>
            <a:xfrm>
              <a:off x="5649575" y="1566175"/>
              <a:ext cx="265250" cy="530875"/>
            </a:xfrm>
            <a:custGeom>
              <a:rect b="b" l="l" r="r" t="t"/>
              <a:pathLst>
                <a:path extrusionOk="0" h="21235" w="1061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5"/>
            <p:cNvSpPr/>
            <p:nvPr/>
          </p:nvSpPr>
          <p:spPr>
            <a:xfrm>
              <a:off x="5423925" y="1354400"/>
              <a:ext cx="266825" cy="266825"/>
            </a:xfrm>
            <a:custGeom>
              <a:rect b="b" l="l" r="r" t="t"/>
              <a:pathLst>
                <a:path extrusionOk="0" h="10673" w="10673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5"/>
            <p:cNvSpPr/>
            <p:nvPr/>
          </p:nvSpPr>
          <p:spPr>
            <a:xfrm>
              <a:off x="5454000" y="1392975"/>
              <a:ext cx="206675" cy="188875"/>
            </a:xfrm>
            <a:custGeom>
              <a:rect b="b" l="l" r="r" t="t"/>
              <a:pathLst>
                <a:path extrusionOk="0" h="7555" w="8267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5"/>
            <p:cNvSpPr/>
            <p:nvPr/>
          </p:nvSpPr>
          <p:spPr>
            <a:xfrm>
              <a:off x="2750250" y="4349475"/>
              <a:ext cx="4052875" cy="160750"/>
            </a:xfrm>
            <a:custGeom>
              <a:rect b="b" l="l" r="r" t="t"/>
              <a:pathLst>
                <a:path extrusionOk="0" h="6430" w="162115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5"/>
            <p:cNvSpPr/>
            <p:nvPr/>
          </p:nvSpPr>
          <p:spPr>
            <a:xfrm>
              <a:off x="2523825" y="3132600"/>
              <a:ext cx="443400" cy="216175"/>
            </a:xfrm>
            <a:custGeom>
              <a:rect b="b" l="l" r="r" t="t"/>
              <a:pathLst>
                <a:path extrusionOk="0" h="8647" w="17736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5"/>
            <p:cNvSpPr/>
            <p:nvPr/>
          </p:nvSpPr>
          <p:spPr>
            <a:xfrm>
              <a:off x="2632300" y="3202275"/>
              <a:ext cx="124325" cy="24575"/>
            </a:xfrm>
            <a:custGeom>
              <a:rect b="b" l="l" r="r" t="t"/>
              <a:pathLst>
                <a:path extrusionOk="0" h="983" w="4973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5"/>
            <p:cNvSpPr/>
            <p:nvPr/>
          </p:nvSpPr>
          <p:spPr>
            <a:xfrm>
              <a:off x="2788275" y="3202275"/>
              <a:ext cx="68900" cy="24575"/>
            </a:xfrm>
            <a:custGeom>
              <a:rect b="b" l="l" r="r" t="t"/>
              <a:pathLst>
                <a:path extrusionOk="0" h="983" w="2756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5"/>
            <p:cNvSpPr/>
            <p:nvPr/>
          </p:nvSpPr>
          <p:spPr>
            <a:xfrm>
              <a:off x="2703550" y="3253725"/>
              <a:ext cx="153625" cy="25375"/>
            </a:xfrm>
            <a:custGeom>
              <a:rect b="b" l="l" r="r" t="t"/>
              <a:pathLst>
                <a:path extrusionOk="0" h="1015" w="6145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5"/>
            <p:cNvSpPr/>
            <p:nvPr/>
          </p:nvSpPr>
          <p:spPr>
            <a:xfrm>
              <a:off x="5697075" y="2062200"/>
              <a:ext cx="443375" cy="215375"/>
            </a:xfrm>
            <a:custGeom>
              <a:rect b="b" l="l" r="r" t="t"/>
              <a:pathLst>
                <a:path extrusionOk="0" h="8615" w="17735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5"/>
            <p:cNvSpPr/>
            <p:nvPr/>
          </p:nvSpPr>
          <p:spPr>
            <a:xfrm>
              <a:off x="5754075" y="2127100"/>
              <a:ext cx="99775" cy="25375"/>
            </a:xfrm>
            <a:custGeom>
              <a:rect b="b" l="l" r="r" t="t"/>
              <a:pathLst>
                <a:path extrusionOk="0" h="1015" w="3991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5"/>
            <p:cNvSpPr/>
            <p:nvPr/>
          </p:nvSpPr>
          <p:spPr>
            <a:xfrm>
              <a:off x="5879175" y="2127100"/>
              <a:ext cx="63350" cy="25375"/>
            </a:xfrm>
            <a:custGeom>
              <a:rect b="b" l="l" r="r" t="t"/>
              <a:pathLst>
                <a:path extrusionOk="0" h="1015" w="2534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5"/>
            <p:cNvSpPr/>
            <p:nvPr/>
          </p:nvSpPr>
          <p:spPr>
            <a:xfrm>
              <a:off x="6028800" y="2127100"/>
              <a:ext cx="53875" cy="25375"/>
            </a:xfrm>
            <a:custGeom>
              <a:rect b="b" l="l" r="r" t="t"/>
              <a:pathLst>
                <a:path extrusionOk="0" h="1015" w="2155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5"/>
            <p:cNvSpPr/>
            <p:nvPr/>
          </p:nvSpPr>
          <p:spPr>
            <a:xfrm>
              <a:off x="5879175" y="2186500"/>
              <a:ext cx="136200" cy="25350"/>
            </a:xfrm>
            <a:custGeom>
              <a:rect b="b" l="l" r="r" t="t"/>
              <a:pathLst>
                <a:path extrusionOk="0" h="1014" w="5448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5"/>
            <p:cNvSpPr/>
            <p:nvPr/>
          </p:nvSpPr>
          <p:spPr>
            <a:xfrm>
              <a:off x="3475475" y="2363050"/>
              <a:ext cx="443400" cy="215375"/>
            </a:xfrm>
            <a:custGeom>
              <a:rect b="b" l="l" r="r" t="t"/>
              <a:pathLst>
                <a:path extrusionOk="0" h="8615" w="17736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5"/>
            <p:cNvSpPr/>
            <p:nvPr/>
          </p:nvSpPr>
          <p:spPr>
            <a:xfrm>
              <a:off x="3568125" y="2419250"/>
              <a:ext cx="64150" cy="25375"/>
            </a:xfrm>
            <a:custGeom>
              <a:rect b="b" l="l" r="r" t="t"/>
              <a:pathLst>
                <a:path extrusionOk="0" h="1015" w="2566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5"/>
            <p:cNvSpPr/>
            <p:nvPr/>
          </p:nvSpPr>
          <p:spPr>
            <a:xfrm>
              <a:off x="3671050" y="2419250"/>
              <a:ext cx="45925" cy="25375"/>
            </a:xfrm>
            <a:custGeom>
              <a:rect b="b" l="l" r="r" t="t"/>
              <a:pathLst>
                <a:path extrusionOk="0" h="1015" w="1837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5"/>
            <p:cNvSpPr/>
            <p:nvPr/>
          </p:nvSpPr>
          <p:spPr>
            <a:xfrm>
              <a:off x="3663125" y="2476250"/>
              <a:ext cx="119575" cy="25375"/>
            </a:xfrm>
            <a:custGeom>
              <a:rect b="b" l="l" r="r" t="t"/>
              <a:pathLst>
                <a:path extrusionOk="0" h="1015" w="4783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5"/>
            <p:cNvSpPr/>
            <p:nvPr/>
          </p:nvSpPr>
          <p:spPr>
            <a:xfrm>
              <a:off x="3815925" y="2476250"/>
              <a:ext cx="52275" cy="25375"/>
            </a:xfrm>
            <a:custGeom>
              <a:rect b="b" l="l" r="r" t="t"/>
              <a:pathLst>
                <a:path extrusionOk="0" h="1015" w="2091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5"/>
            <p:cNvSpPr/>
            <p:nvPr/>
          </p:nvSpPr>
          <p:spPr>
            <a:xfrm>
              <a:off x="5309925" y="2437475"/>
              <a:ext cx="1383150" cy="1963475"/>
            </a:xfrm>
            <a:custGeom>
              <a:rect b="b" l="l" r="r" t="t"/>
              <a:pathLst>
                <a:path extrusionOk="0" h="78539" w="55326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5"/>
            <p:cNvSpPr/>
            <p:nvPr/>
          </p:nvSpPr>
          <p:spPr>
            <a:xfrm>
              <a:off x="5408875" y="2618775"/>
              <a:ext cx="1170200" cy="1618300"/>
            </a:xfrm>
            <a:custGeom>
              <a:rect b="b" l="l" r="r" t="t"/>
              <a:pathLst>
                <a:path extrusionOk="0" h="64732" w="46808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5"/>
            <p:cNvSpPr/>
            <p:nvPr/>
          </p:nvSpPr>
          <p:spPr>
            <a:xfrm>
              <a:off x="5484100" y="2655975"/>
              <a:ext cx="1052225" cy="1524900"/>
            </a:xfrm>
            <a:custGeom>
              <a:rect b="b" l="l" r="r" t="t"/>
              <a:pathLst>
                <a:path extrusionOk="0" h="60996" w="42089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5"/>
            <p:cNvSpPr/>
            <p:nvPr/>
          </p:nvSpPr>
          <p:spPr>
            <a:xfrm>
              <a:off x="5488050" y="3919575"/>
              <a:ext cx="1043525" cy="8725"/>
            </a:xfrm>
            <a:custGeom>
              <a:rect b="b" l="l" r="r" t="t"/>
              <a:pathLst>
                <a:path extrusionOk="0" h="349" w="41741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5"/>
            <p:cNvSpPr/>
            <p:nvPr/>
          </p:nvSpPr>
          <p:spPr>
            <a:xfrm>
              <a:off x="5488050" y="3667000"/>
              <a:ext cx="1043525" cy="7950"/>
            </a:xfrm>
            <a:custGeom>
              <a:rect b="b" l="l" r="r" t="t"/>
              <a:pathLst>
                <a:path extrusionOk="0" h="318" w="41741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5"/>
            <p:cNvSpPr/>
            <p:nvPr/>
          </p:nvSpPr>
          <p:spPr>
            <a:xfrm>
              <a:off x="5488050" y="3413650"/>
              <a:ext cx="1043525" cy="8750"/>
            </a:xfrm>
            <a:custGeom>
              <a:rect b="b" l="l" r="r" t="t"/>
              <a:pathLst>
                <a:path extrusionOk="0" h="350" w="41741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5"/>
            <p:cNvSpPr/>
            <p:nvPr/>
          </p:nvSpPr>
          <p:spPr>
            <a:xfrm>
              <a:off x="5488050" y="3161100"/>
              <a:ext cx="1043525" cy="8725"/>
            </a:xfrm>
            <a:custGeom>
              <a:rect b="b" l="l" r="r" t="t"/>
              <a:pathLst>
                <a:path extrusionOk="0" h="349" w="41741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5"/>
            <p:cNvSpPr/>
            <p:nvPr/>
          </p:nvSpPr>
          <p:spPr>
            <a:xfrm>
              <a:off x="5488050" y="2908550"/>
              <a:ext cx="1043525" cy="7925"/>
            </a:xfrm>
            <a:custGeom>
              <a:rect b="b" l="l" r="r" t="t"/>
              <a:pathLst>
                <a:path extrusionOk="0" h="317" w="41741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5"/>
            <p:cNvSpPr/>
            <p:nvPr/>
          </p:nvSpPr>
          <p:spPr>
            <a:xfrm>
              <a:off x="6353400" y="2659950"/>
              <a:ext cx="8750" cy="1516950"/>
            </a:xfrm>
            <a:custGeom>
              <a:rect b="b" l="l" r="r" t="t"/>
              <a:pathLst>
                <a:path extrusionOk="0" h="60678" w="35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5"/>
            <p:cNvSpPr/>
            <p:nvPr/>
          </p:nvSpPr>
          <p:spPr>
            <a:xfrm>
              <a:off x="6179225" y="2659950"/>
              <a:ext cx="9525" cy="1516950"/>
            </a:xfrm>
            <a:custGeom>
              <a:rect b="b" l="l" r="r" t="t"/>
              <a:pathLst>
                <a:path extrusionOk="0" h="60678" w="381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5"/>
            <p:cNvSpPr/>
            <p:nvPr/>
          </p:nvSpPr>
          <p:spPr>
            <a:xfrm>
              <a:off x="6005850" y="2659950"/>
              <a:ext cx="8725" cy="1516950"/>
            </a:xfrm>
            <a:custGeom>
              <a:rect b="b" l="l" r="r" t="t"/>
              <a:pathLst>
                <a:path extrusionOk="0" h="60678" w="349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5"/>
            <p:cNvSpPr/>
            <p:nvPr/>
          </p:nvSpPr>
          <p:spPr>
            <a:xfrm>
              <a:off x="5831650" y="2659950"/>
              <a:ext cx="8750" cy="1516950"/>
            </a:xfrm>
            <a:custGeom>
              <a:rect b="b" l="l" r="r" t="t"/>
              <a:pathLst>
                <a:path extrusionOk="0" h="60678" w="35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5"/>
            <p:cNvSpPr/>
            <p:nvPr/>
          </p:nvSpPr>
          <p:spPr>
            <a:xfrm>
              <a:off x="5657475" y="2659950"/>
              <a:ext cx="9525" cy="1516950"/>
            </a:xfrm>
            <a:custGeom>
              <a:rect b="b" l="l" r="r" t="t"/>
              <a:pathLst>
                <a:path extrusionOk="0" h="60678" w="381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5"/>
            <p:cNvSpPr/>
            <p:nvPr/>
          </p:nvSpPr>
          <p:spPr>
            <a:xfrm>
              <a:off x="5665400" y="3611600"/>
              <a:ext cx="104525" cy="212200"/>
            </a:xfrm>
            <a:custGeom>
              <a:rect b="b" l="l" r="r" t="t"/>
              <a:pathLst>
                <a:path extrusionOk="0" h="8488" w="4181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5"/>
            <p:cNvSpPr/>
            <p:nvPr/>
          </p:nvSpPr>
          <p:spPr>
            <a:xfrm>
              <a:off x="5814250" y="3442950"/>
              <a:ext cx="104525" cy="380850"/>
            </a:xfrm>
            <a:custGeom>
              <a:rect b="b" l="l" r="r" t="t"/>
              <a:pathLst>
                <a:path extrusionOk="0" h="15234" w="4181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5"/>
            <p:cNvSpPr/>
            <p:nvPr/>
          </p:nvSpPr>
          <p:spPr>
            <a:xfrm>
              <a:off x="5962300" y="3735900"/>
              <a:ext cx="104525" cy="87900"/>
            </a:xfrm>
            <a:custGeom>
              <a:rect b="b" l="l" r="r" t="t"/>
              <a:pathLst>
                <a:path extrusionOk="0" h="3516" w="4181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5"/>
            <p:cNvSpPr/>
            <p:nvPr/>
          </p:nvSpPr>
          <p:spPr>
            <a:xfrm>
              <a:off x="6110350" y="3544300"/>
              <a:ext cx="104525" cy="279500"/>
            </a:xfrm>
            <a:custGeom>
              <a:rect b="b" l="l" r="r" t="t"/>
              <a:pathLst>
                <a:path extrusionOk="0" h="11180" w="4181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5"/>
            <p:cNvSpPr/>
            <p:nvPr/>
          </p:nvSpPr>
          <p:spPr>
            <a:xfrm>
              <a:off x="6259200" y="3648800"/>
              <a:ext cx="104525" cy="175000"/>
            </a:xfrm>
            <a:custGeom>
              <a:rect b="b" l="l" r="r" t="t"/>
              <a:pathLst>
                <a:path extrusionOk="0" h="7000" w="4181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5"/>
            <p:cNvSpPr/>
            <p:nvPr/>
          </p:nvSpPr>
          <p:spPr>
            <a:xfrm>
              <a:off x="6089775" y="3891850"/>
              <a:ext cx="138575" cy="24575"/>
            </a:xfrm>
            <a:custGeom>
              <a:rect b="b" l="l" r="r" t="t"/>
              <a:pathLst>
                <a:path extrusionOk="0" h="983" w="5543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5"/>
            <p:cNvSpPr/>
            <p:nvPr/>
          </p:nvSpPr>
          <p:spPr>
            <a:xfrm>
              <a:off x="6324125" y="3891850"/>
              <a:ext cx="53050" cy="24575"/>
            </a:xfrm>
            <a:custGeom>
              <a:rect b="b" l="l" r="r" t="t"/>
              <a:pathLst>
                <a:path extrusionOk="0" h="983" w="2122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5"/>
            <p:cNvSpPr/>
            <p:nvPr/>
          </p:nvSpPr>
          <p:spPr>
            <a:xfrm>
              <a:off x="6146775" y="3936200"/>
              <a:ext cx="60200" cy="25350"/>
            </a:xfrm>
            <a:custGeom>
              <a:rect b="b" l="l" r="r" t="t"/>
              <a:pathLst>
                <a:path extrusionOk="0" h="1014" w="2408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5"/>
            <p:cNvSpPr/>
            <p:nvPr/>
          </p:nvSpPr>
          <p:spPr>
            <a:xfrm>
              <a:off x="6243350" y="3936200"/>
              <a:ext cx="106125" cy="25350"/>
            </a:xfrm>
            <a:custGeom>
              <a:rect b="b" l="l" r="r" t="t"/>
              <a:pathLst>
                <a:path extrusionOk="0" h="1014" w="4245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5"/>
            <p:cNvSpPr/>
            <p:nvPr/>
          </p:nvSpPr>
          <p:spPr>
            <a:xfrm>
              <a:off x="6271850" y="3225225"/>
              <a:ext cx="137800" cy="25375"/>
            </a:xfrm>
            <a:custGeom>
              <a:rect b="b" l="l" r="r" t="t"/>
              <a:pathLst>
                <a:path extrusionOk="0" h="1015" w="5512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5"/>
            <p:cNvSpPr/>
            <p:nvPr/>
          </p:nvSpPr>
          <p:spPr>
            <a:xfrm>
              <a:off x="6328075" y="3270350"/>
              <a:ext cx="60975" cy="25375"/>
            </a:xfrm>
            <a:custGeom>
              <a:rect b="b" l="l" r="r" t="t"/>
              <a:pathLst>
                <a:path extrusionOk="0" h="1015" w="2439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5"/>
            <p:cNvSpPr/>
            <p:nvPr/>
          </p:nvSpPr>
          <p:spPr>
            <a:xfrm>
              <a:off x="5649575" y="3891850"/>
              <a:ext cx="113225" cy="24575"/>
            </a:xfrm>
            <a:custGeom>
              <a:rect b="b" l="l" r="r" t="t"/>
              <a:pathLst>
                <a:path extrusionOk="0" h="983" w="4529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5"/>
            <p:cNvSpPr/>
            <p:nvPr/>
          </p:nvSpPr>
          <p:spPr>
            <a:xfrm>
              <a:off x="5794450" y="3891850"/>
              <a:ext cx="58625" cy="24575"/>
            </a:xfrm>
            <a:custGeom>
              <a:rect b="b" l="l" r="r" t="t"/>
              <a:pathLst>
                <a:path extrusionOk="0" h="983" w="2345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5"/>
            <p:cNvSpPr/>
            <p:nvPr/>
          </p:nvSpPr>
          <p:spPr>
            <a:xfrm>
              <a:off x="5746150" y="3936200"/>
              <a:ext cx="121950" cy="25350"/>
            </a:xfrm>
            <a:custGeom>
              <a:rect b="b" l="l" r="r" t="t"/>
              <a:pathLst>
                <a:path extrusionOk="0" h="1014" w="4878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5"/>
            <p:cNvSpPr/>
            <p:nvPr/>
          </p:nvSpPr>
          <p:spPr>
            <a:xfrm>
              <a:off x="5552175" y="2762075"/>
              <a:ext cx="113250" cy="24575"/>
            </a:xfrm>
            <a:custGeom>
              <a:rect b="b" l="l" r="r" t="t"/>
              <a:pathLst>
                <a:path extrusionOk="0" h="983" w="453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5"/>
            <p:cNvSpPr/>
            <p:nvPr/>
          </p:nvSpPr>
          <p:spPr>
            <a:xfrm>
              <a:off x="5697075" y="2762075"/>
              <a:ext cx="58600" cy="24575"/>
            </a:xfrm>
            <a:custGeom>
              <a:rect b="b" l="l" r="r" t="t"/>
              <a:pathLst>
                <a:path extrusionOk="0" h="983" w="2344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5"/>
            <p:cNvSpPr/>
            <p:nvPr/>
          </p:nvSpPr>
          <p:spPr>
            <a:xfrm>
              <a:off x="5647975" y="2806400"/>
              <a:ext cx="122750" cy="25375"/>
            </a:xfrm>
            <a:custGeom>
              <a:rect b="b" l="l" r="r" t="t"/>
              <a:pathLst>
                <a:path extrusionOk="0" h="1015" w="491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5"/>
            <p:cNvSpPr/>
            <p:nvPr/>
          </p:nvSpPr>
          <p:spPr>
            <a:xfrm>
              <a:off x="5753275" y="2773150"/>
              <a:ext cx="547125" cy="547100"/>
            </a:xfrm>
            <a:custGeom>
              <a:rect b="b" l="l" r="r" t="t"/>
              <a:pathLst>
                <a:path extrusionOk="0" h="21884" w="21885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5"/>
            <p:cNvSpPr/>
            <p:nvPr/>
          </p:nvSpPr>
          <p:spPr>
            <a:xfrm>
              <a:off x="6012975" y="2804200"/>
              <a:ext cx="202700" cy="448775"/>
            </a:xfrm>
            <a:custGeom>
              <a:rect b="b" l="l" r="r" t="t"/>
              <a:pathLst>
                <a:path extrusionOk="0" h="17951" w="8108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5"/>
            <p:cNvSpPr/>
            <p:nvPr/>
          </p:nvSpPr>
          <p:spPr>
            <a:xfrm>
              <a:off x="5752500" y="3033625"/>
              <a:ext cx="287400" cy="38025"/>
            </a:xfrm>
            <a:custGeom>
              <a:rect b="b" l="l" r="r" t="t"/>
              <a:pathLst>
                <a:path extrusionOk="0" h="1521" w="11496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5"/>
            <p:cNvSpPr/>
            <p:nvPr/>
          </p:nvSpPr>
          <p:spPr>
            <a:xfrm>
              <a:off x="5476175" y="4097700"/>
              <a:ext cx="1068075" cy="25375"/>
            </a:xfrm>
            <a:custGeom>
              <a:rect b="b" l="l" r="r" t="t"/>
              <a:pathLst>
                <a:path extrusionOk="0" h="1015" w="42723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5"/>
            <p:cNvSpPr/>
            <p:nvPr/>
          </p:nvSpPr>
          <p:spPr>
            <a:xfrm>
              <a:off x="6432575" y="2697950"/>
              <a:ext cx="70500" cy="69700"/>
            </a:xfrm>
            <a:custGeom>
              <a:rect b="b" l="l" r="r" t="t"/>
              <a:pathLst>
                <a:path extrusionOk="0" h="2788" w="282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5"/>
            <p:cNvSpPr/>
            <p:nvPr/>
          </p:nvSpPr>
          <p:spPr>
            <a:xfrm>
              <a:off x="5565650" y="3215725"/>
              <a:ext cx="68100" cy="68125"/>
            </a:xfrm>
            <a:custGeom>
              <a:rect b="b" l="l" r="r" t="t"/>
              <a:pathLst>
                <a:path extrusionOk="0" h="2725" w="2724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5"/>
            <p:cNvSpPr/>
            <p:nvPr/>
          </p:nvSpPr>
          <p:spPr>
            <a:xfrm>
              <a:off x="6265525" y="3410500"/>
              <a:ext cx="182125" cy="75225"/>
            </a:xfrm>
            <a:custGeom>
              <a:rect b="b" l="l" r="r" t="t"/>
              <a:pathLst>
                <a:path extrusionOk="0" h="3009" w="7285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5"/>
            <p:cNvSpPr/>
            <p:nvPr/>
          </p:nvSpPr>
          <p:spPr>
            <a:xfrm>
              <a:off x="5517350" y="4004275"/>
              <a:ext cx="148875" cy="74450"/>
            </a:xfrm>
            <a:custGeom>
              <a:rect b="b" l="l" r="r" t="t"/>
              <a:pathLst>
                <a:path extrusionOk="0" h="2978" w="5955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5"/>
            <p:cNvSpPr/>
            <p:nvPr/>
          </p:nvSpPr>
          <p:spPr>
            <a:xfrm>
              <a:off x="5697850" y="4004275"/>
              <a:ext cx="87125" cy="74450"/>
            </a:xfrm>
            <a:custGeom>
              <a:rect b="b" l="l" r="r" t="t"/>
              <a:pathLst>
                <a:path extrusionOk="0" h="2978" w="3485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5"/>
            <p:cNvSpPr/>
            <p:nvPr/>
          </p:nvSpPr>
          <p:spPr>
            <a:xfrm>
              <a:off x="6430200" y="4004275"/>
              <a:ext cx="57825" cy="57050"/>
            </a:xfrm>
            <a:custGeom>
              <a:rect b="b" l="l" r="r" t="t"/>
              <a:pathLst>
                <a:path extrusionOk="0" h="2282" w="2313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5"/>
            <p:cNvSpPr/>
            <p:nvPr/>
          </p:nvSpPr>
          <p:spPr>
            <a:xfrm>
              <a:off x="3492900" y="3838025"/>
              <a:ext cx="2062475" cy="228050"/>
            </a:xfrm>
            <a:custGeom>
              <a:rect b="b" l="l" r="r" t="t"/>
              <a:pathLst>
                <a:path extrusionOk="0" h="9122" w="82499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5"/>
            <p:cNvSpPr/>
            <p:nvPr/>
          </p:nvSpPr>
          <p:spPr>
            <a:xfrm>
              <a:off x="3492900" y="2784250"/>
              <a:ext cx="2061675" cy="1053800"/>
            </a:xfrm>
            <a:custGeom>
              <a:rect b="b" l="l" r="r" t="t"/>
              <a:pathLst>
                <a:path extrusionOk="0" h="42152" w="82467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5"/>
            <p:cNvSpPr/>
            <p:nvPr/>
          </p:nvSpPr>
          <p:spPr>
            <a:xfrm>
              <a:off x="4313125" y="4066050"/>
              <a:ext cx="437850" cy="106900"/>
            </a:xfrm>
            <a:custGeom>
              <a:rect b="b" l="l" r="r" t="t"/>
              <a:pathLst>
                <a:path extrusionOk="0" h="4276" w="17514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5"/>
            <p:cNvSpPr/>
            <p:nvPr/>
          </p:nvSpPr>
          <p:spPr>
            <a:xfrm>
              <a:off x="4103325" y="4066050"/>
              <a:ext cx="841625" cy="291375"/>
            </a:xfrm>
            <a:custGeom>
              <a:rect b="b" l="l" r="r" t="t"/>
              <a:pathLst>
                <a:path extrusionOk="0" h="11655" w="33665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5"/>
            <p:cNvSpPr/>
            <p:nvPr/>
          </p:nvSpPr>
          <p:spPr>
            <a:xfrm>
              <a:off x="4098575" y="4344725"/>
              <a:ext cx="850325" cy="71275"/>
            </a:xfrm>
            <a:custGeom>
              <a:rect b="b" l="l" r="r" t="t"/>
              <a:pathLst>
                <a:path extrusionOk="0" h="2851" w="34013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5"/>
            <p:cNvSpPr/>
            <p:nvPr/>
          </p:nvSpPr>
          <p:spPr>
            <a:xfrm>
              <a:off x="2780350" y="3284150"/>
              <a:ext cx="666650" cy="397925"/>
            </a:xfrm>
            <a:custGeom>
              <a:rect b="b" l="l" r="r" t="t"/>
              <a:pathLst>
                <a:path extrusionOk="0" h="15917" w="26666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5"/>
            <p:cNvSpPr/>
            <p:nvPr/>
          </p:nvSpPr>
          <p:spPr>
            <a:xfrm>
              <a:off x="2823100" y="3373275"/>
              <a:ext cx="950100" cy="969100"/>
            </a:xfrm>
            <a:custGeom>
              <a:rect b="b" l="l" r="r" t="t"/>
              <a:pathLst>
                <a:path extrusionOk="0" h="38764" w="38004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5"/>
            <p:cNvSpPr/>
            <p:nvPr/>
          </p:nvSpPr>
          <p:spPr>
            <a:xfrm>
              <a:off x="3149300" y="4032775"/>
              <a:ext cx="674575" cy="414925"/>
            </a:xfrm>
            <a:custGeom>
              <a:rect b="b" l="l" r="r" t="t"/>
              <a:pathLst>
                <a:path extrusionOk="0" h="16597" w="26983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5"/>
            <p:cNvSpPr/>
            <p:nvPr/>
          </p:nvSpPr>
          <p:spPr>
            <a:xfrm>
              <a:off x="3043200" y="3436475"/>
              <a:ext cx="129075" cy="73150"/>
            </a:xfrm>
            <a:custGeom>
              <a:rect b="b" l="l" r="r" t="t"/>
              <a:pathLst>
                <a:path extrusionOk="0" h="2926" w="5163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5"/>
            <p:cNvSpPr/>
            <p:nvPr/>
          </p:nvSpPr>
          <p:spPr>
            <a:xfrm>
              <a:off x="3424825" y="4200850"/>
              <a:ext cx="148075" cy="97975"/>
            </a:xfrm>
            <a:custGeom>
              <a:rect b="b" l="l" r="r" t="t"/>
              <a:pathLst>
                <a:path extrusionOk="0" h="3919" w="5923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5"/>
            <p:cNvSpPr/>
            <p:nvPr/>
          </p:nvSpPr>
          <p:spPr>
            <a:xfrm>
              <a:off x="3085150" y="3823775"/>
              <a:ext cx="149675" cy="126700"/>
            </a:xfrm>
            <a:custGeom>
              <a:rect b="b" l="l" r="r" t="t"/>
              <a:pathLst>
                <a:path extrusionOk="0" h="5068" w="5987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5"/>
            <p:cNvSpPr/>
            <p:nvPr/>
          </p:nvSpPr>
          <p:spPr>
            <a:xfrm>
              <a:off x="3259350" y="3683625"/>
              <a:ext cx="58600" cy="311975"/>
            </a:xfrm>
            <a:custGeom>
              <a:rect b="b" l="l" r="r" t="t"/>
              <a:pathLst>
                <a:path extrusionOk="0" h="12479" w="2344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5"/>
            <p:cNvSpPr/>
            <p:nvPr/>
          </p:nvSpPr>
          <p:spPr>
            <a:xfrm>
              <a:off x="3342475" y="3728775"/>
              <a:ext cx="149650" cy="126700"/>
            </a:xfrm>
            <a:custGeom>
              <a:rect b="b" l="l" r="r" t="t"/>
              <a:pathLst>
                <a:path extrusionOk="0" h="5068" w="5986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5"/>
            <p:cNvSpPr/>
            <p:nvPr/>
          </p:nvSpPr>
          <p:spPr>
            <a:xfrm>
              <a:off x="3644925" y="3248200"/>
              <a:ext cx="1771100" cy="341250"/>
            </a:xfrm>
            <a:custGeom>
              <a:rect b="b" l="l" r="r" t="t"/>
              <a:pathLst>
                <a:path extrusionOk="0" h="13650" w="70844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5"/>
            <p:cNvSpPr/>
            <p:nvPr/>
          </p:nvSpPr>
          <p:spPr>
            <a:xfrm>
              <a:off x="4161125" y="3203850"/>
              <a:ext cx="114025" cy="114025"/>
            </a:xfrm>
            <a:custGeom>
              <a:rect b="b" l="l" r="r" t="t"/>
              <a:pathLst>
                <a:path extrusionOk="0" h="4561" w="4561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5"/>
            <p:cNvSpPr/>
            <p:nvPr/>
          </p:nvSpPr>
          <p:spPr>
            <a:xfrm>
              <a:off x="4571225" y="3445325"/>
              <a:ext cx="75250" cy="76025"/>
            </a:xfrm>
            <a:custGeom>
              <a:rect b="b" l="l" r="r" t="t"/>
              <a:pathLst>
                <a:path extrusionOk="0" h="3041" w="301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5"/>
            <p:cNvSpPr/>
            <p:nvPr/>
          </p:nvSpPr>
          <p:spPr>
            <a:xfrm>
              <a:off x="5119100" y="3445325"/>
              <a:ext cx="105325" cy="105325"/>
            </a:xfrm>
            <a:custGeom>
              <a:rect b="b" l="l" r="r" t="t"/>
              <a:pathLst>
                <a:path extrusionOk="0" h="4213" w="4213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5"/>
            <p:cNvSpPr/>
            <p:nvPr/>
          </p:nvSpPr>
          <p:spPr>
            <a:xfrm>
              <a:off x="5355050" y="3305975"/>
              <a:ext cx="105325" cy="105325"/>
            </a:xfrm>
            <a:custGeom>
              <a:rect b="b" l="l" r="r" t="t"/>
              <a:pathLst>
                <a:path extrusionOk="0" h="4213" w="4213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5"/>
            <p:cNvSpPr/>
            <p:nvPr/>
          </p:nvSpPr>
          <p:spPr>
            <a:xfrm>
              <a:off x="5377200" y="3328150"/>
              <a:ext cx="61000" cy="61000"/>
            </a:xfrm>
            <a:custGeom>
              <a:rect b="b" l="l" r="r" t="t"/>
              <a:pathLst>
                <a:path extrusionOk="0" h="2440" w="244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5"/>
            <p:cNvSpPr/>
            <p:nvPr/>
          </p:nvSpPr>
          <p:spPr>
            <a:xfrm>
              <a:off x="3592650" y="3524500"/>
              <a:ext cx="104550" cy="105325"/>
            </a:xfrm>
            <a:custGeom>
              <a:rect b="b" l="l" r="r" t="t"/>
              <a:pathLst>
                <a:path extrusionOk="0" h="4213" w="4182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5"/>
            <p:cNvSpPr/>
            <p:nvPr/>
          </p:nvSpPr>
          <p:spPr>
            <a:xfrm>
              <a:off x="3614825" y="3546675"/>
              <a:ext cx="61000" cy="60975"/>
            </a:xfrm>
            <a:custGeom>
              <a:rect b="b" l="l" r="r" t="t"/>
              <a:pathLst>
                <a:path extrusionOk="0" h="2439" w="244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5"/>
            <p:cNvSpPr/>
            <p:nvPr/>
          </p:nvSpPr>
          <p:spPr>
            <a:xfrm>
              <a:off x="4880000" y="2948925"/>
              <a:ext cx="173425" cy="24550"/>
            </a:xfrm>
            <a:custGeom>
              <a:rect b="b" l="l" r="r" t="t"/>
              <a:pathLst>
                <a:path extrusionOk="0" h="982" w="6937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5"/>
            <p:cNvSpPr/>
            <p:nvPr/>
          </p:nvSpPr>
          <p:spPr>
            <a:xfrm>
              <a:off x="5108025" y="2948925"/>
              <a:ext cx="81575" cy="24550"/>
            </a:xfrm>
            <a:custGeom>
              <a:rect b="b" l="l" r="r" t="t"/>
              <a:pathLst>
                <a:path extrusionOk="0" h="982" w="3263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5"/>
            <p:cNvSpPr/>
            <p:nvPr/>
          </p:nvSpPr>
          <p:spPr>
            <a:xfrm>
              <a:off x="5300425" y="2948925"/>
              <a:ext cx="58600" cy="24550"/>
            </a:xfrm>
            <a:custGeom>
              <a:rect b="b" l="l" r="r" t="t"/>
              <a:pathLst>
                <a:path extrusionOk="0" h="982" w="2344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5"/>
            <p:cNvSpPr/>
            <p:nvPr/>
          </p:nvSpPr>
          <p:spPr>
            <a:xfrm>
              <a:off x="5127025" y="3021750"/>
              <a:ext cx="197950" cy="25375"/>
            </a:xfrm>
            <a:custGeom>
              <a:rect b="b" l="l" r="r" t="t"/>
              <a:pathLst>
                <a:path extrusionOk="0" h="1015" w="7918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5"/>
            <p:cNvSpPr/>
            <p:nvPr/>
          </p:nvSpPr>
          <p:spPr>
            <a:xfrm>
              <a:off x="3979025" y="3617125"/>
              <a:ext cx="119575" cy="24575"/>
            </a:xfrm>
            <a:custGeom>
              <a:rect b="b" l="l" r="r" t="t"/>
              <a:pathLst>
                <a:path extrusionOk="0" h="983" w="4783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5"/>
            <p:cNvSpPr/>
            <p:nvPr/>
          </p:nvSpPr>
          <p:spPr>
            <a:xfrm>
              <a:off x="4148450" y="3617125"/>
              <a:ext cx="50700" cy="24575"/>
            </a:xfrm>
            <a:custGeom>
              <a:rect b="b" l="l" r="r" t="t"/>
              <a:pathLst>
                <a:path extrusionOk="0" h="983" w="2028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5"/>
            <p:cNvSpPr/>
            <p:nvPr/>
          </p:nvSpPr>
          <p:spPr>
            <a:xfrm>
              <a:off x="4750175" y="3617125"/>
              <a:ext cx="136975" cy="24575"/>
            </a:xfrm>
            <a:custGeom>
              <a:rect b="b" l="l" r="r" t="t"/>
              <a:pathLst>
                <a:path extrusionOk="0" h="983" w="5479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5"/>
            <p:cNvSpPr/>
            <p:nvPr/>
          </p:nvSpPr>
          <p:spPr>
            <a:xfrm>
              <a:off x="4933850" y="3617125"/>
              <a:ext cx="58600" cy="24575"/>
            </a:xfrm>
            <a:custGeom>
              <a:rect b="b" l="l" r="r" t="t"/>
              <a:pathLst>
                <a:path extrusionOk="0" h="983" w="2344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5"/>
            <p:cNvSpPr/>
            <p:nvPr/>
          </p:nvSpPr>
          <p:spPr>
            <a:xfrm>
              <a:off x="5163450" y="3617125"/>
              <a:ext cx="73650" cy="24575"/>
            </a:xfrm>
            <a:custGeom>
              <a:rect b="b" l="l" r="r" t="t"/>
              <a:pathLst>
                <a:path extrusionOk="0" h="983" w="2946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5"/>
            <p:cNvSpPr/>
            <p:nvPr/>
          </p:nvSpPr>
          <p:spPr>
            <a:xfrm>
              <a:off x="3676575" y="2937825"/>
              <a:ext cx="139375" cy="25375"/>
            </a:xfrm>
            <a:custGeom>
              <a:rect b="b" l="l" r="r" t="t"/>
              <a:pathLst>
                <a:path extrusionOk="0" h="1015" w="5575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5"/>
            <p:cNvSpPr/>
            <p:nvPr/>
          </p:nvSpPr>
          <p:spPr>
            <a:xfrm>
              <a:off x="3852350" y="2937825"/>
              <a:ext cx="68100" cy="25375"/>
            </a:xfrm>
            <a:custGeom>
              <a:rect b="b" l="l" r="r" t="t"/>
              <a:pathLst>
                <a:path extrusionOk="0" h="1015" w="2724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5"/>
            <p:cNvSpPr/>
            <p:nvPr/>
          </p:nvSpPr>
          <p:spPr>
            <a:xfrm>
              <a:off x="2966400" y="2846400"/>
              <a:ext cx="266050" cy="531650"/>
            </a:xfrm>
            <a:custGeom>
              <a:rect b="b" l="l" r="r" t="t"/>
              <a:pathLst>
                <a:path extrusionOk="0" h="21266" w="10642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5"/>
            <p:cNvSpPr/>
            <p:nvPr/>
          </p:nvSpPr>
          <p:spPr>
            <a:xfrm>
              <a:off x="2741550" y="2634600"/>
              <a:ext cx="266850" cy="266850"/>
            </a:xfrm>
            <a:custGeom>
              <a:rect b="b" l="l" r="r" t="t"/>
              <a:pathLst>
                <a:path extrusionOk="0" h="10674" w="10674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5"/>
            <p:cNvSpPr/>
            <p:nvPr/>
          </p:nvSpPr>
          <p:spPr>
            <a:xfrm>
              <a:off x="2770850" y="2673800"/>
              <a:ext cx="207450" cy="188450"/>
            </a:xfrm>
            <a:custGeom>
              <a:rect b="b" l="l" r="r" t="t"/>
              <a:pathLst>
                <a:path extrusionOk="0" h="7538" w="8298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5"/>
            <p:cNvSpPr/>
            <p:nvPr/>
          </p:nvSpPr>
          <p:spPr>
            <a:xfrm>
              <a:off x="3700325" y="2547525"/>
              <a:ext cx="8750" cy="292150"/>
            </a:xfrm>
            <a:custGeom>
              <a:rect b="b" l="l" r="r" t="t"/>
              <a:pathLst>
                <a:path extrusionOk="0" h="11686" w="35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5"/>
            <p:cNvSpPr/>
            <p:nvPr/>
          </p:nvSpPr>
          <p:spPr>
            <a:xfrm>
              <a:off x="2598250" y="3306775"/>
              <a:ext cx="424400" cy="669025"/>
            </a:xfrm>
            <a:custGeom>
              <a:rect b="b" l="l" r="r" t="t"/>
              <a:pathLst>
                <a:path extrusionOk="0" h="26761" w="16976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5"/>
            <p:cNvSpPr/>
            <p:nvPr/>
          </p:nvSpPr>
          <p:spPr>
            <a:xfrm>
              <a:off x="5914000" y="2241900"/>
              <a:ext cx="8725" cy="249425"/>
            </a:xfrm>
            <a:custGeom>
              <a:rect b="b" l="l" r="r" t="t"/>
              <a:pathLst>
                <a:path extrusionOk="0" h="9977" w="349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5"/>
            <p:cNvSpPr/>
            <p:nvPr/>
          </p:nvSpPr>
          <p:spPr>
            <a:xfrm>
              <a:off x="4192800" y="2458050"/>
              <a:ext cx="240700" cy="240700"/>
            </a:xfrm>
            <a:custGeom>
              <a:rect b="b" l="l" r="r" t="t"/>
              <a:pathLst>
                <a:path extrusionOk="0" h="9628" w="9628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5"/>
            <p:cNvSpPr/>
            <p:nvPr/>
          </p:nvSpPr>
          <p:spPr>
            <a:xfrm>
              <a:off x="4135000" y="1664750"/>
              <a:ext cx="438625" cy="438625"/>
            </a:xfrm>
            <a:custGeom>
              <a:rect b="b" l="l" r="r" t="t"/>
              <a:pathLst>
                <a:path extrusionOk="0" h="17545" w="17545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5"/>
            <p:cNvSpPr/>
            <p:nvPr/>
          </p:nvSpPr>
          <p:spPr>
            <a:xfrm>
              <a:off x="3285475" y="2764450"/>
              <a:ext cx="172625" cy="172625"/>
            </a:xfrm>
            <a:custGeom>
              <a:rect b="b" l="l" r="r" t="t"/>
              <a:pathLst>
                <a:path extrusionOk="0" h="6905" w="6905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5"/>
            <p:cNvSpPr/>
            <p:nvPr/>
          </p:nvSpPr>
          <p:spPr>
            <a:xfrm>
              <a:off x="5016975" y="1886425"/>
              <a:ext cx="254950" cy="254950"/>
            </a:xfrm>
            <a:custGeom>
              <a:rect b="b" l="l" r="r" t="t"/>
              <a:pathLst>
                <a:path extrusionOk="0" h="10198" w="10198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5"/>
            <p:cNvSpPr/>
            <p:nvPr/>
          </p:nvSpPr>
          <p:spPr>
            <a:xfrm>
              <a:off x="6183975" y="1449400"/>
              <a:ext cx="254975" cy="254950"/>
            </a:xfrm>
            <a:custGeom>
              <a:rect b="b" l="l" r="r" t="t"/>
              <a:pathLst>
                <a:path extrusionOk="0" h="10198" w="10199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5"/>
            <p:cNvSpPr/>
            <p:nvPr/>
          </p:nvSpPr>
          <p:spPr>
            <a:xfrm>
              <a:off x="6605975" y="3315475"/>
              <a:ext cx="394300" cy="394325"/>
            </a:xfrm>
            <a:custGeom>
              <a:rect b="b" l="l" r="r" t="t"/>
              <a:pathLst>
                <a:path extrusionOk="0" h="15773" w="15772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5"/>
            <p:cNvSpPr/>
            <p:nvPr/>
          </p:nvSpPr>
          <p:spPr>
            <a:xfrm>
              <a:off x="6647150" y="2157200"/>
              <a:ext cx="178150" cy="178150"/>
            </a:xfrm>
            <a:custGeom>
              <a:rect b="b" l="l" r="r" t="t"/>
              <a:pathLst>
                <a:path extrusionOk="0" h="7126" w="7126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5"/>
            <p:cNvSpPr/>
            <p:nvPr/>
          </p:nvSpPr>
          <p:spPr>
            <a:xfrm>
              <a:off x="4713750" y="2228450"/>
              <a:ext cx="91850" cy="91075"/>
            </a:xfrm>
            <a:custGeom>
              <a:rect b="b" l="l" r="r" t="t"/>
              <a:pathLst>
                <a:path extrusionOk="0" h="3643" w="3674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5"/>
            <p:cNvSpPr/>
            <p:nvPr/>
          </p:nvSpPr>
          <p:spPr>
            <a:xfrm>
              <a:off x="3606900" y="2093075"/>
              <a:ext cx="152850" cy="153600"/>
            </a:xfrm>
            <a:custGeom>
              <a:rect b="b" l="l" r="r" t="t"/>
              <a:pathLst>
                <a:path extrusionOk="0" h="6144" w="6114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5"/>
            <p:cNvSpPr/>
            <p:nvPr/>
          </p:nvSpPr>
          <p:spPr>
            <a:xfrm>
              <a:off x="4774700" y="1416150"/>
              <a:ext cx="152825" cy="152825"/>
            </a:xfrm>
            <a:custGeom>
              <a:rect b="b" l="l" r="r" t="t"/>
              <a:pathLst>
                <a:path extrusionOk="0" h="6113" w="6113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5"/>
            <p:cNvSpPr/>
            <p:nvPr/>
          </p:nvSpPr>
          <p:spPr>
            <a:xfrm>
              <a:off x="2681375" y="4073950"/>
              <a:ext cx="197975" cy="197175"/>
            </a:xfrm>
            <a:custGeom>
              <a:rect b="b" l="l" r="r" t="t"/>
              <a:pathLst>
                <a:path extrusionOk="0" h="7887" w="7919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type="title"/>
          </p:nvPr>
        </p:nvSpPr>
        <p:spPr>
          <a:xfrm>
            <a:off x="251050" y="1094850"/>
            <a:ext cx="4171500" cy="29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  Металлург</a:t>
            </a:r>
            <a:r>
              <a:rPr lang="ru" sz="16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- это специалист, который занимается производством и обработкой металлов и их сплавов. Эта профессия играет важнейшую роль в современной промышленности, ведь металлы используются практически во всех сферах нашей жизни - от строительства домов и производства машин до изготовления мелких бытовых предметов.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5" name="Google Shape;2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2550" y="1059250"/>
            <a:ext cx="4535276" cy="30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type="title"/>
          </p:nvPr>
        </p:nvSpPr>
        <p:spPr>
          <a:xfrm>
            <a:off x="83200" y="240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500">
                <a:latin typeface="Dela Gothic One"/>
                <a:ea typeface="Dela Gothic One"/>
                <a:cs typeface="Dela Gothic One"/>
                <a:sym typeface="Dela Gothic One"/>
              </a:rPr>
              <a:t>История профессии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221" name="Google Shape;221;p27"/>
          <p:cNvSpPr txBox="1"/>
          <p:nvPr>
            <p:ph idx="1" type="body"/>
          </p:nvPr>
        </p:nvSpPr>
        <p:spPr>
          <a:xfrm>
            <a:off x="160425" y="1120725"/>
            <a:ext cx="459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38100" marR="635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Профессия металлурга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ru" sz="12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зародилась в эпоху бронзового века (примерно 5000 лет назад)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. Люди научились выплавлять медь и изготавливать из неё инструменты и оружие. Позже, примерно 3000 лет назад, был освоен процесс получения 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железа из руды, что ознаменовало начало железного века. </a:t>
            </a:r>
            <a:endParaRPr sz="900">
              <a:solidFill>
                <a:schemeClr val="hlink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На протяжении многих веков металлургия развивалась как ремесло, секреты которого передавались от мастера к ученику. В Средние века центрами металлургического производства были кузницы, которые были распространены в городах и деревнях.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2" name="Google Shape;2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225" y="1200425"/>
            <a:ext cx="4190975" cy="3009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type="title"/>
          </p:nvPr>
        </p:nvSpPr>
        <p:spPr>
          <a:xfrm>
            <a:off x="3663900" y="295500"/>
            <a:ext cx="2018400" cy="7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Dela Gothic One"/>
                <a:ea typeface="Dela Gothic One"/>
                <a:cs typeface="Dela Gothic One"/>
                <a:sym typeface="Dela Gothic One"/>
              </a:rPr>
              <a:t>Функции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845250" y="1361325"/>
            <a:ext cx="21408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0A0A0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Подготовка сырья и </a:t>
            </a:r>
            <a:r>
              <a:rPr lang="ru" sz="1600">
                <a:solidFill>
                  <a:srgbClr val="0A0A0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плавка</a:t>
            </a:r>
            <a:endParaRPr sz="1600">
              <a:solidFill>
                <a:srgbClr val="0A0A0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28"/>
          <p:cNvSpPr txBox="1"/>
          <p:nvPr/>
        </p:nvSpPr>
        <p:spPr>
          <a:xfrm>
            <a:off x="1173000" y="3194788"/>
            <a:ext cx="1710000" cy="1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Обработка металлов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28"/>
          <p:cNvSpPr txBox="1"/>
          <p:nvPr/>
        </p:nvSpPr>
        <p:spPr>
          <a:xfrm>
            <a:off x="6432650" y="1361325"/>
            <a:ext cx="21408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Проведение лабораторных анализов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6341900" y="3080675"/>
            <a:ext cx="2322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Контроль качества продукции и работы оборудования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28"/>
          <p:cNvSpPr txBox="1"/>
          <p:nvPr/>
        </p:nvSpPr>
        <p:spPr>
          <a:xfrm>
            <a:off x="2691100" y="2126900"/>
            <a:ext cx="306000" cy="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" name="Google Shape;233;p28"/>
          <p:cNvSpPr txBox="1"/>
          <p:nvPr/>
        </p:nvSpPr>
        <p:spPr>
          <a:xfrm>
            <a:off x="3707425" y="2547875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" name="Google Shape;234;p28"/>
          <p:cNvSpPr txBox="1"/>
          <p:nvPr/>
        </p:nvSpPr>
        <p:spPr>
          <a:xfrm>
            <a:off x="3668582" y="2863700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3641800" y="2222026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3890950" y="2255038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3753594" y="2177300"/>
            <a:ext cx="16368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38" name="Google Shape;238;p28"/>
          <p:cNvGrpSpPr/>
          <p:nvPr/>
        </p:nvGrpSpPr>
        <p:grpSpPr>
          <a:xfrm>
            <a:off x="8298714" y="1361344"/>
            <a:ext cx="630131" cy="630104"/>
            <a:chOff x="6323089" y="2499219"/>
            <a:chExt cx="630131" cy="630104"/>
          </a:xfrm>
        </p:grpSpPr>
        <p:sp>
          <p:nvSpPr>
            <p:cNvPr id="239" name="Google Shape;239;p28"/>
            <p:cNvSpPr/>
            <p:nvPr/>
          </p:nvSpPr>
          <p:spPr>
            <a:xfrm>
              <a:off x="6368635" y="2544765"/>
              <a:ext cx="539039" cy="539012"/>
            </a:xfrm>
            <a:custGeom>
              <a:rect b="b" l="l" r="r" t="t"/>
              <a:pathLst>
                <a:path extrusionOk="0" h="20237" w="20238">
                  <a:moveTo>
                    <a:pt x="10135" y="0"/>
                  </a:moveTo>
                  <a:cubicBezTo>
                    <a:pt x="4530" y="0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0"/>
                    <a:pt x="1013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8"/>
            <p:cNvSpPr/>
            <p:nvPr/>
          </p:nvSpPr>
          <p:spPr>
            <a:xfrm>
              <a:off x="6544932" y="2639239"/>
              <a:ext cx="186445" cy="350064"/>
            </a:xfrm>
            <a:custGeom>
              <a:rect b="b" l="l" r="r" t="t"/>
              <a:pathLst>
                <a:path extrusionOk="0" h="13143" w="7000">
                  <a:moveTo>
                    <a:pt x="4371" y="444"/>
                  </a:moveTo>
                  <a:lnTo>
                    <a:pt x="4371" y="887"/>
                  </a:lnTo>
                  <a:lnTo>
                    <a:pt x="2629" y="887"/>
                  </a:lnTo>
                  <a:lnTo>
                    <a:pt x="2629" y="444"/>
                  </a:lnTo>
                  <a:close/>
                  <a:moveTo>
                    <a:pt x="6240" y="1299"/>
                  </a:moveTo>
                  <a:cubicBezTo>
                    <a:pt x="6430" y="1299"/>
                    <a:pt x="6588" y="1457"/>
                    <a:pt x="6588" y="1615"/>
                  </a:cubicBezTo>
                  <a:lnTo>
                    <a:pt x="6588" y="12383"/>
                  </a:lnTo>
                  <a:cubicBezTo>
                    <a:pt x="6588" y="12573"/>
                    <a:pt x="6430" y="12699"/>
                    <a:pt x="6240" y="12699"/>
                  </a:cubicBezTo>
                  <a:lnTo>
                    <a:pt x="761" y="12699"/>
                  </a:lnTo>
                  <a:cubicBezTo>
                    <a:pt x="571" y="12699"/>
                    <a:pt x="444" y="12573"/>
                    <a:pt x="444" y="12383"/>
                  </a:cubicBezTo>
                  <a:lnTo>
                    <a:pt x="444" y="1615"/>
                  </a:lnTo>
                  <a:cubicBezTo>
                    <a:pt x="444" y="1457"/>
                    <a:pt x="571" y="1299"/>
                    <a:pt x="761" y="1299"/>
                  </a:cubicBezTo>
                  <a:close/>
                  <a:moveTo>
                    <a:pt x="2186" y="0"/>
                  </a:moveTo>
                  <a:lnTo>
                    <a:pt x="2186" y="855"/>
                  </a:lnTo>
                  <a:lnTo>
                    <a:pt x="761" y="855"/>
                  </a:lnTo>
                  <a:cubicBezTo>
                    <a:pt x="349" y="855"/>
                    <a:pt x="1" y="1204"/>
                    <a:pt x="1" y="1615"/>
                  </a:cubicBezTo>
                  <a:lnTo>
                    <a:pt x="1" y="12383"/>
                  </a:lnTo>
                  <a:cubicBezTo>
                    <a:pt x="1" y="12794"/>
                    <a:pt x="349" y="13143"/>
                    <a:pt x="761" y="13143"/>
                  </a:cubicBezTo>
                  <a:lnTo>
                    <a:pt x="6240" y="13143"/>
                  </a:lnTo>
                  <a:cubicBezTo>
                    <a:pt x="6683" y="13143"/>
                    <a:pt x="7000" y="12794"/>
                    <a:pt x="7000" y="12383"/>
                  </a:cubicBezTo>
                  <a:lnTo>
                    <a:pt x="7000" y="1615"/>
                  </a:lnTo>
                  <a:cubicBezTo>
                    <a:pt x="7000" y="1204"/>
                    <a:pt x="6683" y="855"/>
                    <a:pt x="6240" y="855"/>
                  </a:cubicBezTo>
                  <a:lnTo>
                    <a:pt x="4814" y="855"/>
                  </a:lnTo>
                  <a:lnTo>
                    <a:pt x="4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8"/>
            <p:cNvSpPr/>
            <p:nvPr/>
          </p:nvSpPr>
          <p:spPr>
            <a:xfrm>
              <a:off x="6587122" y="2731183"/>
              <a:ext cx="102092" cy="188949"/>
            </a:xfrm>
            <a:custGeom>
              <a:rect b="b" l="l" r="r" t="t"/>
              <a:pathLst>
                <a:path extrusionOk="0" h="7094" w="3833">
                  <a:moveTo>
                    <a:pt x="2344" y="1013"/>
                  </a:moveTo>
                  <a:lnTo>
                    <a:pt x="2344" y="3325"/>
                  </a:lnTo>
                  <a:lnTo>
                    <a:pt x="3104" y="3325"/>
                  </a:lnTo>
                  <a:lnTo>
                    <a:pt x="1710" y="5985"/>
                  </a:lnTo>
                  <a:lnTo>
                    <a:pt x="1710" y="3547"/>
                  </a:lnTo>
                  <a:lnTo>
                    <a:pt x="792" y="3547"/>
                  </a:lnTo>
                  <a:lnTo>
                    <a:pt x="2344" y="1013"/>
                  </a:lnTo>
                  <a:close/>
                  <a:moveTo>
                    <a:pt x="2502" y="0"/>
                  </a:moveTo>
                  <a:lnTo>
                    <a:pt x="2375" y="127"/>
                  </a:lnTo>
                  <a:lnTo>
                    <a:pt x="0" y="3990"/>
                  </a:lnTo>
                  <a:lnTo>
                    <a:pt x="1267" y="3990"/>
                  </a:lnTo>
                  <a:lnTo>
                    <a:pt x="1267" y="6809"/>
                  </a:lnTo>
                  <a:cubicBezTo>
                    <a:pt x="1267" y="6904"/>
                    <a:pt x="1299" y="6999"/>
                    <a:pt x="1394" y="7031"/>
                  </a:cubicBezTo>
                  <a:lnTo>
                    <a:pt x="1584" y="7094"/>
                  </a:lnTo>
                  <a:lnTo>
                    <a:pt x="1679" y="6967"/>
                  </a:lnTo>
                  <a:lnTo>
                    <a:pt x="3832" y="2882"/>
                  </a:lnTo>
                  <a:lnTo>
                    <a:pt x="2787" y="2882"/>
                  </a:lnTo>
                  <a:lnTo>
                    <a:pt x="2787" y="285"/>
                  </a:lnTo>
                  <a:cubicBezTo>
                    <a:pt x="2787" y="190"/>
                    <a:pt x="2755" y="95"/>
                    <a:pt x="2660" y="63"/>
                  </a:cubicBezTo>
                  <a:lnTo>
                    <a:pt x="25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8"/>
            <p:cNvSpPr/>
            <p:nvPr/>
          </p:nvSpPr>
          <p:spPr>
            <a:xfrm>
              <a:off x="6533133" y="2499219"/>
              <a:ext cx="420087" cy="535630"/>
            </a:xfrm>
            <a:custGeom>
              <a:rect b="b" l="l" r="r" t="t"/>
              <a:pathLst>
                <a:path extrusionOk="0" fill="none" h="20110" w="15772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3"/>
                    <a:pt x="0" y="697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8"/>
            <p:cNvSpPr/>
            <p:nvPr/>
          </p:nvSpPr>
          <p:spPr>
            <a:xfrm>
              <a:off x="6323089" y="2584398"/>
              <a:ext cx="315518" cy="544925"/>
            </a:xfrm>
            <a:custGeom>
              <a:rect b="b" l="l" r="r" t="t"/>
              <a:pathLst>
                <a:path extrusionOk="0" fill="none" h="20459" w="11846">
                  <a:moveTo>
                    <a:pt x="3738" y="1"/>
                  </a:moveTo>
                  <a:cubicBezTo>
                    <a:pt x="1458" y="2154"/>
                    <a:pt x="1" y="5226"/>
                    <a:pt x="1" y="8615"/>
                  </a:cubicBezTo>
                  <a:cubicBezTo>
                    <a:pt x="1" y="15138"/>
                    <a:pt x="5321" y="20459"/>
                    <a:pt x="11845" y="20459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" name="Google Shape;244;p28"/>
          <p:cNvGrpSpPr/>
          <p:nvPr/>
        </p:nvGrpSpPr>
        <p:grpSpPr>
          <a:xfrm>
            <a:off x="215151" y="1361331"/>
            <a:ext cx="630104" cy="630131"/>
            <a:chOff x="2190776" y="1361318"/>
            <a:chExt cx="630104" cy="630131"/>
          </a:xfrm>
        </p:grpSpPr>
        <p:sp>
          <p:nvSpPr>
            <p:cNvPr id="245" name="Google Shape;245;p28"/>
            <p:cNvSpPr/>
            <p:nvPr/>
          </p:nvSpPr>
          <p:spPr>
            <a:xfrm>
              <a:off x="2200045" y="1406731"/>
              <a:ext cx="611566" cy="539305"/>
            </a:xfrm>
            <a:custGeom>
              <a:rect b="b" l="l" r="r" t="t"/>
              <a:pathLst>
                <a:path extrusionOk="0" h="20248" w="22961">
                  <a:moveTo>
                    <a:pt x="11461" y="1"/>
                  </a:moveTo>
                  <a:cubicBezTo>
                    <a:pt x="10173" y="1"/>
                    <a:pt x="8864" y="247"/>
                    <a:pt x="7601" y="766"/>
                  </a:cubicBezTo>
                  <a:cubicBezTo>
                    <a:pt x="2439" y="2919"/>
                    <a:pt x="0" y="8842"/>
                    <a:pt x="2122" y="14004"/>
                  </a:cubicBezTo>
                  <a:cubicBezTo>
                    <a:pt x="3749" y="17902"/>
                    <a:pt x="7525" y="20248"/>
                    <a:pt x="11500" y="20248"/>
                  </a:cubicBezTo>
                  <a:cubicBezTo>
                    <a:pt x="12788" y="20248"/>
                    <a:pt x="14097" y="20001"/>
                    <a:pt x="15360" y="19482"/>
                  </a:cubicBezTo>
                  <a:cubicBezTo>
                    <a:pt x="20522" y="17329"/>
                    <a:pt x="22960" y="11407"/>
                    <a:pt x="20839" y="6245"/>
                  </a:cubicBezTo>
                  <a:cubicBezTo>
                    <a:pt x="19212" y="2346"/>
                    <a:pt x="15436" y="1"/>
                    <a:pt x="1146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8"/>
            <p:cNvSpPr/>
            <p:nvPr/>
          </p:nvSpPr>
          <p:spPr>
            <a:xfrm>
              <a:off x="2331621" y="1552797"/>
              <a:ext cx="348412" cy="81849"/>
            </a:xfrm>
            <a:custGeom>
              <a:rect b="b" l="l" r="r" t="t"/>
              <a:pathLst>
                <a:path extrusionOk="0" h="3073" w="13081">
                  <a:moveTo>
                    <a:pt x="6556" y="1"/>
                  </a:moveTo>
                  <a:cubicBezTo>
                    <a:pt x="4118" y="1"/>
                    <a:pt x="1806" y="951"/>
                    <a:pt x="96" y="2661"/>
                  </a:cubicBezTo>
                  <a:cubicBezTo>
                    <a:pt x="1" y="2756"/>
                    <a:pt x="1" y="2882"/>
                    <a:pt x="96" y="2978"/>
                  </a:cubicBezTo>
                  <a:cubicBezTo>
                    <a:pt x="143" y="3025"/>
                    <a:pt x="207" y="3049"/>
                    <a:pt x="266" y="3049"/>
                  </a:cubicBezTo>
                  <a:cubicBezTo>
                    <a:pt x="325" y="3049"/>
                    <a:pt x="381" y="3025"/>
                    <a:pt x="412" y="2978"/>
                  </a:cubicBezTo>
                  <a:cubicBezTo>
                    <a:pt x="2059" y="1362"/>
                    <a:pt x="4213" y="476"/>
                    <a:pt x="6556" y="476"/>
                  </a:cubicBezTo>
                  <a:cubicBezTo>
                    <a:pt x="8868" y="476"/>
                    <a:pt x="11022" y="1362"/>
                    <a:pt x="12668" y="2978"/>
                  </a:cubicBezTo>
                  <a:cubicBezTo>
                    <a:pt x="12700" y="3041"/>
                    <a:pt x="12763" y="3073"/>
                    <a:pt x="12827" y="3073"/>
                  </a:cubicBezTo>
                  <a:cubicBezTo>
                    <a:pt x="12890" y="3073"/>
                    <a:pt x="12953" y="3041"/>
                    <a:pt x="12985" y="2978"/>
                  </a:cubicBezTo>
                  <a:cubicBezTo>
                    <a:pt x="13080" y="2882"/>
                    <a:pt x="13080" y="2756"/>
                    <a:pt x="12985" y="2661"/>
                  </a:cubicBezTo>
                  <a:cubicBezTo>
                    <a:pt x="11275" y="951"/>
                    <a:pt x="8995" y="1"/>
                    <a:pt x="65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8"/>
            <p:cNvSpPr/>
            <p:nvPr/>
          </p:nvSpPr>
          <p:spPr>
            <a:xfrm>
              <a:off x="2368751" y="1605109"/>
              <a:ext cx="274154" cy="66641"/>
            </a:xfrm>
            <a:custGeom>
              <a:rect b="b" l="l" r="r" t="t"/>
              <a:pathLst>
                <a:path extrusionOk="0" h="2502" w="10293">
                  <a:moveTo>
                    <a:pt x="5146" y="0"/>
                  </a:moveTo>
                  <a:cubicBezTo>
                    <a:pt x="3318" y="0"/>
                    <a:pt x="1489" y="697"/>
                    <a:pt x="95" y="2090"/>
                  </a:cubicBezTo>
                  <a:cubicBezTo>
                    <a:pt x="0" y="2185"/>
                    <a:pt x="0" y="2344"/>
                    <a:pt x="95" y="2439"/>
                  </a:cubicBezTo>
                  <a:cubicBezTo>
                    <a:pt x="127" y="2470"/>
                    <a:pt x="190" y="2502"/>
                    <a:pt x="254" y="2502"/>
                  </a:cubicBezTo>
                  <a:cubicBezTo>
                    <a:pt x="317" y="2502"/>
                    <a:pt x="380" y="2470"/>
                    <a:pt x="412" y="2439"/>
                  </a:cubicBezTo>
                  <a:cubicBezTo>
                    <a:pt x="1710" y="1124"/>
                    <a:pt x="3420" y="467"/>
                    <a:pt x="5131" y="467"/>
                  </a:cubicBezTo>
                  <a:cubicBezTo>
                    <a:pt x="6841" y="467"/>
                    <a:pt x="8551" y="1124"/>
                    <a:pt x="9849" y="2439"/>
                  </a:cubicBezTo>
                  <a:cubicBezTo>
                    <a:pt x="9897" y="2470"/>
                    <a:pt x="9960" y="2486"/>
                    <a:pt x="10023" y="2486"/>
                  </a:cubicBezTo>
                  <a:cubicBezTo>
                    <a:pt x="10087" y="2486"/>
                    <a:pt x="10150" y="2470"/>
                    <a:pt x="10198" y="2439"/>
                  </a:cubicBezTo>
                  <a:cubicBezTo>
                    <a:pt x="10293" y="2344"/>
                    <a:pt x="10293" y="2185"/>
                    <a:pt x="10198" y="2090"/>
                  </a:cubicBezTo>
                  <a:cubicBezTo>
                    <a:pt x="8804" y="697"/>
                    <a:pt x="6975" y="0"/>
                    <a:pt x="51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8"/>
            <p:cNvSpPr/>
            <p:nvPr/>
          </p:nvSpPr>
          <p:spPr>
            <a:xfrm>
              <a:off x="2405853" y="1657393"/>
              <a:ext cx="199949" cy="51485"/>
            </a:xfrm>
            <a:custGeom>
              <a:rect b="b" l="l" r="r" t="t"/>
              <a:pathLst>
                <a:path extrusionOk="0" h="1933" w="7507">
                  <a:moveTo>
                    <a:pt x="3738" y="1"/>
                  </a:moveTo>
                  <a:cubicBezTo>
                    <a:pt x="2376" y="1"/>
                    <a:pt x="1077" y="539"/>
                    <a:pt x="96" y="1521"/>
                  </a:cubicBezTo>
                  <a:cubicBezTo>
                    <a:pt x="1" y="1616"/>
                    <a:pt x="1" y="1774"/>
                    <a:pt x="96" y="1869"/>
                  </a:cubicBezTo>
                  <a:cubicBezTo>
                    <a:pt x="143" y="1901"/>
                    <a:pt x="206" y="1917"/>
                    <a:pt x="266" y="1917"/>
                  </a:cubicBezTo>
                  <a:cubicBezTo>
                    <a:pt x="325" y="1917"/>
                    <a:pt x="381" y="1901"/>
                    <a:pt x="412" y="1869"/>
                  </a:cubicBezTo>
                  <a:cubicBezTo>
                    <a:pt x="1331" y="982"/>
                    <a:pt x="2502" y="476"/>
                    <a:pt x="3769" y="476"/>
                  </a:cubicBezTo>
                  <a:cubicBezTo>
                    <a:pt x="5004" y="476"/>
                    <a:pt x="6208" y="982"/>
                    <a:pt x="7063" y="1869"/>
                  </a:cubicBezTo>
                  <a:cubicBezTo>
                    <a:pt x="7126" y="1901"/>
                    <a:pt x="7190" y="1932"/>
                    <a:pt x="7253" y="1932"/>
                  </a:cubicBezTo>
                  <a:cubicBezTo>
                    <a:pt x="7316" y="1932"/>
                    <a:pt x="7380" y="1901"/>
                    <a:pt x="7411" y="1869"/>
                  </a:cubicBezTo>
                  <a:cubicBezTo>
                    <a:pt x="7506" y="1774"/>
                    <a:pt x="7506" y="1616"/>
                    <a:pt x="7411" y="1521"/>
                  </a:cubicBezTo>
                  <a:cubicBezTo>
                    <a:pt x="6429" y="539"/>
                    <a:pt x="5131" y="1"/>
                    <a:pt x="37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8"/>
            <p:cNvSpPr/>
            <p:nvPr/>
          </p:nvSpPr>
          <p:spPr>
            <a:xfrm>
              <a:off x="2464051" y="1717295"/>
              <a:ext cx="83554" cy="82675"/>
            </a:xfrm>
            <a:custGeom>
              <a:rect b="b" l="l" r="r" t="t"/>
              <a:pathLst>
                <a:path extrusionOk="0" h="3104" w="3137">
                  <a:moveTo>
                    <a:pt x="1553" y="475"/>
                  </a:moveTo>
                  <a:cubicBezTo>
                    <a:pt x="2154" y="475"/>
                    <a:pt x="2661" y="950"/>
                    <a:pt x="2661" y="1552"/>
                  </a:cubicBezTo>
                  <a:cubicBezTo>
                    <a:pt x="2661" y="2154"/>
                    <a:pt x="2154" y="2629"/>
                    <a:pt x="1553" y="2629"/>
                  </a:cubicBezTo>
                  <a:cubicBezTo>
                    <a:pt x="983" y="2629"/>
                    <a:pt x="476" y="2154"/>
                    <a:pt x="476" y="1552"/>
                  </a:cubicBezTo>
                  <a:cubicBezTo>
                    <a:pt x="476" y="950"/>
                    <a:pt x="983" y="475"/>
                    <a:pt x="1553" y="475"/>
                  </a:cubicBezTo>
                  <a:close/>
                  <a:moveTo>
                    <a:pt x="1553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407"/>
                    <a:pt x="698" y="3104"/>
                    <a:pt x="1553" y="3104"/>
                  </a:cubicBezTo>
                  <a:cubicBezTo>
                    <a:pt x="2439" y="3104"/>
                    <a:pt x="3136" y="2407"/>
                    <a:pt x="3136" y="1552"/>
                  </a:cubicBezTo>
                  <a:cubicBezTo>
                    <a:pt x="3136" y="697"/>
                    <a:pt x="2439" y="0"/>
                    <a:pt x="15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8"/>
            <p:cNvSpPr/>
            <p:nvPr/>
          </p:nvSpPr>
          <p:spPr>
            <a:xfrm>
              <a:off x="2190776" y="1361318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3389" y="20111"/>
                  </a:moveTo>
                  <a:cubicBezTo>
                    <a:pt x="1298" y="17989"/>
                    <a:pt x="0" y="15044"/>
                    <a:pt x="0" y="11813"/>
                  </a:cubicBezTo>
                  <a:cubicBezTo>
                    <a:pt x="0" y="5289"/>
                    <a:pt x="5289" y="1"/>
                    <a:pt x="11813" y="1"/>
                  </a:cubicBezTo>
                  <a:cubicBezTo>
                    <a:pt x="13206" y="1"/>
                    <a:pt x="14536" y="254"/>
                    <a:pt x="15771" y="69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8"/>
            <p:cNvSpPr/>
            <p:nvPr/>
          </p:nvSpPr>
          <p:spPr>
            <a:xfrm>
              <a:off x="2505388" y="1446524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0"/>
                  </a:moveTo>
                  <a:cubicBezTo>
                    <a:pt x="10388" y="2154"/>
                    <a:pt x="11845" y="5226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" name="Google Shape;252;p28"/>
          <p:cNvGrpSpPr/>
          <p:nvPr/>
        </p:nvGrpSpPr>
        <p:grpSpPr>
          <a:xfrm>
            <a:off x="8371738" y="3396493"/>
            <a:ext cx="630104" cy="630131"/>
            <a:chOff x="2190776" y="3637093"/>
            <a:chExt cx="630104" cy="630131"/>
          </a:xfrm>
        </p:grpSpPr>
        <p:sp>
          <p:nvSpPr>
            <p:cNvPr id="253" name="Google Shape;253;p28"/>
            <p:cNvSpPr/>
            <p:nvPr/>
          </p:nvSpPr>
          <p:spPr>
            <a:xfrm>
              <a:off x="2236321" y="3682639"/>
              <a:ext cx="539012" cy="539012"/>
            </a:xfrm>
            <a:custGeom>
              <a:rect b="b" l="l" r="r" t="t"/>
              <a:pathLst>
                <a:path extrusionOk="0" h="20237" w="20237">
                  <a:moveTo>
                    <a:pt x="10103" y="1"/>
                  </a:moveTo>
                  <a:cubicBezTo>
                    <a:pt x="4529" y="1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1"/>
                    <a:pt x="101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8"/>
            <p:cNvSpPr/>
            <p:nvPr/>
          </p:nvSpPr>
          <p:spPr>
            <a:xfrm>
              <a:off x="2343447" y="3828572"/>
              <a:ext cx="308753" cy="247173"/>
            </a:xfrm>
            <a:custGeom>
              <a:rect b="b" l="l" r="r" t="t"/>
              <a:pathLst>
                <a:path extrusionOk="0" h="9280" w="11592">
                  <a:moveTo>
                    <a:pt x="11211" y="380"/>
                  </a:moveTo>
                  <a:lnTo>
                    <a:pt x="11211" y="6176"/>
                  </a:lnTo>
                  <a:lnTo>
                    <a:pt x="3104" y="6176"/>
                  </a:lnTo>
                  <a:lnTo>
                    <a:pt x="3104" y="380"/>
                  </a:lnTo>
                  <a:close/>
                  <a:moveTo>
                    <a:pt x="2692" y="1742"/>
                  </a:moveTo>
                  <a:lnTo>
                    <a:pt x="2692" y="6556"/>
                  </a:lnTo>
                  <a:lnTo>
                    <a:pt x="9849" y="6556"/>
                  </a:lnTo>
                  <a:lnTo>
                    <a:pt x="9849" y="7537"/>
                  </a:lnTo>
                  <a:lnTo>
                    <a:pt x="1742" y="7537"/>
                  </a:lnTo>
                  <a:lnTo>
                    <a:pt x="1742" y="1742"/>
                  </a:lnTo>
                  <a:close/>
                  <a:moveTo>
                    <a:pt x="1362" y="3104"/>
                  </a:moveTo>
                  <a:lnTo>
                    <a:pt x="1362" y="7918"/>
                  </a:lnTo>
                  <a:lnTo>
                    <a:pt x="8487" y="7918"/>
                  </a:lnTo>
                  <a:lnTo>
                    <a:pt x="8487" y="8899"/>
                  </a:lnTo>
                  <a:lnTo>
                    <a:pt x="380" y="8899"/>
                  </a:lnTo>
                  <a:lnTo>
                    <a:pt x="380" y="3104"/>
                  </a:lnTo>
                  <a:close/>
                  <a:moveTo>
                    <a:pt x="2692" y="0"/>
                  </a:moveTo>
                  <a:lnTo>
                    <a:pt x="2692" y="1362"/>
                  </a:lnTo>
                  <a:lnTo>
                    <a:pt x="1362" y="1362"/>
                  </a:lnTo>
                  <a:lnTo>
                    <a:pt x="1362" y="2692"/>
                  </a:lnTo>
                  <a:lnTo>
                    <a:pt x="0" y="2692"/>
                  </a:lnTo>
                  <a:lnTo>
                    <a:pt x="0" y="9279"/>
                  </a:lnTo>
                  <a:lnTo>
                    <a:pt x="8899" y="9279"/>
                  </a:lnTo>
                  <a:lnTo>
                    <a:pt x="8899" y="7918"/>
                  </a:lnTo>
                  <a:lnTo>
                    <a:pt x="10229" y="7918"/>
                  </a:lnTo>
                  <a:lnTo>
                    <a:pt x="10229" y="6556"/>
                  </a:lnTo>
                  <a:lnTo>
                    <a:pt x="11591" y="6556"/>
                  </a:lnTo>
                  <a:lnTo>
                    <a:pt x="115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8"/>
            <p:cNvSpPr/>
            <p:nvPr/>
          </p:nvSpPr>
          <p:spPr>
            <a:xfrm>
              <a:off x="2190776" y="3637093"/>
              <a:ext cx="420087" cy="535656"/>
            </a:xfrm>
            <a:custGeom>
              <a:rect b="b" l="l" r="r" t="t"/>
              <a:pathLst>
                <a:path extrusionOk="0" fill="none" h="20111" w="15772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4"/>
                    <a:pt x="15771" y="666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8"/>
            <p:cNvSpPr/>
            <p:nvPr/>
          </p:nvSpPr>
          <p:spPr>
            <a:xfrm>
              <a:off x="2505388" y="3722298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0"/>
                  </a:moveTo>
                  <a:cubicBezTo>
                    <a:pt x="10388" y="2154"/>
                    <a:pt x="11845" y="5225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7" name="Google Shape;257;p28"/>
          <p:cNvGrpSpPr/>
          <p:nvPr/>
        </p:nvGrpSpPr>
        <p:grpSpPr>
          <a:xfrm>
            <a:off x="457176" y="3194806"/>
            <a:ext cx="630104" cy="630104"/>
            <a:chOff x="2190776" y="2499219"/>
            <a:chExt cx="630104" cy="630104"/>
          </a:xfrm>
        </p:grpSpPr>
        <p:sp>
          <p:nvSpPr>
            <p:cNvPr id="258" name="Google Shape;258;p28"/>
            <p:cNvSpPr/>
            <p:nvPr/>
          </p:nvSpPr>
          <p:spPr>
            <a:xfrm>
              <a:off x="2236321" y="2544765"/>
              <a:ext cx="539012" cy="539012"/>
            </a:xfrm>
            <a:custGeom>
              <a:rect b="b" l="l" r="r" t="t"/>
              <a:pathLst>
                <a:path extrusionOk="0" h="20237" w="20237">
                  <a:moveTo>
                    <a:pt x="10103" y="0"/>
                  </a:moveTo>
                  <a:cubicBezTo>
                    <a:pt x="4529" y="0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0"/>
                    <a:pt x="1010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8"/>
            <p:cNvSpPr/>
            <p:nvPr/>
          </p:nvSpPr>
          <p:spPr>
            <a:xfrm>
              <a:off x="2434539" y="2737069"/>
              <a:ext cx="91118" cy="91118"/>
            </a:xfrm>
            <a:custGeom>
              <a:rect b="b" l="l" r="r" t="t"/>
              <a:pathLst>
                <a:path extrusionOk="0" h="3421" w="3421">
                  <a:moveTo>
                    <a:pt x="1711" y="1"/>
                  </a:moveTo>
                  <a:cubicBezTo>
                    <a:pt x="1584" y="1"/>
                    <a:pt x="1489" y="96"/>
                    <a:pt x="1489" y="222"/>
                  </a:cubicBezTo>
                  <a:lnTo>
                    <a:pt x="1489" y="1521"/>
                  </a:lnTo>
                  <a:lnTo>
                    <a:pt x="222" y="1521"/>
                  </a:lnTo>
                  <a:cubicBezTo>
                    <a:pt x="95" y="1521"/>
                    <a:pt x="0" y="1616"/>
                    <a:pt x="0" y="1711"/>
                  </a:cubicBezTo>
                  <a:cubicBezTo>
                    <a:pt x="0" y="1838"/>
                    <a:pt x="95" y="1933"/>
                    <a:pt x="222" y="1933"/>
                  </a:cubicBezTo>
                  <a:lnTo>
                    <a:pt x="1489" y="1933"/>
                  </a:lnTo>
                  <a:lnTo>
                    <a:pt x="1489" y="3231"/>
                  </a:lnTo>
                  <a:cubicBezTo>
                    <a:pt x="1489" y="3326"/>
                    <a:pt x="1584" y="3421"/>
                    <a:pt x="1711" y="3421"/>
                  </a:cubicBezTo>
                  <a:cubicBezTo>
                    <a:pt x="1837" y="3421"/>
                    <a:pt x="1932" y="3326"/>
                    <a:pt x="1932" y="3231"/>
                  </a:cubicBezTo>
                  <a:lnTo>
                    <a:pt x="1932" y="1933"/>
                  </a:lnTo>
                  <a:lnTo>
                    <a:pt x="3199" y="1933"/>
                  </a:lnTo>
                  <a:cubicBezTo>
                    <a:pt x="3326" y="1933"/>
                    <a:pt x="3421" y="1838"/>
                    <a:pt x="3421" y="1711"/>
                  </a:cubicBezTo>
                  <a:cubicBezTo>
                    <a:pt x="3421" y="1616"/>
                    <a:pt x="3326" y="1521"/>
                    <a:pt x="3199" y="1521"/>
                  </a:cubicBezTo>
                  <a:lnTo>
                    <a:pt x="1932" y="1521"/>
                  </a:lnTo>
                  <a:lnTo>
                    <a:pt x="1932" y="222"/>
                  </a:lnTo>
                  <a:cubicBezTo>
                    <a:pt x="1932" y="96"/>
                    <a:pt x="1837" y="1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8"/>
            <p:cNvSpPr/>
            <p:nvPr/>
          </p:nvSpPr>
          <p:spPr>
            <a:xfrm>
              <a:off x="2360307" y="2662838"/>
              <a:ext cx="291893" cy="302014"/>
            </a:xfrm>
            <a:custGeom>
              <a:rect b="b" l="l" r="r" t="t"/>
              <a:pathLst>
                <a:path extrusionOk="0" h="11339" w="10959">
                  <a:moveTo>
                    <a:pt x="4498" y="444"/>
                  </a:moveTo>
                  <a:cubicBezTo>
                    <a:pt x="6746" y="444"/>
                    <a:pt x="8583" y="2249"/>
                    <a:pt x="8583" y="4498"/>
                  </a:cubicBezTo>
                  <a:cubicBezTo>
                    <a:pt x="8583" y="6746"/>
                    <a:pt x="6746" y="8583"/>
                    <a:pt x="4498" y="8583"/>
                  </a:cubicBezTo>
                  <a:cubicBezTo>
                    <a:pt x="2249" y="8583"/>
                    <a:pt x="444" y="6746"/>
                    <a:pt x="444" y="4498"/>
                  </a:cubicBezTo>
                  <a:cubicBezTo>
                    <a:pt x="444" y="2249"/>
                    <a:pt x="2249" y="444"/>
                    <a:pt x="4498" y="444"/>
                  </a:cubicBezTo>
                  <a:close/>
                  <a:moveTo>
                    <a:pt x="4498" y="1"/>
                  </a:moveTo>
                  <a:cubicBezTo>
                    <a:pt x="2027" y="1"/>
                    <a:pt x="1" y="2028"/>
                    <a:pt x="1" y="4498"/>
                  </a:cubicBezTo>
                  <a:cubicBezTo>
                    <a:pt x="1" y="7000"/>
                    <a:pt x="2027" y="8995"/>
                    <a:pt x="4498" y="8995"/>
                  </a:cubicBezTo>
                  <a:cubicBezTo>
                    <a:pt x="5574" y="8995"/>
                    <a:pt x="6588" y="8615"/>
                    <a:pt x="7379" y="7981"/>
                  </a:cubicBezTo>
                  <a:lnTo>
                    <a:pt x="10546" y="11275"/>
                  </a:lnTo>
                  <a:cubicBezTo>
                    <a:pt x="10610" y="11338"/>
                    <a:pt x="10641" y="11338"/>
                    <a:pt x="10705" y="11338"/>
                  </a:cubicBezTo>
                  <a:cubicBezTo>
                    <a:pt x="10768" y="11338"/>
                    <a:pt x="10831" y="11338"/>
                    <a:pt x="10863" y="11275"/>
                  </a:cubicBezTo>
                  <a:cubicBezTo>
                    <a:pt x="10958" y="11212"/>
                    <a:pt x="10958" y="11085"/>
                    <a:pt x="10863" y="10990"/>
                  </a:cubicBezTo>
                  <a:lnTo>
                    <a:pt x="7696" y="7696"/>
                  </a:lnTo>
                  <a:cubicBezTo>
                    <a:pt x="8488" y="6873"/>
                    <a:pt x="8995" y="5733"/>
                    <a:pt x="8995" y="4498"/>
                  </a:cubicBezTo>
                  <a:cubicBezTo>
                    <a:pt x="8995" y="2028"/>
                    <a:pt x="6968" y="1"/>
                    <a:pt x="4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8"/>
            <p:cNvSpPr/>
            <p:nvPr/>
          </p:nvSpPr>
          <p:spPr>
            <a:xfrm>
              <a:off x="2190776" y="2499219"/>
              <a:ext cx="420087" cy="535630"/>
            </a:xfrm>
            <a:custGeom>
              <a:rect b="b" l="l" r="r" t="t"/>
              <a:pathLst>
                <a:path extrusionOk="0" fill="none" h="20110" w="15772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3"/>
                    <a:pt x="15771" y="697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8"/>
            <p:cNvSpPr/>
            <p:nvPr/>
          </p:nvSpPr>
          <p:spPr>
            <a:xfrm>
              <a:off x="2505388" y="2584398"/>
              <a:ext cx="315492" cy="544925"/>
            </a:xfrm>
            <a:custGeom>
              <a:rect b="b" l="l" r="r" t="t"/>
              <a:pathLst>
                <a:path extrusionOk="0" fill="none" h="20459" w="11845">
                  <a:moveTo>
                    <a:pt x="8108" y="1"/>
                  </a:moveTo>
                  <a:cubicBezTo>
                    <a:pt x="10388" y="2154"/>
                    <a:pt x="11845" y="5226"/>
                    <a:pt x="11845" y="8615"/>
                  </a:cubicBezTo>
                  <a:cubicBezTo>
                    <a:pt x="11845" y="15138"/>
                    <a:pt x="6556" y="20459"/>
                    <a:pt x="1" y="20459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" name="Google Shape;263;p28"/>
          <p:cNvGrpSpPr/>
          <p:nvPr/>
        </p:nvGrpSpPr>
        <p:grpSpPr>
          <a:xfrm>
            <a:off x="2968732" y="1375162"/>
            <a:ext cx="3408752" cy="2878229"/>
            <a:chOff x="2820853" y="1403508"/>
            <a:chExt cx="3502263" cy="2951424"/>
          </a:xfrm>
        </p:grpSpPr>
        <p:sp>
          <p:nvSpPr>
            <p:cNvPr id="264" name="Google Shape;264;p28"/>
            <p:cNvSpPr/>
            <p:nvPr/>
          </p:nvSpPr>
          <p:spPr>
            <a:xfrm>
              <a:off x="2942335" y="1403508"/>
              <a:ext cx="3260177" cy="2951424"/>
            </a:xfrm>
            <a:custGeom>
              <a:rect b="b" l="l" r="r" t="t"/>
              <a:pathLst>
                <a:path extrusionOk="0" fill="none" h="110810" w="122402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8"/>
            <p:cNvSpPr/>
            <p:nvPr/>
          </p:nvSpPr>
          <p:spPr>
            <a:xfrm>
              <a:off x="2820853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8"/>
            <p:cNvSpPr/>
            <p:nvPr/>
          </p:nvSpPr>
          <p:spPr>
            <a:xfrm>
              <a:off x="2820853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8"/>
            <p:cNvSpPr/>
            <p:nvPr/>
          </p:nvSpPr>
          <p:spPr>
            <a:xfrm>
              <a:off x="2820853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8"/>
            <p:cNvSpPr/>
            <p:nvPr/>
          </p:nvSpPr>
          <p:spPr>
            <a:xfrm>
              <a:off x="5818676" y="1675958"/>
              <a:ext cx="504440" cy="27"/>
            </a:xfrm>
            <a:custGeom>
              <a:rect b="b" l="l" r="r" t="t"/>
              <a:pathLst>
                <a:path extrusionOk="0" fill="none" h="1" w="18939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8"/>
            <p:cNvSpPr/>
            <p:nvPr/>
          </p:nvSpPr>
          <p:spPr>
            <a:xfrm>
              <a:off x="5606954" y="3985452"/>
              <a:ext cx="716162" cy="27"/>
            </a:xfrm>
            <a:custGeom>
              <a:rect b="b" l="l" r="r" t="t"/>
              <a:pathLst>
                <a:path extrusionOk="0" fill="none" h="1" w="26888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8"/>
            <p:cNvSpPr/>
            <p:nvPr/>
          </p:nvSpPr>
          <p:spPr>
            <a:xfrm>
              <a:off x="6195721" y="2828161"/>
              <a:ext cx="127395" cy="27"/>
            </a:xfrm>
            <a:custGeom>
              <a:rect b="b" l="l" r="r" t="t"/>
              <a:pathLst>
                <a:path extrusionOk="0" fill="none" h="1" w="4783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792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8"/>
            <p:cNvSpPr/>
            <p:nvPr/>
          </p:nvSpPr>
          <p:spPr>
            <a:xfrm>
              <a:off x="3623872" y="1880914"/>
              <a:ext cx="1896226" cy="1175030"/>
            </a:xfrm>
            <a:custGeom>
              <a:rect b="b" l="l" r="r" t="t"/>
              <a:pathLst>
                <a:path extrusionOk="0" h="44116" w="71193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8"/>
            <p:cNvSpPr/>
            <p:nvPr/>
          </p:nvSpPr>
          <p:spPr>
            <a:xfrm>
              <a:off x="3331180" y="3017962"/>
              <a:ext cx="2481610" cy="455512"/>
            </a:xfrm>
            <a:custGeom>
              <a:rect b="b" l="l" r="r" t="t"/>
              <a:pathLst>
                <a:path extrusionOk="0" h="17102" w="93171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2375">
              <a:solidFill>
                <a:srgbClr val="CECECE"/>
              </a:solidFill>
              <a:prstDash val="solid"/>
              <a:miter lim="3166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8"/>
            <p:cNvSpPr/>
            <p:nvPr/>
          </p:nvSpPr>
          <p:spPr>
            <a:xfrm>
              <a:off x="3338771" y="3444761"/>
              <a:ext cx="2467280" cy="81849"/>
            </a:xfrm>
            <a:custGeom>
              <a:rect b="b" l="l" r="r" t="t"/>
              <a:pathLst>
                <a:path extrusionOk="0" h="3073" w="92633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8"/>
            <p:cNvSpPr/>
            <p:nvPr/>
          </p:nvSpPr>
          <p:spPr>
            <a:xfrm>
              <a:off x="3747032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8"/>
            <p:cNvSpPr/>
            <p:nvPr/>
          </p:nvSpPr>
          <p:spPr>
            <a:xfrm>
              <a:off x="3858366" y="3062656"/>
              <a:ext cx="102944" cy="22800"/>
            </a:xfrm>
            <a:custGeom>
              <a:rect b="b" l="l" r="r" t="t"/>
              <a:pathLst>
                <a:path extrusionOk="0" h="856" w="3865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8"/>
            <p:cNvSpPr/>
            <p:nvPr/>
          </p:nvSpPr>
          <p:spPr>
            <a:xfrm>
              <a:off x="3968875" y="3062656"/>
              <a:ext cx="102092" cy="22800"/>
            </a:xfrm>
            <a:custGeom>
              <a:rect b="b" l="l" r="r" t="t"/>
              <a:pathLst>
                <a:path extrusionOk="0" h="856" w="3833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8"/>
            <p:cNvSpPr/>
            <p:nvPr/>
          </p:nvSpPr>
          <p:spPr>
            <a:xfrm>
              <a:off x="4080209" y="3062656"/>
              <a:ext cx="100414" cy="22800"/>
            </a:xfrm>
            <a:custGeom>
              <a:rect b="b" l="l" r="r" t="t"/>
              <a:pathLst>
                <a:path extrusionOk="0" h="856" w="377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8"/>
            <p:cNvSpPr/>
            <p:nvPr/>
          </p:nvSpPr>
          <p:spPr>
            <a:xfrm>
              <a:off x="4191570" y="3062656"/>
              <a:ext cx="98709" cy="22800"/>
            </a:xfrm>
            <a:custGeom>
              <a:rect b="b" l="l" r="r" t="t"/>
              <a:pathLst>
                <a:path extrusionOk="0" h="856" w="3706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8"/>
            <p:cNvSpPr/>
            <p:nvPr/>
          </p:nvSpPr>
          <p:spPr>
            <a:xfrm>
              <a:off x="4302052" y="3062656"/>
              <a:ext cx="97031" cy="22800"/>
            </a:xfrm>
            <a:custGeom>
              <a:rect b="b" l="l" r="r" t="t"/>
              <a:pathLst>
                <a:path extrusionOk="0" h="856" w="3643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8"/>
            <p:cNvSpPr/>
            <p:nvPr/>
          </p:nvSpPr>
          <p:spPr>
            <a:xfrm>
              <a:off x="4413413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8"/>
            <p:cNvSpPr/>
            <p:nvPr/>
          </p:nvSpPr>
          <p:spPr>
            <a:xfrm>
              <a:off x="4524747" y="3062656"/>
              <a:ext cx="95327" cy="22800"/>
            </a:xfrm>
            <a:custGeom>
              <a:rect b="b" l="l" r="r" t="t"/>
              <a:pathLst>
                <a:path extrusionOk="0" h="856" w="3579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4634404" y="3062656"/>
              <a:ext cx="96179" cy="22800"/>
            </a:xfrm>
            <a:custGeom>
              <a:rect b="b" l="l" r="r" t="t"/>
              <a:pathLst>
                <a:path extrusionOk="0" h="856" w="3611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8"/>
            <p:cNvSpPr/>
            <p:nvPr/>
          </p:nvSpPr>
          <p:spPr>
            <a:xfrm>
              <a:off x="4744060" y="3062656"/>
              <a:ext cx="97857" cy="22800"/>
            </a:xfrm>
            <a:custGeom>
              <a:rect b="b" l="l" r="r" t="t"/>
              <a:pathLst>
                <a:path extrusionOk="0" h="856" w="3674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4853716" y="3062656"/>
              <a:ext cx="99562" cy="22800"/>
            </a:xfrm>
            <a:custGeom>
              <a:rect b="b" l="l" r="r" t="t"/>
              <a:pathLst>
                <a:path extrusionOk="0" h="856" w="3738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8"/>
            <p:cNvSpPr/>
            <p:nvPr/>
          </p:nvSpPr>
          <p:spPr>
            <a:xfrm>
              <a:off x="4963373" y="3062656"/>
              <a:ext cx="100387" cy="22800"/>
            </a:xfrm>
            <a:custGeom>
              <a:rect b="b" l="l" r="r" t="t"/>
              <a:pathLst>
                <a:path extrusionOk="0" h="856" w="3769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8"/>
            <p:cNvSpPr/>
            <p:nvPr/>
          </p:nvSpPr>
          <p:spPr>
            <a:xfrm>
              <a:off x="5073029" y="3062656"/>
              <a:ext cx="101240" cy="22800"/>
            </a:xfrm>
            <a:custGeom>
              <a:rect b="b" l="l" r="r" t="t"/>
              <a:pathLst>
                <a:path extrusionOk="0" h="856" w="3801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8"/>
            <p:cNvSpPr/>
            <p:nvPr/>
          </p:nvSpPr>
          <p:spPr>
            <a:xfrm>
              <a:off x="5182685" y="3062656"/>
              <a:ext cx="102918" cy="22800"/>
            </a:xfrm>
            <a:custGeom>
              <a:rect b="b" l="l" r="r" t="t"/>
              <a:pathLst>
                <a:path extrusionOk="0" h="856" w="3864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8"/>
            <p:cNvSpPr/>
            <p:nvPr/>
          </p:nvSpPr>
          <p:spPr>
            <a:xfrm>
              <a:off x="5292341" y="3062656"/>
              <a:ext cx="104622" cy="22800"/>
            </a:xfrm>
            <a:custGeom>
              <a:rect b="b" l="l" r="r" t="t"/>
              <a:pathLst>
                <a:path extrusionOk="0" h="856" w="3928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8"/>
            <p:cNvSpPr/>
            <p:nvPr/>
          </p:nvSpPr>
          <p:spPr>
            <a:xfrm>
              <a:off x="3724259" y="3091342"/>
              <a:ext cx="80997" cy="35451"/>
            </a:xfrm>
            <a:custGeom>
              <a:rect b="b" l="l" r="r" t="t"/>
              <a:pathLst>
                <a:path extrusionOk="0" h="1331" w="3041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8"/>
            <p:cNvSpPr/>
            <p:nvPr/>
          </p:nvSpPr>
          <p:spPr>
            <a:xfrm>
              <a:off x="3806082" y="309134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8"/>
            <p:cNvSpPr/>
            <p:nvPr/>
          </p:nvSpPr>
          <p:spPr>
            <a:xfrm>
              <a:off x="3919946" y="309134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8"/>
            <p:cNvSpPr/>
            <p:nvPr/>
          </p:nvSpPr>
          <p:spPr>
            <a:xfrm>
              <a:off x="4033811" y="3091342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8"/>
            <p:cNvSpPr/>
            <p:nvPr/>
          </p:nvSpPr>
          <p:spPr>
            <a:xfrm>
              <a:off x="4148528" y="3091342"/>
              <a:ext cx="103797" cy="35451"/>
            </a:xfrm>
            <a:custGeom>
              <a:rect b="b" l="l" r="r" t="t"/>
              <a:pathLst>
                <a:path extrusionOk="0" h="1331" w="3897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8"/>
            <p:cNvSpPr/>
            <p:nvPr/>
          </p:nvSpPr>
          <p:spPr>
            <a:xfrm>
              <a:off x="4262419" y="3091342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8"/>
            <p:cNvSpPr/>
            <p:nvPr/>
          </p:nvSpPr>
          <p:spPr>
            <a:xfrm>
              <a:off x="4376284" y="3091342"/>
              <a:ext cx="99562" cy="35451"/>
            </a:xfrm>
            <a:custGeom>
              <a:rect b="b" l="l" r="r" t="t"/>
              <a:pathLst>
                <a:path extrusionOk="0" h="1331" w="3738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8"/>
            <p:cNvSpPr/>
            <p:nvPr/>
          </p:nvSpPr>
          <p:spPr>
            <a:xfrm>
              <a:off x="4490148" y="3091342"/>
              <a:ext cx="97884" cy="35451"/>
            </a:xfrm>
            <a:custGeom>
              <a:rect b="b" l="l" r="r" t="t"/>
              <a:pathLst>
                <a:path extrusionOk="0" h="1331" w="3675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8"/>
            <p:cNvSpPr/>
            <p:nvPr/>
          </p:nvSpPr>
          <p:spPr>
            <a:xfrm>
              <a:off x="4604040" y="3091342"/>
              <a:ext cx="98709" cy="35451"/>
            </a:xfrm>
            <a:custGeom>
              <a:rect b="b" l="l" r="r" t="t"/>
              <a:pathLst>
                <a:path extrusionOk="0" h="1331" w="3706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8"/>
            <p:cNvSpPr/>
            <p:nvPr/>
          </p:nvSpPr>
          <p:spPr>
            <a:xfrm>
              <a:off x="4716226" y="3091342"/>
              <a:ext cx="100387" cy="35451"/>
            </a:xfrm>
            <a:custGeom>
              <a:rect b="b" l="l" r="r" t="t"/>
              <a:pathLst>
                <a:path extrusionOk="0" h="1331" w="3769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8"/>
            <p:cNvSpPr/>
            <p:nvPr/>
          </p:nvSpPr>
          <p:spPr>
            <a:xfrm>
              <a:off x="4827561" y="3091342"/>
              <a:ext cx="102944" cy="35451"/>
            </a:xfrm>
            <a:custGeom>
              <a:rect b="b" l="l" r="r" t="t"/>
              <a:pathLst>
                <a:path extrusionOk="0" h="1331" w="3865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8"/>
            <p:cNvSpPr/>
            <p:nvPr/>
          </p:nvSpPr>
          <p:spPr>
            <a:xfrm>
              <a:off x="4939747" y="3091342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8"/>
            <p:cNvSpPr/>
            <p:nvPr/>
          </p:nvSpPr>
          <p:spPr>
            <a:xfrm>
              <a:off x="5051082" y="309134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8"/>
            <p:cNvSpPr/>
            <p:nvPr/>
          </p:nvSpPr>
          <p:spPr>
            <a:xfrm>
              <a:off x="5163268" y="3091342"/>
              <a:ext cx="256468" cy="35451"/>
            </a:xfrm>
            <a:custGeom>
              <a:rect b="b" l="l" r="r" t="t"/>
              <a:pathLst>
                <a:path extrusionOk="0" h="1331" w="9629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8"/>
            <p:cNvSpPr/>
            <p:nvPr/>
          </p:nvSpPr>
          <p:spPr>
            <a:xfrm>
              <a:off x="3701486" y="3132679"/>
              <a:ext cx="148490" cy="35451"/>
            </a:xfrm>
            <a:custGeom>
              <a:rect b="b" l="l" r="r" t="t"/>
              <a:pathLst>
                <a:path extrusionOk="0" h="1331" w="5575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8"/>
            <p:cNvSpPr/>
            <p:nvPr/>
          </p:nvSpPr>
          <p:spPr>
            <a:xfrm>
              <a:off x="3852480" y="3132679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8"/>
            <p:cNvSpPr/>
            <p:nvPr/>
          </p:nvSpPr>
          <p:spPr>
            <a:xfrm>
              <a:off x="3969727" y="3132679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8"/>
            <p:cNvSpPr/>
            <p:nvPr/>
          </p:nvSpPr>
          <p:spPr>
            <a:xfrm>
              <a:off x="408697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8"/>
            <p:cNvSpPr/>
            <p:nvPr/>
          </p:nvSpPr>
          <p:spPr>
            <a:xfrm>
              <a:off x="4204222" y="3132679"/>
              <a:ext cx="105448" cy="35451"/>
            </a:xfrm>
            <a:custGeom>
              <a:rect b="b" l="l" r="r" t="t"/>
              <a:pathLst>
                <a:path extrusionOk="0" h="1331" w="3959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8"/>
            <p:cNvSpPr/>
            <p:nvPr/>
          </p:nvSpPr>
          <p:spPr>
            <a:xfrm>
              <a:off x="4320617" y="3132679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8"/>
            <p:cNvSpPr/>
            <p:nvPr/>
          </p:nvSpPr>
          <p:spPr>
            <a:xfrm>
              <a:off x="4437864" y="313267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8"/>
            <p:cNvSpPr/>
            <p:nvPr/>
          </p:nvSpPr>
          <p:spPr>
            <a:xfrm>
              <a:off x="4555111" y="3132679"/>
              <a:ext cx="100414" cy="35451"/>
            </a:xfrm>
            <a:custGeom>
              <a:rect b="b" l="l" r="r" t="t"/>
              <a:pathLst>
                <a:path extrusionOk="0" h="1331" w="377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8"/>
            <p:cNvSpPr/>
            <p:nvPr/>
          </p:nvSpPr>
          <p:spPr>
            <a:xfrm>
              <a:off x="4670681" y="3132679"/>
              <a:ext cx="102092" cy="35451"/>
            </a:xfrm>
            <a:custGeom>
              <a:rect b="b" l="l" r="r" t="t"/>
              <a:pathLst>
                <a:path extrusionOk="0" h="1331" w="3833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8"/>
            <p:cNvSpPr/>
            <p:nvPr/>
          </p:nvSpPr>
          <p:spPr>
            <a:xfrm>
              <a:off x="4785397" y="3132679"/>
              <a:ext cx="104622" cy="35451"/>
            </a:xfrm>
            <a:custGeom>
              <a:rect b="b" l="l" r="r" t="t"/>
              <a:pathLst>
                <a:path extrusionOk="0" h="1331" w="3928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8"/>
            <p:cNvSpPr/>
            <p:nvPr/>
          </p:nvSpPr>
          <p:spPr>
            <a:xfrm>
              <a:off x="4900114" y="3132679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8"/>
            <p:cNvSpPr/>
            <p:nvPr/>
          </p:nvSpPr>
          <p:spPr>
            <a:xfrm>
              <a:off x="5015657" y="3132679"/>
              <a:ext cx="108857" cy="35451"/>
            </a:xfrm>
            <a:custGeom>
              <a:rect b="b" l="l" r="r" t="t"/>
              <a:pathLst>
                <a:path extrusionOk="0" h="1331" w="4087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8"/>
            <p:cNvSpPr/>
            <p:nvPr/>
          </p:nvSpPr>
          <p:spPr>
            <a:xfrm>
              <a:off x="5130374" y="3132679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8"/>
            <p:cNvSpPr/>
            <p:nvPr/>
          </p:nvSpPr>
          <p:spPr>
            <a:xfrm>
              <a:off x="5245091" y="3132679"/>
              <a:ext cx="197419" cy="35451"/>
            </a:xfrm>
            <a:custGeom>
              <a:rect b="b" l="l" r="r" t="t"/>
              <a:pathLst>
                <a:path extrusionOk="0" h="1331" w="7412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8"/>
            <p:cNvSpPr/>
            <p:nvPr/>
          </p:nvSpPr>
          <p:spPr>
            <a:xfrm>
              <a:off x="3678713" y="3174017"/>
              <a:ext cx="185593" cy="35451"/>
            </a:xfrm>
            <a:custGeom>
              <a:rect b="b" l="l" r="r" t="t"/>
              <a:pathLst>
                <a:path extrusionOk="0" h="1331" w="6968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8"/>
            <p:cNvSpPr/>
            <p:nvPr/>
          </p:nvSpPr>
          <p:spPr>
            <a:xfrm>
              <a:off x="3867662" y="3174017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8"/>
            <p:cNvSpPr/>
            <p:nvPr/>
          </p:nvSpPr>
          <p:spPr>
            <a:xfrm>
              <a:off x="3988265" y="3174017"/>
              <a:ext cx="111388" cy="35451"/>
            </a:xfrm>
            <a:custGeom>
              <a:rect b="b" l="l" r="r" t="t"/>
              <a:pathLst>
                <a:path extrusionOk="0" h="1331" w="4182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8"/>
            <p:cNvSpPr/>
            <p:nvPr/>
          </p:nvSpPr>
          <p:spPr>
            <a:xfrm>
              <a:off x="4108043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8"/>
            <p:cNvSpPr/>
            <p:nvPr/>
          </p:nvSpPr>
          <p:spPr>
            <a:xfrm>
              <a:off x="4228673" y="3174017"/>
              <a:ext cx="107153" cy="35451"/>
            </a:xfrm>
            <a:custGeom>
              <a:rect b="b" l="l" r="r" t="t"/>
              <a:pathLst>
                <a:path extrusionOk="0" h="1331" w="4023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8"/>
            <p:cNvSpPr/>
            <p:nvPr/>
          </p:nvSpPr>
          <p:spPr>
            <a:xfrm>
              <a:off x="4348450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8"/>
            <p:cNvSpPr/>
            <p:nvPr/>
          </p:nvSpPr>
          <p:spPr>
            <a:xfrm>
              <a:off x="4469080" y="3174017"/>
              <a:ext cx="102918" cy="35451"/>
            </a:xfrm>
            <a:custGeom>
              <a:rect b="b" l="l" r="r" t="t"/>
              <a:pathLst>
                <a:path extrusionOk="0" h="1331" w="3864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8"/>
            <p:cNvSpPr/>
            <p:nvPr/>
          </p:nvSpPr>
          <p:spPr>
            <a:xfrm>
              <a:off x="4588858" y="3174017"/>
              <a:ext cx="103770" cy="35451"/>
            </a:xfrm>
            <a:custGeom>
              <a:rect b="b" l="l" r="r" t="t"/>
              <a:pathLst>
                <a:path extrusionOk="0" h="1331" w="3896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8"/>
            <p:cNvSpPr/>
            <p:nvPr/>
          </p:nvSpPr>
          <p:spPr>
            <a:xfrm>
              <a:off x="4706931" y="3174017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8"/>
            <p:cNvSpPr/>
            <p:nvPr/>
          </p:nvSpPr>
          <p:spPr>
            <a:xfrm>
              <a:off x="4825030" y="3174017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8"/>
            <p:cNvSpPr/>
            <p:nvPr/>
          </p:nvSpPr>
          <p:spPr>
            <a:xfrm>
              <a:off x="4943130" y="3174017"/>
              <a:ext cx="109683" cy="35451"/>
            </a:xfrm>
            <a:custGeom>
              <a:rect b="b" l="l" r="r" t="t"/>
              <a:pathLst>
                <a:path extrusionOk="0" h="1331" w="4118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8"/>
            <p:cNvSpPr/>
            <p:nvPr/>
          </p:nvSpPr>
          <p:spPr>
            <a:xfrm>
              <a:off x="5060377" y="3174017"/>
              <a:ext cx="113039" cy="35451"/>
            </a:xfrm>
            <a:custGeom>
              <a:rect b="b" l="l" r="r" t="t"/>
              <a:pathLst>
                <a:path extrusionOk="0" h="1331" w="4244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8"/>
            <p:cNvSpPr/>
            <p:nvPr/>
          </p:nvSpPr>
          <p:spPr>
            <a:xfrm>
              <a:off x="5178450" y="3174017"/>
              <a:ext cx="286832" cy="35451"/>
            </a:xfrm>
            <a:custGeom>
              <a:rect b="b" l="l" r="r" t="t"/>
              <a:pathLst>
                <a:path extrusionOk="0" h="1331" w="10769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8"/>
            <p:cNvSpPr/>
            <p:nvPr/>
          </p:nvSpPr>
          <p:spPr>
            <a:xfrm>
              <a:off x="3655940" y="3214502"/>
              <a:ext cx="293571" cy="35451"/>
            </a:xfrm>
            <a:custGeom>
              <a:rect b="b" l="l" r="r" t="t"/>
              <a:pathLst>
                <a:path extrusionOk="0" h="1331" w="11022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8"/>
            <p:cNvSpPr/>
            <p:nvPr/>
          </p:nvSpPr>
          <p:spPr>
            <a:xfrm>
              <a:off x="3955371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8"/>
            <p:cNvSpPr/>
            <p:nvPr/>
          </p:nvSpPr>
          <p:spPr>
            <a:xfrm>
              <a:off x="4078531" y="3214502"/>
              <a:ext cx="113066" cy="35451"/>
            </a:xfrm>
            <a:custGeom>
              <a:rect b="b" l="l" r="r" t="t"/>
              <a:pathLst>
                <a:path extrusionOk="0" h="1331" w="4245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8"/>
            <p:cNvSpPr/>
            <p:nvPr/>
          </p:nvSpPr>
          <p:spPr>
            <a:xfrm>
              <a:off x="4201691" y="3214502"/>
              <a:ext cx="110509" cy="35451"/>
            </a:xfrm>
            <a:custGeom>
              <a:rect b="b" l="l" r="r" t="t"/>
              <a:pathLst>
                <a:path extrusionOk="0" h="1331" w="4149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8"/>
            <p:cNvSpPr/>
            <p:nvPr/>
          </p:nvSpPr>
          <p:spPr>
            <a:xfrm>
              <a:off x="4325677" y="3214502"/>
              <a:ext cx="108005" cy="35451"/>
            </a:xfrm>
            <a:custGeom>
              <a:rect b="b" l="l" r="r" t="t"/>
              <a:pathLst>
                <a:path extrusionOk="0" h="1331" w="4055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8"/>
            <p:cNvSpPr/>
            <p:nvPr/>
          </p:nvSpPr>
          <p:spPr>
            <a:xfrm>
              <a:off x="4448838" y="3214502"/>
              <a:ext cx="106300" cy="35451"/>
            </a:xfrm>
            <a:custGeom>
              <a:rect b="b" l="l" r="r" t="t"/>
              <a:pathLst>
                <a:path extrusionOk="0" h="1331" w="3991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8"/>
            <p:cNvSpPr/>
            <p:nvPr/>
          </p:nvSpPr>
          <p:spPr>
            <a:xfrm>
              <a:off x="4571971" y="3214502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8"/>
            <p:cNvSpPr/>
            <p:nvPr/>
          </p:nvSpPr>
          <p:spPr>
            <a:xfrm>
              <a:off x="4692601" y="3214502"/>
              <a:ext cx="108831" cy="35451"/>
            </a:xfrm>
            <a:custGeom>
              <a:rect b="b" l="l" r="r" t="t"/>
              <a:pathLst>
                <a:path extrusionOk="0" h="1331" w="4086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8"/>
            <p:cNvSpPr/>
            <p:nvPr/>
          </p:nvSpPr>
          <p:spPr>
            <a:xfrm>
              <a:off x="4814057" y="3214502"/>
              <a:ext cx="110535" cy="35451"/>
            </a:xfrm>
            <a:custGeom>
              <a:rect b="b" l="l" r="r" t="t"/>
              <a:pathLst>
                <a:path extrusionOk="0" h="1331" w="415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8"/>
            <p:cNvSpPr/>
            <p:nvPr/>
          </p:nvSpPr>
          <p:spPr>
            <a:xfrm>
              <a:off x="4935539" y="3214502"/>
              <a:ext cx="112213" cy="35451"/>
            </a:xfrm>
            <a:custGeom>
              <a:rect b="b" l="l" r="r" t="t"/>
              <a:pathLst>
                <a:path extrusionOk="0" h="1331" w="4213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8"/>
            <p:cNvSpPr/>
            <p:nvPr/>
          </p:nvSpPr>
          <p:spPr>
            <a:xfrm>
              <a:off x="5056142" y="3214502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8"/>
            <p:cNvSpPr/>
            <p:nvPr/>
          </p:nvSpPr>
          <p:spPr>
            <a:xfrm>
              <a:off x="5177624" y="3214502"/>
              <a:ext cx="310431" cy="35451"/>
            </a:xfrm>
            <a:custGeom>
              <a:rect b="b" l="l" r="r" t="t"/>
              <a:pathLst>
                <a:path extrusionOk="0" h="1331" w="11655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3633167" y="3255839"/>
              <a:ext cx="123160" cy="35451"/>
            </a:xfrm>
            <a:custGeom>
              <a:rect b="b" l="l" r="r" t="t"/>
              <a:pathLst>
                <a:path extrusionOk="0" h="1331" w="4624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3759684" y="3255839"/>
              <a:ext cx="120657" cy="35451"/>
            </a:xfrm>
            <a:custGeom>
              <a:rect b="b" l="l" r="r" t="t"/>
              <a:pathLst>
                <a:path extrusionOk="0" h="1331" w="453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3886200" y="3255839"/>
              <a:ext cx="118126" cy="35451"/>
            </a:xfrm>
            <a:custGeom>
              <a:rect b="b" l="l" r="r" t="t"/>
              <a:pathLst>
                <a:path extrusionOk="0" h="1331" w="4435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4012743" y="3255839"/>
              <a:ext cx="186445" cy="35451"/>
            </a:xfrm>
            <a:custGeom>
              <a:rect b="b" l="l" r="r" t="t"/>
              <a:pathLst>
                <a:path extrusionOk="0" h="1331" w="700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8"/>
            <p:cNvSpPr/>
            <p:nvPr/>
          </p:nvSpPr>
          <p:spPr>
            <a:xfrm>
              <a:off x="4210960" y="3255839"/>
              <a:ext cx="722075" cy="35451"/>
            </a:xfrm>
            <a:custGeom>
              <a:rect b="b" l="l" r="r" t="t"/>
              <a:pathLst>
                <a:path extrusionOk="0" h="1331" w="2711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8"/>
            <p:cNvSpPr/>
            <p:nvPr/>
          </p:nvSpPr>
          <p:spPr>
            <a:xfrm>
              <a:off x="4944808" y="3255839"/>
              <a:ext cx="114744" cy="35451"/>
            </a:xfrm>
            <a:custGeom>
              <a:rect b="b" l="l" r="r" t="t"/>
              <a:pathLst>
                <a:path extrusionOk="0" h="1331" w="4308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5068794" y="3255839"/>
              <a:ext cx="117274" cy="35451"/>
            </a:xfrm>
            <a:custGeom>
              <a:rect b="b" l="l" r="r" t="t"/>
              <a:pathLst>
                <a:path extrusionOk="0" h="1331" w="4403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5192806" y="3255839"/>
              <a:ext cx="101240" cy="35451"/>
            </a:xfrm>
            <a:custGeom>
              <a:rect b="b" l="l" r="r" t="t"/>
              <a:pathLst>
                <a:path extrusionOk="0" h="1331" w="3801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8"/>
            <p:cNvSpPr/>
            <p:nvPr/>
          </p:nvSpPr>
          <p:spPr>
            <a:xfrm>
              <a:off x="5405354" y="3255839"/>
              <a:ext cx="105475" cy="35451"/>
            </a:xfrm>
            <a:custGeom>
              <a:rect b="b" l="l" r="r" t="t"/>
              <a:pathLst>
                <a:path extrusionOk="0" h="1331" w="396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8"/>
            <p:cNvSpPr/>
            <p:nvPr/>
          </p:nvSpPr>
          <p:spPr>
            <a:xfrm>
              <a:off x="5299080" y="3255839"/>
              <a:ext cx="93649" cy="15209"/>
            </a:xfrm>
            <a:custGeom>
              <a:rect b="b" l="l" r="r" t="t"/>
              <a:pathLst>
                <a:path extrusionOk="0" h="571" w="3516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8"/>
            <p:cNvSpPr/>
            <p:nvPr/>
          </p:nvSpPr>
          <p:spPr>
            <a:xfrm>
              <a:off x="5308349" y="3276082"/>
              <a:ext cx="94501" cy="15209"/>
            </a:xfrm>
            <a:custGeom>
              <a:rect b="b" l="l" r="r" t="t"/>
              <a:pathLst>
                <a:path extrusionOk="0" h="571" w="3548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8"/>
            <p:cNvSpPr/>
            <p:nvPr/>
          </p:nvSpPr>
          <p:spPr>
            <a:xfrm>
              <a:off x="4178066" y="3308976"/>
              <a:ext cx="787863" cy="134986"/>
            </a:xfrm>
            <a:custGeom>
              <a:rect b="b" l="l" r="r" t="t"/>
              <a:pathLst>
                <a:path extrusionOk="0" h="5068" w="2958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8"/>
            <p:cNvSpPr/>
            <p:nvPr/>
          </p:nvSpPr>
          <p:spPr>
            <a:xfrm>
              <a:off x="3669418" y="1926460"/>
              <a:ext cx="1805134" cy="1008028"/>
            </a:xfrm>
            <a:custGeom>
              <a:rect b="b" l="l" r="r" t="t"/>
              <a:pathLst>
                <a:path extrusionOk="0" h="37846" w="67773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type="title"/>
          </p:nvPr>
        </p:nvSpPr>
        <p:spPr>
          <a:xfrm>
            <a:off x="1124850" y="81975"/>
            <a:ext cx="689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500">
                <a:latin typeface="Dela Gothic One"/>
                <a:ea typeface="Dela Gothic One"/>
                <a:cs typeface="Dela Gothic One"/>
                <a:sym typeface="Dela Gothic One"/>
              </a:rPr>
              <a:t>Необходимые навыки и качества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185025" y="654675"/>
            <a:ext cx="2899800" cy="16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B45F0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Ответственность и внимание к деталям</a:t>
            </a:r>
            <a:endParaRPr sz="1400">
              <a:solidFill>
                <a:srgbClr val="B45F06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Точность важна при работе с металлами, особенно когда речь идёт о создании сплавов или контроле качества</a:t>
            </a:r>
            <a:endParaRPr sz="140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rgbClr val="E691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29"/>
          <p:cNvSpPr txBox="1"/>
          <p:nvPr/>
        </p:nvSpPr>
        <p:spPr>
          <a:xfrm>
            <a:off x="151275" y="3108000"/>
            <a:ext cx="2967300" cy="20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666666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Технический склад ума</a:t>
            </a:r>
            <a:endParaRPr>
              <a:solidFill>
                <a:srgbClr val="666666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Металлургия — это область, где применяются сложные технологические процессы, и понимание их основ важно</a:t>
            </a:r>
            <a:endParaRPr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29"/>
          <p:cNvSpPr txBox="1"/>
          <p:nvPr/>
        </p:nvSpPr>
        <p:spPr>
          <a:xfrm>
            <a:off x="6320475" y="703413"/>
            <a:ext cx="2899800" cy="20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Обучаемость</a:t>
            </a:r>
            <a:endParaRPr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Технологии в металлургии постоянно развиваются, поэтому важно быть готовым к постоянному обучению.</a:t>
            </a:r>
            <a:endParaRPr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29"/>
          <p:cNvSpPr txBox="1"/>
          <p:nvPr/>
        </p:nvSpPr>
        <p:spPr>
          <a:xfrm>
            <a:off x="6286725" y="2571750"/>
            <a:ext cx="29673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1C4587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Командная работа</a:t>
            </a:r>
            <a:endParaRPr>
              <a:solidFill>
                <a:srgbClr val="1C4587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В металлургических предприятиях требуется совместная работа в команде, на производственной линии или при разработке новых технологий.</a:t>
            </a:r>
            <a:endParaRPr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0475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4" name="Google Shape;364;p29" title="Без названия74_20251024212335.png"/>
          <p:cNvPicPr preferRelativeResize="0"/>
          <p:nvPr/>
        </p:nvPicPr>
        <p:blipFill rotWithShape="1">
          <a:blip r:embed="rId3">
            <a:alphaModFix/>
          </a:blip>
          <a:srcRect b="18445" l="6728" r="9061" t="4310"/>
          <a:stretch/>
        </p:blipFill>
        <p:spPr>
          <a:xfrm>
            <a:off x="3992173" y="2373063"/>
            <a:ext cx="1173926" cy="1435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5" name="Google Shape;365;p29"/>
          <p:cNvGrpSpPr/>
          <p:nvPr/>
        </p:nvGrpSpPr>
        <p:grpSpPr>
          <a:xfrm>
            <a:off x="2830653" y="1307905"/>
            <a:ext cx="3496980" cy="3209390"/>
            <a:chOff x="2205550" y="1416550"/>
            <a:chExt cx="3190675" cy="2855075"/>
          </a:xfrm>
        </p:grpSpPr>
        <p:sp>
          <p:nvSpPr>
            <p:cNvPr id="366" name="Google Shape;366;p29"/>
            <p:cNvSpPr/>
            <p:nvPr/>
          </p:nvSpPr>
          <p:spPr>
            <a:xfrm>
              <a:off x="3142175" y="2075650"/>
              <a:ext cx="630225" cy="296925"/>
            </a:xfrm>
            <a:custGeom>
              <a:rect b="b" l="l" r="r" t="t"/>
              <a:pathLst>
                <a:path extrusionOk="0" h="11877" w="25209">
                  <a:moveTo>
                    <a:pt x="8741" y="0"/>
                  </a:moveTo>
                  <a:lnTo>
                    <a:pt x="0" y="11876"/>
                  </a:lnTo>
                  <a:lnTo>
                    <a:pt x="11369" y="11845"/>
                  </a:lnTo>
                  <a:cubicBezTo>
                    <a:pt x="14030" y="11845"/>
                    <a:pt x="16563" y="10768"/>
                    <a:pt x="18400" y="8836"/>
                  </a:cubicBezTo>
                  <a:lnTo>
                    <a:pt x="25209" y="1711"/>
                  </a:lnTo>
                  <a:lnTo>
                    <a:pt x="874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9"/>
            <p:cNvSpPr/>
            <p:nvPr/>
          </p:nvSpPr>
          <p:spPr>
            <a:xfrm>
              <a:off x="2647325" y="1417225"/>
              <a:ext cx="1125875" cy="893600"/>
            </a:xfrm>
            <a:custGeom>
              <a:rect b="b" l="l" r="r" t="t"/>
              <a:pathLst>
                <a:path extrusionOk="0" h="35744" w="45035">
                  <a:moveTo>
                    <a:pt x="40371" y="0"/>
                  </a:moveTo>
                  <a:cubicBezTo>
                    <a:pt x="40227" y="0"/>
                    <a:pt x="40082" y="7"/>
                    <a:pt x="39936" y="21"/>
                  </a:cubicBezTo>
                  <a:cubicBezTo>
                    <a:pt x="25241" y="1256"/>
                    <a:pt x="12320" y="7748"/>
                    <a:pt x="2091" y="17280"/>
                  </a:cubicBezTo>
                  <a:cubicBezTo>
                    <a:pt x="1" y="19212"/>
                    <a:pt x="159" y="22569"/>
                    <a:pt x="2408" y="24342"/>
                  </a:cubicBezTo>
                  <a:lnTo>
                    <a:pt x="16849" y="35743"/>
                  </a:lnTo>
                  <a:cubicBezTo>
                    <a:pt x="26668" y="24267"/>
                    <a:pt x="43920" y="24089"/>
                    <a:pt x="44983" y="24089"/>
                  </a:cubicBezTo>
                  <a:cubicBezTo>
                    <a:pt x="45017" y="24089"/>
                    <a:pt x="45034" y="24089"/>
                    <a:pt x="45034" y="24089"/>
                  </a:cubicBezTo>
                  <a:lnTo>
                    <a:pt x="45034" y="4676"/>
                  </a:lnTo>
                  <a:cubicBezTo>
                    <a:pt x="45034" y="2069"/>
                    <a:pt x="42908" y="0"/>
                    <a:pt x="403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9"/>
            <p:cNvSpPr/>
            <p:nvPr/>
          </p:nvSpPr>
          <p:spPr>
            <a:xfrm>
              <a:off x="3050325" y="2004400"/>
              <a:ext cx="722075" cy="368175"/>
            </a:xfrm>
            <a:custGeom>
              <a:rect b="b" l="l" r="r" t="t"/>
              <a:pathLst>
                <a:path extrusionOk="0" h="14727" w="28883">
                  <a:moveTo>
                    <a:pt x="28845" y="0"/>
                  </a:moveTo>
                  <a:cubicBezTo>
                    <a:pt x="27910" y="0"/>
                    <a:pt x="9870" y="150"/>
                    <a:pt x="1" y="11654"/>
                  </a:cubicBezTo>
                  <a:lnTo>
                    <a:pt x="32" y="11686"/>
                  </a:lnTo>
                  <a:lnTo>
                    <a:pt x="3674" y="14726"/>
                  </a:lnTo>
                  <a:cubicBezTo>
                    <a:pt x="10230" y="8424"/>
                    <a:pt x="19097" y="4561"/>
                    <a:pt x="28883" y="4561"/>
                  </a:cubicBezTo>
                  <a:lnTo>
                    <a:pt x="28883" y="64"/>
                  </a:lnTo>
                  <a:lnTo>
                    <a:pt x="28883" y="0"/>
                  </a:lnTo>
                  <a:cubicBezTo>
                    <a:pt x="28883" y="0"/>
                    <a:pt x="28870" y="0"/>
                    <a:pt x="2884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9"/>
            <p:cNvSpPr/>
            <p:nvPr/>
          </p:nvSpPr>
          <p:spPr>
            <a:xfrm>
              <a:off x="2951350" y="3125475"/>
              <a:ext cx="395900" cy="552650"/>
            </a:xfrm>
            <a:custGeom>
              <a:rect b="b" l="l" r="r" t="t"/>
              <a:pathLst>
                <a:path extrusionOk="0" h="22106" w="15836">
                  <a:moveTo>
                    <a:pt x="1" y="0"/>
                  </a:moveTo>
                  <a:lnTo>
                    <a:pt x="3675" y="15075"/>
                  </a:lnTo>
                  <a:lnTo>
                    <a:pt x="15835" y="22105"/>
                  </a:lnTo>
                  <a:lnTo>
                    <a:pt x="14347" y="11211"/>
                  </a:lnTo>
                  <a:cubicBezTo>
                    <a:pt x="13872" y="7791"/>
                    <a:pt x="11623" y="4877"/>
                    <a:pt x="8457" y="354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9"/>
            <p:cNvSpPr/>
            <p:nvPr/>
          </p:nvSpPr>
          <p:spPr>
            <a:xfrm>
              <a:off x="2277600" y="3149225"/>
              <a:ext cx="1018975" cy="1122400"/>
            </a:xfrm>
            <a:custGeom>
              <a:rect b="b" l="l" r="r" t="t"/>
              <a:pathLst>
                <a:path extrusionOk="0" h="44896" w="40759">
                  <a:moveTo>
                    <a:pt x="22866" y="0"/>
                  </a:moveTo>
                  <a:lnTo>
                    <a:pt x="4181" y="4561"/>
                  </a:lnTo>
                  <a:cubicBezTo>
                    <a:pt x="1521" y="5226"/>
                    <a:pt x="1" y="7981"/>
                    <a:pt x="856" y="10578"/>
                  </a:cubicBezTo>
                  <a:cubicBezTo>
                    <a:pt x="5479" y="24702"/>
                    <a:pt x="14600" y="36261"/>
                    <a:pt x="26191" y="44115"/>
                  </a:cubicBezTo>
                  <a:cubicBezTo>
                    <a:pt x="26986" y="44646"/>
                    <a:pt x="27878" y="44895"/>
                    <a:pt x="28757" y="44895"/>
                  </a:cubicBezTo>
                  <a:cubicBezTo>
                    <a:pt x="30502" y="44895"/>
                    <a:pt x="32199" y="43911"/>
                    <a:pt x="33000" y="42183"/>
                  </a:cubicBezTo>
                  <a:lnTo>
                    <a:pt x="40759" y="25526"/>
                  </a:lnTo>
                  <a:cubicBezTo>
                    <a:pt x="26856" y="18463"/>
                    <a:pt x="22834" y="32"/>
                    <a:pt x="22834" y="32"/>
                  </a:cubicBezTo>
                  <a:lnTo>
                    <a:pt x="22897" y="32"/>
                  </a:lnTo>
                  <a:lnTo>
                    <a:pt x="2286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9"/>
            <p:cNvSpPr/>
            <p:nvPr/>
          </p:nvSpPr>
          <p:spPr>
            <a:xfrm>
              <a:off x="2848425" y="3125475"/>
              <a:ext cx="498025" cy="661900"/>
            </a:xfrm>
            <a:custGeom>
              <a:rect b="b" l="l" r="r" t="t"/>
              <a:pathLst>
                <a:path extrusionOk="0" h="26476" w="19921">
                  <a:moveTo>
                    <a:pt x="4118" y="0"/>
                  </a:moveTo>
                  <a:lnTo>
                    <a:pt x="64" y="982"/>
                  </a:lnTo>
                  <a:lnTo>
                    <a:pt x="1" y="982"/>
                  </a:lnTo>
                  <a:cubicBezTo>
                    <a:pt x="1" y="982"/>
                    <a:pt x="4023" y="19413"/>
                    <a:pt x="17926" y="26476"/>
                  </a:cubicBezTo>
                  <a:lnTo>
                    <a:pt x="17926" y="26444"/>
                  </a:lnTo>
                  <a:lnTo>
                    <a:pt x="19921" y="22105"/>
                  </a:lnTo>
                  <a:cubicBezTo>
                    <a:pt x="12289" y="17228"/>
                    <a:pt x="6461" y="9501"/>
                    <a:pt x="411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9"/>
            <p:cNvSpPr/>
            <p:nvPr/>
          </p:nvSpPr>
          <p:spPr>
            <a:xfrm>
              <a:off x="3820675" y="1416550"/>
              <a:ext cx="1144075" cy="886350"/>
            </a:xfrm>
            <a:custGeom>
              <a:rect b="b" l="l" r="r" t="t"/>
              <a:pathLst>
                <a:path extrusionOk="0" h="35454" w="45763">
                  <a:moveTo>
                    <a:pt x="4651" y="0"/>
                  </a:moveTo>
                  <a:cubicBezTo>
                    <a:pt x="2098" y="0"/>
                    <a:pt x="1" y="2077"/>
                    <a:pt x="1" y="4671"/>
                  </a:cubicBezTo>
                  <a:lnTo>
                    <a:pt x="1" y="23546"/>
                  </a:lnTo>
                  <a:lnTo>
                    <a:pt x="32" y="23546"/>
                  </a:lnTo>
                  <a:lnTo>
                    <a:pt x="32" y="23514"/>
                  </a:lnTo>
                  <a:cubicBezTo>
                    <a:pt x="32" y="23514"/>
                    <a:pt x="18559" y="23641"/>
                    <a:pt x="28756" y="35453"/>
                  </a:cubicBezTo>
                  <a:lnTo>
                    <a:pt x="43387" y="23736"/>
                  </a:lnTo>
                  <a:cubicBezTo>
                    <a:pt x="45636" y="21963"/>
                    <a:pt x="45762" y="18574"/>
                    <a:pt x="43641" y="16674"/>
                  </a:cubicBezTo>
                  <a:cubicBezTo>
                    <a:pt x="33285" y="7236"/>
                    <a:pt x="19857" y="1156"/>
                    <a:pt x="5036" y="16"/>
                  </a:cubicBezTo>
                  <a:cubicBezTo>
                    <a:pt x="4906" y="5"/>
                    <a:pt x="4778" y="0"/>
                    <a:pt x="465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9"/>
            <p:cNvSpPr/>
            <p:nvPr/>
          </p:nvSpPr>
          <p:spPr>
            <a:xfrm>
              <a:off x="3821475" y="2075650"/>
              <a:ext cx="631825" cy="296125"/>
            </a:xfrm>
            <a:custGeom>
              <a:rect b="b" l="l" r="r" t="t"/>
              <a:pathLst>
                <a:path extrusionOk="0" h="11845" w="25273">
                  <a:moveTo>
                    <a:pt x="16468" y="0"/>
                  </a:moveTo>
                  <a:lnTo>
                    <a:pt x="0" y="1742"/>
                  </a:lnTo>
                  <a:lnTo>
                    <a:pt x="6809" y="8836"/>
                  </a:lnTo>
                  <a:cubicBezTo>
                    <a:pt x="8646" y="10768"/>
                    <a:pt x="11179" y="11845"/>
                    <a:pt x="13840" y="11845"/>
                  </a:cubicBezTo>
                  <a:lnTo>
                    <a:pt x="25272" y="11845"/>
                  </a:lnTo>
                  <a:lnTo>
                    <a:pt x="1646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9"/>
            <p:cNvSpPr/>
            <p:nvPr/>
          </p:nvSpPr>
          <p:spPr>
            <a:xfrm>
              <a:off x="3820675" y="2002850"/>
              <a:ext cx="727625" cy="368925"/>
            </a:xfrm>
            <a:custGeom>
              <a:rect b="b" l="l" r="r" t="t"/>
              <a:pathLst>
                <a:path extrusionOk="0" h="14757" w="29105">
                  <a:moveTo>
                    <a:pt x="1205" y="1"/>
                  </a:moveTo>
                  <a:cubicBezTo>
                    <a:pt x="432" y="1"/>
                    <a:pt x="1" y="31"/>
                    <a:pt x="1" y="31"/>
                  </a:cubicBezTo>
                  <a:lnTo>
                    <a:pt x="1" y="94"/>
                  </a:lnTo>
                  <a:lnTo>
                    <a:pt x="1" y="4654"/>
                  </a:lnTo>
                  <a:cubicBezTo>
                    <a:pt x="9786" y="4654"/>
                    <a:pt x="18685" y="8486"/>
                    <a:pt x="25241" y="14757"/>
                  </a:cubicBezTo>
                  <a:lnTo>
                    <a:pt x="29073" y="11716"/>
                  </a:lnTo>
                  <a:lnTo>
                    <a:pt x="29104" y="11685"/>
                  </a:lnTo>
                  <a:cubicBezTo>
                    <a:pt x="19208" y="855"/>
                    <a:pt x="5334" y="1"/>
                    <a:pt x="120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9"/>
            <p:cNvSpPr/>
            <p:nvPr/>
          </p:nvSpPr>
          <p:spPr>
            <a:xfrm>
              <a:off x="2853975" y="2412125"/>
              <a:ext cx="308800" cy="654000"/>
            </a:xfrm>
            <a:custGeom>
              <a:rect b="b" l="l" r="r" t="t"/>
              <a:pathLst>
                <a:path extrusionOk="0" h="26160" w="12352">
                  <a:moveTo>
                    <a:pt x="10831" y="1"/>
                  </a:moveTo>
                  <a:lnTo>
                    <a:pt x="1" y="9945"/>
                  </a:lnTo>
                  <a:lnTo>
                    <a:pt x="3453" y="26159"/>
                  </a:lnTo>
                  <a:lnTo>
                    <a:pt x="9818" y="18590"/>
                  </a:lnTo>
                  <a:cubicBezTo>
                    <a:pt x="11528" y="16564"/>
                    <a:pt x="12352" y="13935"/>
                    <a:pt x="12067" y="11275"/>
                  </a:cubicBezTo>
                  <a:lnTo>
                    <a:pt x="1083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9"/>
            <p:cNvSpPr/>
            <p:nvPr/>
          </p:nvSpPr>
          <p:spPr>
            <a:xfrm>
              <a:off x="2205550" y="2031350"/>
              <a:ext cx="820250" cy="1178150"/>
            </a:xfrm>
            <a:custGeom>
              <a:rect b="b" l="l" r="r" t="t"/>
              <a:pathLst>
                <a:path extrusionOk="0" h="47126" w="32810">
                  <a:moveTo>
                    <a:pt x="15440" y="0"/>
                  </a:moveTo>
                  <a:cubicBezTo>
                    <a:pt x="13919" y="0"/>
                    <a:pt x="12428" y="742"/>
                    <a:pt x="11528" y="2121"/>
                  </a:cubicBezTo>
                  <a:cubicBezTo>
                    <a:pt x="3358" y="14535"/>
                    <a:pt x="1" y="28913"/>
                    <a:pt x="1141" y="42847"/>
                  </a:cubicBezTo>
                  <a:cubicBezTo>
                    <a:pt x="1333" y="45320"/>
                    <a:pt x="3433" y="47126"/>
                    <a:pt x="5785" y="47126"/>
                  </a:cubicBezTo>
                  <a:cubicBezTo>
                    <a:pt x="6144" y="47126"/>
                    <a:pt x="6508" y="47084"/>
                    <a:pt x="6873" y="46996"/>
                  </a:cubicBezTo>
                  <a:lnTo>
                    <a:pt x="25209" y="42530"/>
                  </a:lnTo>
                  <a:cubicBezTo>
                    <a:pt x="27204" y="37178"/>
                    <a:pt x="28249" y="32460"/>
                    <a:pt x="29516" y="27773"/>
                  </a:cubicBezTo>
                  <a:cubicBezTo>
                    <a:pt x="31828" y="19190"/>
                    <a:pt x="32778" y="12160"/>
                    <a:pt x="32778" y="12160"/>
                  </a:cubicBezTo>
                  <a:lnTo>
                    <a:pt x="32810" y="12192"/>
                  </a:lnTo>
                  <a:lnTo>
                    <a:pt x="32810" y="12160"/>
                  </a:lnTo>
                  <a:lnTo>
                    <a:pt x="18305" y="981"/>
                  </a:lnTo>
                  <a:cubicBezTo>
                    <a:pt x="17442" y="317"/>
                    <a:pt x="16434" y="0"/>
                    <a:pt x="154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9"/>
            <p:cNvSpPr/>
            <p:nvPr/>
          </p:nvSpPr>
          <p:spPr>
            <a:xfrm>
              <a:off x="2757375" y="2335325"/>
              <a:ext cx="368975" cy="759300"/>
            </a:xfrm>
            <a:custGeom>
              <a:rect b="b" l="l" r="r" t="t"/>
              <a:pathLst>
                <a:path extrusionOk="0" h="30372" w="14759">
                  <a:moveTo>
                    <a:pt x="10705" y="1"/>
                  </a:moveTo>
                  <a:cubicBezTo>
                    <a:pt x="10705" y="1"/>
                    <a:pt x="1" y="15107"/>
                    <a:pt x="3136" y="30371"/>
                  </a:cubicBezTo>
                  <a:lnTo>
                    <a:pt x="3168" y="30371"/>
                  </a:lnTo>
                  <a:lnTo>
                    <a:pt x="7348" y="29326"/>
                  </a:lnTo>
                  <a:cubicBezTo>
                    <a:pt x="6398" y="20301"/>
                    <a:pt x="8773" y="10927"/>
                    <a:pt x="14759" y="3168"/>
                  </a:cubicBezTo>
                  <a:lnTo>
                    <a:pt x="10737" y="33"/>
                  </a:lnTo>
                  <a:lnTo>
                    <a:pt x="1070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4439800" y="2415300"/>
              <a:ext cx="308800" cy="653200"/>
            </a:xfrm>
            <a:custGeom>
              <a:rect b="b" l="l" r="r" t="t"/>
              <a:pathLst>
                <a:path extrusionOk="0" h="26128" w="12352">
                  <a:moveTo>
                    <a:pt x="1426" y="0"/>
                  </a:moveTo>
                  <a:lnTo>
                    <a:pt x="286" y="11148"/>
                  </a:lnTo>
                  <a:cubicBezTo>
                    <a:pt x="1" y="13808"/>
                    <a:pt x="792" y="16437"/>
                    <a:pt x="2503" y="18463"/>
                  </a:cubicBezTo>
                  <a:lnTo>
                    <a:pt x="8836" y="26127"/>
                  </a:lnTo>
                  <a:lnTo>
                    <a:pt x="12352" y="9818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4570450" y="2031675"/>
              <a:ext cx="825775" cy="1177825"/>
            </a:xfrm>
            <a:custGeom>
              <a:rect b="b" l="l" r="r" t="t"/>
              <a:pathLst>
                <a:path extrusionOk="0" h="47113" w="33031">
                  <a:moveTo>
                    <a:pt x="17599" y="1"/>
                  </a:moveTo>
                  <a:cubicBezTo>
                    <a:pt x="16602" y="1"/>
                    <a:pt x="15592" y="315"/>
                    <a:pt x="14726" y="968"/>
                  </a:cubicBezTo>
                  <a:lnTo>
                    <a:pt x="0" y="12369"/>
                  </a:lnTo>
                  <a:lnTo>
                    <a:pt x="0" y="12400"/>
                  </a:lnTo>
                  <a:lnTo>
                    <a:pt x="32" y="12369"/>
                  </a:lnTo>
                  <a:cubicBezTo>
                    <a:pt x="32" y="12369"/>
                    <a:pt x="11971" y="27475"/>
                    <a:pt x="8836" y="42739"/>
                  </a:cubicBezTo>
                  <a:lnTo>
                    <a:pt x="26159" y="46983"/>
                  </a:lnTo>
                  <a:cubicBezTo>
                    <a:pt x="26523" y="47071"/>
                    <a:pt x="26888" y="47113"/>
                    <a:pt x="27247" y="47113"/>
                  </a:cubicBezTo>
                  <a:cubicBezTo>
                    <a:pt x="29599" y="47113"/>
                    <a:pt x="31703" y="45307"/>
                    <a:pt x="31923" y="42834"/>
                  </a:cubicBezTo>
                  <a:cubicBezTo>
                    <a:pt x="33031" y="28900"/>
                    <a:pt x="29674" y="14522"/>
                    <a:pt x="21503" y="2108"/>
                  </a:cubicBezTo>
                  <a:cubicBezTo>
                    <a:pt x="20605" y="731"/>
                    <a:pt x="19117" y="1"/>
                    <a:pt x="175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9"/>
            <p:cNvSpPr/>
            <p:nvPr/>
          </p:nvSpPr>
          <p:spPr>
            <a:xfrm>
              <a:off x="4475425" y="2340075"/>
              <a:ext cx="394325" cy="760100"/>
            </a:xfrm>
            <a:custGeom>
              <a:rect b="b" l="l" r="r" t="t"/>
              <a:pathLst>
                <a:path extrusionOk="0" h="30404" w="15773">
                  <a:moveTo>
                    <a:pt x="3833" y="1"/>
                  </a:moveTo>
                  <a:lnTo>
                    <a:pt x="3801" y="33"/>
                  </a:lnTo>
                  <a:lnTo>
                    <a:pt x="1" y="2978"/>
                  </a:lnTo>
                  <a:cubicBezTo>
                    <a:pt x="5986" y="10705"/>
                    <a:pt x="8361" y="20111"/>
                    <a:pt x="7411" y="29136"/>
                  </a:cubicBezTo>
                  <a:lnTo>
                    <a:pt x="12605" y="30403"/>
                  </a:lnTo>
                  <a:lnTo>
                    <a:pt x="12637" y="30403"/>
                  </a:lnTo>
                  <a:cubicBezTo>
                    <a:pt x="15772" y="15139"/>
                    <a:pt x="3833" y="1"/>
                    <a:pt x="383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9"/>
            <p:cNvSpPr/>
            <p:nvPr/>
          </p:nvSpPr>
          <p:spPr>
            <a:xfrm>
              <a:off x="4247425" y="3125475"/>
              <a:ext cx="394300" cy="551850"/>
            </a:xfrm>
            <a:custGeom>
              <a:rect b="b" l="l" r="r" t="t"/>
              <a:pathLst>
                <a:path extrusionOk="0" h="22074" w="15772">
                  <a:moveTo>
                    <a:pt x="15771" y="0"/>
                  </a:moveTo>
                  <a:lnTo>
                    <a:pt x="7316" y="3547"/>
                  </a:lnTo>
                  <a:cubicBezTo>
                    <a:pt x="4149" y="4877"/>
                    <a:pt x="1900" y="7791"/>
                    <a:pt x="1457" y="11211"/>
                  </a:cubicBezTo>
                  <a:lnTo>
                    <a:pt x="0" y="22074"/>
                  </a:lnTo>
                  <a:lnTo>
                    <a:pt x="12129" y="15075"/>
                  </a:lnTo>
                  <a:lnTo>
                    <a:pt x="157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9"/>
            <p:cNvSpPr/>
            <p:nvPr/>
          </p:nvSpPr>
          <p:spPr>
            <a:xfrm>
              <a:off x="4299675" y="3155550"/>
              <a:ext cx="1016600" cy="1116075"/>
            </a:xfrm>
            <a:custGeom>
              <a:rect b="b" l="l" r="r" t="t"/>
              <a:pathLst>
                <a:path extrusionOk="0" h="44643" w="40664">
                  <a:moveTo>
                    <a:pt x="18780" y="1"/>
                  </a:moveTo>
                  <a:lnTo>
                    <a:pt x="18748" y="33"/>
                  </a:lnTo>
                  <a:lnTo>
                    <a:pt x="18780" y="33"/>
                  </a:lnTo>
                  <a:cubicBezTo>
                    <a:pt x="18780" y="33"/>
                    <a:pt x="12763" y="4308"/>
                    <a:pt x="8044" y="11465"/>
                  </a:cubicBezTo>
                  <a:cubicBezTo>
                    <a:pt x="5162" y="15804"/>
                    <a:pt x="5257" y="22802"/>
                    <a:pt x="0" y="25463"/>
                  </a:cubicBezTo>
                  <a:lnTo>
                    <a:pt x="7633" y="41930"/>
                  </a:lnTo>
                  <a:cubicBezTo>
                    <a:pt x="8433" y="43658"/>
                    <a:pt x="10144" y="44642"/>
                    <a:pt x="11899" y="44642"/>
                  </a:cubicBezTo>
                  <a:cubicBezTo>
                    <a:pt x="12783" y="44642"/>
                    <a:pt x="13678" y="44393"/>
                    <a:pt x="14473" y="43862"/>
                  </a:cubicBezTo>
                  <a:cubicBezTo>
                    <a:pt x="26064" y="36008"/>
                    <a:pt x="35185" y="24449"/>
                    <a:pt x="39808" y="10325"/>
                  </a:cubicBezTo>
                  <a:cubicBezTo>
                    <a:pt x="40663" y="7728"/>
                    <a:pt x="39112" y="4973"/>
                    <a:pt x="36483" y="4308"/>
                  </a:cubicBezTo>
                  <a:lnTo>
                    <a:pt x="1878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9"/>
            <p:cNvSpPr/>
            <p:nvPr/>
          </p:nvSpPr>
          <p:spPr>
            <a:xfrm>
              <a:off x="4247425" y="3124675"/>
              <a:ext cx="522550" cy="675375"/>
            </a:xfrm>
            <a:custGeom>
              <a:rect b="b" l="l" r="r" t="t"/>
              <a:pathLst>
                <a:path extrusionOk="0" h="27015" w="20902">
                  <a:moveTo>
                    <a:pt x="15803" y="1"/>
                  </a:moveTo>
                  <a:cubicBezTo>
                    <a:pt x="13491" y="9501"/>
                    <a:pt x="7632" y="17229"/>
                    <a:pt x="0" y="22106"/>
                  </a:cubicBezTo>
                  <a:lnTo>
                    <a:pt x="2217" y="27014"/>
                  </a:lnTo>
                  <a:cubicBezTo>
                    <a:pt x="16120" y="19920"/>
                    <a:pt x="20902" y="1236"/>
                    <a:pt x="20902" y="1236"/>
                  </a:cubicBezTo>
                  <a:lnTo>
                    <a:pt x="20870" y="1236"/>
                  </a:lnTo>
                  <a:lnTo>
                    <a:pt x="1580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0"/>
          <p:cNvSpPr txBox="1"/>
          <p:nvPr/>
        </p:nvSpPr>
        <p:spPr>
          <a:xfrm>
            <a:off x="232775" y="137600"/>
            <a:ext cx="77235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Dela Gothic One"/>
                <a:ea typeface="Dela Gothic One"/>
                <a:cs typeface="Dela Gothic One"/>
                <a:sym typeface="Dela Gothic One"/>
              </a:rPr>
              <a:t>Специализации 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389" name="Google Shape;389;p30"/>
          <p:cNvSpPr/>
          <p:nvPr/>
        </p:nvSpPr>
        <p:spPr>
          <a:xfrm>
            <a:off x="4461288" y="2037500"/>
            <a:ext cx="4263647" cy="747250"/>
          </a:xfrm>
          <a:custGeom>
            <a:rect b="b" l="l" r="r" t="t"/>
            <a:pathLst>
              <a:path extrusionOk="0" h="23277" w="130478">
                <a:moveTo>
                  <a:pt x="37655" y="0"/>
                </a:moveTo>
                <a:cubicBezTo>
                  <a:pt x="35755" y="0"/>
                  <a:pt x="34235" y="1552"/>
                  <a:pt x="34235" y="3452"/>
                </a:cubicBezTo>
                <a:lnTo>
                  <a:pt x="34235" y="7886"/>
                </a:lnTo>
                <a:cubicBezTo>
                  <a:pt x="34184" y="10056"/>
                  <a:pt x="32677" y="11243"/>
                  <a:pt x="31005" y="11243"/>
                </a:cubicBezTo>
                <a:cubicBezTo>
                  <a:pt x="29529" y="11243"/>
                  <a:pt x="27924" y="10319"/>
                  <a:pt x="27078" y="8329"/>
                </a:cubicBezTo>
                <a:cubicBezTo>
                  <a:pt x="25811" y="5384"/>
                  <a:pt x="22866" y="3326"/>
                  <a:pt x="19445" y="3326"/>
                </a:cubicBezTo>
                <a:cubicBezTo>
                  <a:pt x="16089" y="3326"/>
                  <a:pt x="13207" y="5289"/>
                  <a:pt x="11877" y="8139"/>
                </a:cubicBezTo>
                <a:cubicBezTo>
                  <a:pt x="10666" y="10420"/>
                  <a:pt x="8789" y="11316"/>
                  <a:pt x="7111" y="11316"/>
                </a:cubicBezTo>
                <a:cubicBezTo>
                  <a:pt x="6507" y="11316"/>
                  <a:pt x="5928" y="11199"/>
                  <a:pt x="5416" y="10989"/>
                </a:cubicBezTo>
                <a:cubicBezTo>
                  <a:pt x="5353" y="10958"/>
                  <a:pt x="5289" y="10926"/>
                  <a:pt x="5226" y="10894"/>
                </a:cubicBezTo>
                <a:cubicBezTo>
                  <a:pt x="5163" y="10894"/>
                  <a:pt x="5099" y="10863"/>
                  <a:pt x="5068" y="10831"/>
                </a:cubicBezTo>
                <a:cubicBezTo>
                  <a:pt x="5004" y="10799"/>
                  <a:pt x="4909" y="10768"/>
                  <a:pt x="4846" y="10704"/>
                </a:cubicBezTo>
                <a:cubicBezTo>
                  <a:pt x="4339" y="10388"/>
                  <a:pt x="4086" y="10039"/>
                  <a:pt x="3833" y="9849"/>
                </a:cubicBezTo>
                <a:cubicBezTo>
                  <a:pt x="3421" y="9501"/>
                  <a:pt x="2914" y="9311"/>
                  <a:pt x="2344" y="9311"/>
                </a:cubicBezTo>
                <a:cubicBezTo>
                  <a:pt x="1046" y="9311"/>
                  <a:pt x="1" y="10356"/>
                  <a:pt x="1" y="11654"/>
                </a:cubicBezTo>
                <a:cubicBezTo>
                  <a:pt x="1" y="12921"/>
                  <a:pt x="1046" y="13966"/>
                  <a:pt x="2344" y="13966"/>
                </a:cubicBezTo>
                <a:cubicBezTo>
                  <a:pt x="2914" y="13966"/>
                  <a:pt x="3421" y="13776"/>
                  <a:pt x="3833" y="13428"/>
                </a:cubicBezTo>
                <a:cubicBezTo>
                  <a:pt x="4086" y="13238"/>
                  <a:pt x="4339" y="12890"/>
                  <a:pt x="4846" y="12573"/>
                </a:cubicBezTo>
                <a:cubicBezTo>
                  <a:pt x="4909" y="12541"/>
                  <a:pt x="4973" y="12478"/>
                  <a:pt x="5068" y="12446"/>
                </a:cubicBezTo>
                <a:cubicBezTo>
                  <a:pt x="5099" y="12415"/>
                  <a:pt x="5163" y="12383"/>
                  <a:pt x="5226" y="12383"/>
                </a:cubicBezTo>
                <a:cubicBezTo>
                  <a:pt x="5289" y="12351"/>
                  <a:pt x="5353" y="12320"/>
                  <a:pt x="5416" y="12288"/>
                </a:cubicBezTo>
                <a:cubicBezTo>
                  <a:pt x="5928" y="12078"/>
                  <a:pt x="6507" y="11962"/>
                  <a:pt x="7111" y="11962"/>
                </a:cubicBezTo>
                <a:cubicBezTo>
                  <a:pt x="8789" y="11962"/>
                  <a:pt x="10666" y="12857"/>
                  <a:pt x="11877" y="15138"/>
                </a:cubicBezTo>
                <a:cubicBezTo>
                  <a:pt x="13207" y="17988"/>
                  <a:pt x="16089" y="19983"/>
                  <a:pt x="19445" y="19983"/>
                </a:cubicBezTo>
                <a:cubicBezTo>
                  <a:pt x="22866" y="19983"/>
                  <a:pt x="25811" y="17893"/>
                  <a:pt x="27078" y="14948"/>
                </a:cubicBezTo>
                <a:cubicBezTo>
                  <a:pt x="27924" y="12959"/>
                  <a:pt x="29522" y="12034"/>
                  <a:pt x="30994" y="12034"/>
                </a:cubicBezTo>
                <a:cubicBezTo>
                  <a:pt x="32662" y="12034"/>
                  <a:pt x="34168" y="13221"/>
                  <a:pt x="34235" y="15391"/>
                </a:cubicBezTo>
                <a:lnTo>
                  <a:pt x="34235" y="19825"/>
                </a:lnTo>
                <a:cubicBezTo>
                  <a:pt x="34235" y="21725"/>
                  <a:pt x="35755" y="23277"/>
                  <a:pt x="37655" y="23277"/>
                </a:cubicBezTo>
                <a:lnTo>
                  <a:pt x="127025" y="23277"/>
                </a:lnTo>
                <a:cubicBezTo>
                  <a:pt x="128925" y="23277"/>
                  <a:pt x="130477" y="21725"/>
                  <a:pt x="130477" y="19825"/>
                </a:cubicBezTo>
                <a:lnTo>
                  <a:pt x="130477" y="3452"/>
                </a:lnTo>
                <a:cubicBezTo>
                  <a:pt x="130477" y="1552"/>
                  <a:pt x="128925" y="0"/>
                  <a:pt x="127025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0"/>
          <p:cNvSpPr/>
          <p:nvPr/>
        </p:nvSpPr>
        <p:spPr>
          <a:xfrm>
            <a:off x="4866932" y="2192038"/>
            <a:ext cx="437204" cy="438199"/>
          </a:xfrm>
          <a:custGeom>
            <a:rect b="b" l="l" r="r" t="t"/>
            <a:pathLst>
              <a:path extrusionOk="0" h="13650" w="13619">
                <a:moveTo>
                  <a:pt x="6809" y="0"/>
                </a:moveTo>
                <a:cubicBezTo>
                  <a:pt x="3041" y="0"/>
                  <a:pt x="1" y="3040"/>
                  <a:pt x="1" y="6809"/>
                </a:cubicBezTo>
                <a:cubicBezTo>
                  <a:pt x="1" y="10577"/>
                  <a:pt x="3041" y="13649"/>
                  <a:pt x="6809" y="13649"/>
                </a:cubicBezTo>
                <a:cubicBezTo>
                  <a:pt x="10578" y="13649"/>
                  <a:pt x="13618" y="10577"/>
                  <a:pt x="13618" y="6809"/>
                </a:cubicBezTo>
                <a:cubicBezTo>
                  <a:pt x="13618" y="3040"/>
                  <a:pt x="10578" y="0"/>
                  <a:pt x="680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0"/>
          <p:cNvSpPr/>
          <p:nvPr/>
        </p:nvSpPr>
        <p:spPr>
          <a:xfrm>
            <a:off x="4496886" y="2371973"/>
            <a:ext cx="78298" cy="78298"/>
          </a:xfrm>
          <a:custGeom>
            <a:rect b="b" l="l" r="r" t="t"/>
            <a:pathLst>
              <a:path extrusionOk="0" h="2439" w="2439">
                <a:moveTo>
                  <a:pt x="2439" y="1204"/>
                </a:moveTo>
                <a:cubicBezTo>
                  <a:pt x="2439" y="1901"/>
                  <a:pt x="1900" y="2439"/>
                  <a:pt x="1235" y="2439"/>
                </a:cubicBezTo>
                <a:cubicBezTo>
                  <a:pt x="538" y="2439"/>
                  <a:pt x="0" y="1901"/>
                  <a:pt x="0" y="1204"/>
                </a:cubicBezTo>
                <a:cubicBezTo>
                  <a:pt x="0" y="539"/>
                  <a:pt x="538" y="0"/>
                  <a:pt x="1235" y="0"/>
                </a:cubicBezTo>
                <a:cubicBezTo>
                  <a:pt x="1900" y="0"/>
                  <a:pt x="2439" y="539"/>
                  <a:pt x="2439" y="1204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0"/>
          <p:cNvSpPr/>
          <p:nvPr/>
        </p:nvSpPr>
        <p:spPr>
          <a:xfrm>
            <a:off x="5645487" y="2074775"/>
            <a:ext cx="3007298" cy="655480"/>
          </a:xfrm>
          <a:custGeom>
            <a:rect b="b" l="l" r="r" t="t"/>
            <a:pathLst>
              <a:path extrusionOk="0" h="20681" w="93678">
                <a:moveTo>
                  <a:pt x="2154" y="1"/>
                </a:moveTo>
                <a:cubicBezTo>
                  <a:pt x="982" y="1"/>
                  <a:pt x="1" y="951"/>
                  <a:pt x="1" y="2154"/>
                </a:cubicBezTo>
                <a:lnTo>
                  <a:pt x="1" y="18527"/>
                </a:lnTo>
                <a:cubicBezTo>
                  <a:pt x="1" y="19730"/>
                  <a:pt x="982" y="20681"/>
                  <a:pt x="2154" y="20681"/>
                </a:cubicBezTo>
                <a:lnTo>
                  <a:pt x="91524" y="20681"/>
                </a:lnTo>
                <a:cubicBezTo>
                  <a:pt x="92728" y="20681"/>
                  <a:pt x="93678" y="19730"/>
                  <a:pt x="93678" y="18527"/>
                </a:cubicBezTo>
                <a:lnTo>
                  <a:pt x="93678" y="2154"/>
                </a:lnTo>
                <a:cubicBezTo>
                  <a:pt x="93678" y="951"/>
                  <a:pt x="92728" y="1"/>
                  <a:pt x="9152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0"/>
          <p:cNvSpPr/>
          <p:nvPr/>
        </p:nvSpPr>
        <p:spPr>
          <a:xfrm>
            <a:off x="419066" y="1415286"/>
            <a:ext cx="4189665" cy="747282"/>
          </a:xfrm>
          <a:custGeom>
            <a:rect b="b" l="l" r="r" t="t"/>
            <a:pathLst>
              <a:path extrusionOk="0" h="23278" w="130509">
                <a:moveTo>
                  <a:pt x="3421" y="1"/>
                </a:moveTo>
                <a:cubicBezTo>
                  <a:pt x="1521" y="1"/>
                  <a:pt x="0" y="1521"/>
                  <a:pt x="0" y="3421"/>
                </a:cubicBezTo>
                <a:lnTo>
                  <a:pt x="0" y="19826"/>
                </a:lnTo>
                <a:cubicBezTo>
                  <a:pt x="0" y="21726"/>
                  <a:pt x="1521" y="23278"/>
                  <a:pt x="3421" y="23278"/>
                </a:cubicBezTo>
                <a:lnTo>
                  <a:pt x="92822" y="23278"/>
                </a:lnTo>
                <a:cubicBezTo>
                  <a:pt x="94723" y="23278"/>
                  <a:pt x="96274" y="21726"/>
                  <a:pt x="96274" y="19826"/>
                </a:cubicBezTo>
                <a:lnTo>
                  <a:pt x="96274" y="15392"/>
                </a:lnTo>
                <a:cubicBezTo>
                  <a:pt x="96325" y="13222"/>
                  <a:pt x="97823" y="12035"/>
                  <a:pt x="99487" y="12035"/>
                </a:cubicBezTo>
                <a:cubicBezTo>
                  <a:pt x="100956" y="12035"/>
                  <a:pt x="102554" y="12959"/>
                  <a:pt x="103400" y="14949"/>
                </a:cubicBezTo>
                <a:lnTo>
                  <a:pt x="103400" y="14917"/>
                </a:lnTo>
                <a:cubicBezTo>
                  <a:pt x="104667" y="17894"/>
                  <a:pt x="107612" y="19952"/>
                  <a:pt x="111032" y="19952"/>
                </a:cubicBezTo>
                <a:cubicBezTo>
                  <a:pt x="114389" y="19952"/>
                  <a:pt x="117271" y="17989"/>
                  <a:pt x="118601" y="15139"/>
                </a:cubicBezTo>
                <a:cubicBezTo>
                  <a:pt x="119811" y="12858"/>
                  <a:pt x="121689" y="11962"/>
                  <a:pt x="123366" y="11962"/>
                </a:cubicBezTo>
                <a:cubicBezTo>
                  <a:pt x="123971" y="11962"/>
                  <a:pt x="124550" y="12079"/>
                  <a:pt x="125062" y="12289"/>
                </a:cubicBezTo>
                <a:cubicBezTo>
                  <a:pt x="125125" y="12289"/>
                  <a:pt x="125188" y="12320"/>
                  <a:pt x="125252" y="12352"/>
                </a:cubicBezTo>
                <a:cubicBezTo>
                  <a:pt x="125315" y="12384"/>
                  <a:pt x="125378" y="12415"/>
                  <a:pt x="125410" y="12447"/>
                </a:cubicBezTo>
                <a:cubicBezTo>
                  <a:pt x="125505" y="12479"/>
                  <a:pt x="125568" y="12510"/>
                  <a:pt x="125632" y="12542"/>
                </a:cubicBezTo>
                <a:cubicBezTo>
                  <a:pt x="125632" y="12542"/>
                  <a:pt x="125632" y="12542"/>
                  <a:pt x="125632" y="12574"/>
                </a:cubicBezTo>
                <a:cubicBezTo>
                  <a:pt x="126138" y="12890"/>
                  <a:pt x="126392" y="13239"/>
                  <a:pt x="126645" y="13429"/>
                </a:cubicBezTo>
                <a:cubicBezTo>
                  <a:pt x="127057" y="13777"/>
                  <a:pt x="127563" y="13967"/>
                  <a:pt x="128165" y="13967"/>
                </a:cubicBezTo>
                <a:cubicBezTo>
                  <a:pt x="129432" y="13967"/>
                  <a:pt x="130509" y="12922"/>
                  <a:pt x="130509" y="11623"/>
                </a:cubicBezTo>
                <a:cubicBezTo>
                  <a:pt x="130509" y="10325"/>
                  <a:pt x="129432" y="9280"/>
                  <a:pt x="128165" y="9280"/>
                </a:cubicBezTo>
                <a:cubicBezTo>
                  <a:pt x="127563" y="9280"/>
                  <a:pt x="127057" y="9502"/>
                  <a:pt x="126645" y="9850"/>
                </a:cubicBezTo>
                <a:cubicBezTo>
                  <a:pt x="126392" y="10008"/>
                  <a:pt x="126138" y="10388"/>
                  <a:pt x="125632" y="10705"/>
                </a:cubicBezTo>
                <a:cubicBezTo>
                  <a:pt x="125568" y="10737"/>
                  <a:pt x="125505" y="10768"/>
                  <a:pt x="125410" y="10832"/>
                </a:cubicBezTo>
                <a:cubicBezTo>
                  <a:pt x="125378" y="10863"/>
                  <a:pt x="125315" y="10863"/>
                  <a:pt x="125283" y="10895"/>
                </a:cubicBezTo>
                <a:cubicBezTo>
                  <a:pt x="125188" y="10927"/>
                  <a:pt x="125157" y="10958"/>
                  <a:pt x="125062" y="10990"/>
                </a:cubicBezTo>
                <a:cubicBezTo>
                  <a:pt x="124554" y="11190"/>
                  <a:pt x="123980" y="11302"/>
                  <a:pt x="123381" y="11302"/>
                </a:cubicBezTo>
                <a:cubicBezTo>
                  <a:pt x="121700" y="11302"/>
                  <a:pt x="119815" y="10419"/>
                  <a:pt x="118601" y="8108"/>
                </a:cubicBezTo>
                <a:lnTo>
                  <a:pt x="118601" y="8140"/>
                </a:lnTo>
                <a:cubicBezTo>
                  <a:pt x="117271" y="5290"/>
                  <a:pt x="114389" y="3295"/>
                  <a:pt x="111032" y="3295"/>
                </a:cubicBezTo>
                <a:cubicBezTo>
                  <a:pt x="107612" y="3295"/>
                  <a:pt x="104667" y="5385"/>
                  <a:pt x="103400" y="8330"/>
                </a:cubicBezTo>
                <a:cubicBezTo>
                  <a:pt x="102569" y="10319"/>
                  <a:pt x="100972" y="11244"/>
                  <a:pt x="99500" y="11244"/>
                </a:cubicBezTo>
                <a:cubicBezTo>
                  <a:pt x="97832" y="11244"/>
                  <a:pt x="96325" y="10057"/>
                  <a:pt x="96274" y="7887"/>
                </a:cubicBezTo>
                <a:lnTo>
                  <a:pt x="96274" y="3421"/>
                </a:lnTo>
                <a:cubicBezTo>
                  <a:pt x="96274" y="1521"/>
                  <a:pt x="94723" y="1"/>
                  <a:pt x="92822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0"/>
          <p:cNvSpPr/>
          <p:nvPr/>
        </p:nvSpPr>
        <p:spPr>
          <a:xfrm>
            <a:off x="3735383" y="1569795"/>
            <a:ext cx="496176" cy="438263"/>
          </a:xfrm>
          <a:custGeom>
            <a:rect b="b" l="l" r="r" t="t"/>
            <a:pathLst>
              <a:path extrusionOk="0" h="13652" w="15456">
                <a:moveTo>
                  <a:pt x="7736" y="1"/>
                </a:moveTo>
                <a:cubicBezTo>
                  <a:pt x="6877" y="1"/>
                  <a:pt x="6005" y="164"/>
                  <a:pt x="5163" y="508"/>
                </a:cubicBezTo>
                <a:cubicBezTo>
                  <a:pt x="1679" y="1933"/>
                  <a:pt x="1" y="5924"/>
                  <a:pt x="1426" y="9407"/>
                </a:cubicBezTo>
                <a:cubicBezTo>
                  <a:pt x="2507" y="12048"/>
                  <a:pt x="5062" y="13652"/>
                  <a:pt x="7752" y="13652"/>
                </a:cubicBezTo>
                <a:cubicBezTo>
                  <a:pt x="8611" y="13652"/>
                  <a:pt x="9483" y="13489"/>
                  <a:pt x="10325" y="13144"/>
                </a:cubicBezTo>
                <a:cubicBezTo>
                  <a:pt x="13809" y="11719"/>
                  <a:pt x="15455" y="7729"/>
                  <a:pt x="14062" y="4245"/>
                </a:cubicBezTo>
                <a:cubicBezTo>
                  <a:pt x="12982" y="1604"/>
                  <a:pt x="10426" y="1"/>
                  <a:pt x="773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0"/>
          <p:cNvSpPr/>
          <p:nvPr/>
        </p:nvSpPr>
        <p:spPr>
          <a:xfrm>
            <a:off x="4493836" y="1749794"/>
            <a:ext cx="78298" cy="78298"/>
          </a:xfrm>
          <a:custGeom>
            <a:rect b="b" l="l" r="r" t="t"/>
            <a:pathLst>
              <a:path extrusionOk="0" h="2439" w="2439">
                <a:moveTo>
                  <a:pt x="2439" y="1203"/>
                </a:moveTo>
                <a:cubicBezTo>
                  <a:pt x="2439" y="1900"/>
                  <a:pt x="1900" y="2439"/>
                  <a:pt x="1203" y="2439"/>
                </a:cubicBezTo>
                <a:cubicBezTo>
                  <a:pt x="538" y="2439"/>
                  <a:pt x="0" y="1900"/>
                  <a:pt x="0" y="1203"/>
                </a:cubicBezTo>
                <a:cubicBezTo>
                  <a:pt x="0" y="538"/>
                  <a:pt x="538" y="0"/>
                  <a:pt x="1203" y="0"/>
                </a:cubicBezTo>
                <a:cubicBezTo>
                  <a:pt x="1900" y="0"/>
                  <a:pt x="2439" y="538"/>
                  <a:pt x="2439" y="1203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0"/>
          <p:cNvSpPr/>
          <p:nvPr/>
        </p:nvSpPr>
        <p:spPr>
          <a:xfrm>
            <a:off x="3836056" y="1644048"/>
            <a:ext cx="288762" cy="288762"/>
          </a:xfrm>
          <a:custGeom>
            <a:rect b="b" l="l" r="r" t="t"/>
            <a:pathLst>
              <a:path extrusionOk="0" h="8995" w="8995">
                <a:moveTo>
                  <a:pt x="4497" y="2692"/>
                </a:moveTo>
                <a:cubicBezTo>
                  <a:pt x="5511" y="2692"/>
                  <a:pt x="6334" y="3516"/>
                  <a:pt x="6334" y="4497"/>
                </a:cubicBezTo>
                <a:cubicBezTo>
                  <a:pt x="6334" y="5511"/>
                  <a:pt x="5511" y="6334"/>
                  <a:pt x="4497" y="6334"/>
                </a:cubicBezTo>
                <a:cubicBezTo>
                  <a:pt x="3515" y="6334"/>
                  <a:pt x="2692" y="5511"/>
                  <a:pt x="2692" y="4497"/>
                </a:cubicBezTo>
                <a:cubicBezTo>
                  <a:pt x="2692" y="3516"/>
                  <a:pt x="3515" y="2692"/>
                  <a:pt x="4497" y="2692"/>
                </a:cubicBezTo>
                <a:close/>
                <a:moveTo>
                  <a:pt x="4497" y="2376"/>
                </a:moveTo>
                <a:cubicBezTo>
                  <a:pt x="3325" y="2376"/>
                  <a:pt x="2375" y="3326"/>
                  <a:pt x="2375" y="4497"/>
                </a:cubicBezTo>
                <a:cubicBezTo>
                  <a:pt x="2375" y="5669"/>
                  <a:pt x="3325" y="6651"/>
                  <a:pt x="4497" y="6651"/>
                </a:cubicBezTo>
                <a:cubicBezTo>
                  <a:pt x="5701" y="6651"/>
                  <a:pt x="6651" y="5669"/>
                  <a:pt x="6651" y="4497"/>
                </a:cubicBezTo>
                <a:cubicBezTo>
                  <a:pt x="6651" y="3326"/>
                  <a:pt x="5701" y="2376"/>
                  <a:pt x="4497" y="2376"/>
                </a:cubicBezTo>
                <a:close/>
                <a:moveTo>
                  <a:pt x="4782" y="317"/>
                </a:moveTo>
                <a:cubicBezTo>
                  <a:pt x="4877" y="317"/>
                  <a:pt x="4909" y="381"/>
                  <a:pt x="4909" y="444"/>
                </a:cubicBezTo>
                <a:lnTo>
                  <a:pt x="4909" y="1489"/>
                </a:lnTo>
                <a:lnTo>
                  <a:pt x="5036" y="1521"/>
                </a:lnTo>
                <a:cubicBezTo>
                  <a:pt x="5479" y="1616"/>
                  <a:pt x="5859" y="1774"/>
                  <a:pt x="6239" y="2027"/>
                </a:cubicBezTo>
                <a:lnTo>
                  <a:pt x="6334" y="2091"/>
                </a:lnTo>
                <a:lnTo>
                  <a:pt x="7094" y="1331"/>
                </a:lnTo>
                <a:cubicBezTo>
                  <a:pt x="7110" y="1315"/>
                  <a:pt x="7142" y="1307"/>
                  <a:pt x="7173" y="1307"/>
                </a:cubicBezTo>
                <a:cubicBezTo>
                  <a:pt x="7205" y="1307"/>
                  <a:pt x="7237" y="1315"/>
                  <a:pt x="7252" y="1331"/>
                </a:cubicBezTo>
                <a:lnTo>
                  <a:pt x="7664" y="1742"/>
                </a:lnTo>
                <a:cubicBezTo>
                  <a:pt x="7727" y="1806"/>
                  <a:pt x="7727" y="1869"/>
                  <a:pt x="7664" y="1932"/>
                </a:cubicBezTo>
                <a:lnTo>
                  <a:pt x="6936" y="2661"/>
                </a:lnTo>
                <a:lnTo>
                  <a:pt x="6999" y="2787"/>
                </a:lnTo>
                <a:cubicBezTo>
                  <a:pt x="7252" y="3136"/>
                  <a:pt x="7411" y="3547"/>
                  <a:pt x="7474" y="3959"/>
                </a:cubicBezTo>
                <a:lnTo>
                  <a:pt x="7506" y="4086"/>
                </a:lnTo>
                <a:lnTo>
                  <a:pt x="8551" y="4086"/>
                </a:lnTo>
                <a:cubicBezTo>
                  <a:pt x="8646" y="4086"/>
                  <a:pt x="8677" y="4149"/>
                  <a:pt x="8677" y="4212"/>
                </a:cubicBezTo>
                <a:lnTo>
                  <a:pt x="8677" y="4782"/>
                </a:lnTo>
                <a:cubicBezTo>
                  <a:pt x="8677" y="4877"/>
                  <a:pt x="8646" y="4909"/>
                  <a:pt x="8551" y="4909"/>
                </a:cubicBezTo>
                <a:lnTo>
                  <a:pt x="7506" y="4909"/>
                </a:lnTo>
                <a:lnTo>
                  <a:pt x="7474" y="5036"/>
                </a:lnTo>
                <a:cubicBezTo>
                  <a:pt x="7411" y="5479"/>
                  <a:pt x="7252" y="5859"/>
                  <a:pt x="6999" y="6239"/>
                </a:cubicBezTo>
                <a:lnTo>
                  <a:pt x="6936" y="6334"/>
                </a:lnTo>
                <a:lnTo>
                  <a:pt x="7664" y="7094"/>
                </a:lnTo>
                <a:cubicBezTo>
                  <a:pt x="7727" y="7126"/>
                  <a:pt x="7727" y="7221"/>
                  <a:pt x="7664" y="7253"/>
                </a:cubicBezTo>
                <a:lnTo>
                  <a:pt x="7252" y="7664"/>
                </a:lnTo>
                <a:cubicBezTo>
                  <a:pt x="7237" y="7696"/>
                  <a:pt x="7205" y="7712"/>
                  <a:pt x="7173" y="7712"/>
                </a:cubicBezTo>
                <a:cubicBezTo>
                  <a:pt x="7142" y="7712"/>
                  <a:pt x="7110" y="7696"/>
                  <a:pt x="7094" y="7664"/>
                </a:cubicBezTo>
                <a:lnTo>
                  <a:pt x="6334" y="6904"/>
                </a:lnTo>
                <a:lnTo>
                  <a:pt x="6239" y="6999"/>
                </a:lnTo>
                <a:cubicBezTo>
                  <a:pt x="5891" y="7221"/>
                  <a:pt x="5479" y="7411"/>
                  <a:pt x="5067" y="7474"/>
                </a:cubicBezTo>
                <a:lnTo>
                  <a:pt x="4941" y="7506"/>
                </a:lnTo>
                <a:lnTo>
                  <a:pt x="4941" y="8551"/>
                </a:lnTo>
                <a:cubicBezTo>
                  <a:pt x="4941" y="8614"/>
                  <a:pt x="4877" y="8678"/>
                  <a:pt x="4814" y="8678"/>
                </a:cubicBezTo>
                <a:lnTo>
                  <a:pt x="4212" y="8678"/>
                </a:lnTo>
                <a:cubicBezTo>
                  <a:pt x="4149" y="8678"/>
                  <a:pt x="4085" y="8614"/>
                  <a:pt x="4085" y="8551"/>
                </a:cubicBezTo>
                <a:lnTo>
                  <a:pt x="4085" y="7506"/>
                </a:lnTo>
                <a:lnTo>
                  <a:pt x="3959" y="7474"/>
                </a:lnTo>
                <a:cubicBezTo>
                  <a:pt x="3547" y="7411"/>
                  <a:pt x="3135" y="7253"/>
                  <a:pt x="2787" y="6999"/>
                </a:cubicBezTo>
                <a:lnTo>
                  <a:pt x="2692" y="6904"/>
                </a:lnTo>
                <a:lnTo>
                  <a:pt x="1932" y="7664"/>
                </a:lnTo>
                <a:cubicBezTo>
                  <a:pt x="1900" y="7696"/>
                  <a:pt x="1869" y="7712"/>
                  <a:pt x="1837" y="7712"/>
                </a:cubicBezTo>
                <a:cubicBezTo>
                  <a:pt x="1805" y="7712"/>
                  <a:pt x="1774" y="7696"/>
                  <a:pt x="1742" y="7664"/>
                </a:cubicBezTo>
                <a:lnTo>
                  <a:pt x="1330" y="7253"/>
                </a:lnTo>
                <a:cubicBezTo>
                  <a:pt x="1299" y="7221"/>
                  <a:pt x="1299" y="7126"/>
                  <a:pt x="1330" y="7094"/>
                </a:cubicBezTo>
                <a:lnTo>
                  <a:pt x="2090" y="6334"/>
                </a:lnTo>
                <a:lnTo>
                  <a:pt x="2027" y="6239"/>
                </a:lnTo>
                <a:cubicBezTo>
                  <a:pt x="1774" y="5859"/>
                  <a:pt x="1615" y="5479"/>
                  <a:pt x="1520" y="5036"/>
                </a:cubicBezTo>
                <a:lnTo>
                  <a:pt x="1520" y="4909"/>
                </a:lnTo>
                <a:lnTo>
                  <a:pt x="444" y="4909"/>
                </a:lnTo>
                <a:cubicBezTo>
                  <a:pt x="380" y="4909"/>
                  <a:pt x="317" y="4846"/>
                  <a:pt x="317" y="4782"/>
                </a:cubicBezTo>
                <a:lnTo>
                  <a:pt x="317" y="4212"/>
                </a:lnTo>
                <a:cubicBezTo>
                  <a:pt x="317" y="4149"/>
                  <a:pt x="380" y="4086"/>
                  <a:pt x="444" y="4086"/>
                </a:cubicBezTo>
                <a:lnTo>
                  <a:pt x="1520" y="4086"/>
                </a:lnTo>
                <a:lnTo>
                  <a:pt x="1520" y="3959"/>
                </a:lnTo>
                <a:cubicBezTo>
                  <a:pt x="1615" y="3547"/>
                  <a:pt x="1774" y="3136"/>
                  <a:pt x="2027" y="2787"/>
                </a:cubicBezTo>
                <a:lnTo>
                  <a:pt x="2090" y="2661"/>
                </a:lnTo>
                <a:lnTo>
                  <a:pt x="1330" y="1932"/>
                </a:lnTo>
                <a:cubicBezTo>
                  <a:pt x="1299" y="1869"/>
                  <a:pt x="1299" y="1806"/>
                  <a:pt x="1330" y="1742"/>
                </a:cubicBezTo>
                <a:lnTo>
                  <a:pt x="1742" y="1331"/>
                </a:lnTo>
                <a:cubicBezTo>
                  <a:pt x="1774" y="1315"/>
                  <a:pt x="1805" y="1307"/>
                  <a:pt x="1837" y="1307"/>
                </a:cubicBezTo>
                <a:cubicBezTo>
                  <a:pt x="1869" y="1307"/>
                  <a:pt x="1900" y="1315"/>
                  <a:pt x="1932" y="1331"/>
                </a:cubicBezTo>
                <a:lnTo>
                  <a:pt x="2660" y="2091"/>
                </a:lnTo>
                <a:lnTo>
                  <a:pt x="2787" y="2027"/>
                </a:lnTo>
                <a:cubicBezTo>
                  <a:pt x="3135" y="1774"/>
                  <a:pt x="3547" y="1616"/>
                  <a:pt x="3959" y="1521"/>
                </a:cubicBezTo>
                <a:lnTo>
                  <a:pt x="4085" y="1489"/>
                </a:lnTo>
                <a:lnTo>
                  <a:pt x="4085" y="444"/>
                </a:lnTo>
                <a:cubicBezTo>
                  <a:pt x="4085" y="381"/>
                  <a:pt x="4149" y="317"/>
                  <a:pt x="4212" y="317"/>
                </a:cubicBezTo>
                <a:close/>
                <a:moveTo>
                  <a:pt x="4212" y="0"/>
                </a:moveTo>
                <a:cubicBezTo>
                  <a:pt x="3959" y="0"/>
                  <a:pt x="3769" y="190"/>
                  <a:pt x="3769" y="444"/>
                </a:cubicBezTo>
                <a:lnTo>
                  <a:pt x="3769" y="1236"/>
                </a:lnTo>
                <a:cubicBezTo>
                  <a:pt x="3389" y="1331"/>
                  <a:pt x="3040" y="1457"/>
                  <a:pt x="2724" y="1679"/>
                </a:cubicBezTo>
                <a:lnTo>
                  <a:pt x="2154" y="1109"/>
                </a:lnTo>
                <a:cubicBezTo>
                  <a:pt x="2074" y="1030"/>
                  <a:pt x="1964" y="990"/>
                  <a:pt x="1849" y="990"/>
                </a:cubicBezTo>
                <a:cubicBezTo>
                  <a:pt x="1734" y="990"/>
                  <a:pt x="1615" y="1030"/>
                  <a:pt x="1520" y="1109"/>
                </a:cubicBezTo>
                <a:lnTo>
                  <a:pt x="1109" y="1521"/>
                </a:lnTo>
                <a:cubicBezTo>
                  <a:pt x="950" y="1711"/>
                  <a:pt x="950" y="1996"/>
                  <a:pt x="1109" y="2154"/>
                </a:cubicBezTo>
                <a:lnTo>
                  <a:pt x="1679" y="2724"/>
                </a:lnTo>
                <a:cubicBezTo>
                  <a:pt x="1457" y="3041"/>
                  <a:pt x="1330" y="3389"/>
                  <a:pt x="1235" y="3769"/>
                </a:cubicBezTo>
                <a:lnTo>
                  <a:pt x="444" y="3769"/>
                </a:lnTo>
                <a:cubicBezTo>
                  <a:pt x="190" y="3769"/>
                  <a:pt x="0" y="3959"/>
                  <a:pt x="0" y="4212"/>
                </a:cubicBezTo>
                <a:lnTo>
                  <a:pt x="0" y="4782"/>
                </a:lnTo>
                <a:cubicBezTo>
                  <a:pt x="0" y="5036"/>
                  <a:pt x="190" y="5226"/>
                  <a:pt x="444" y="5226"/>
                </a:cubicBezTo>
                <a:lnTo>
                  <a:pt x="1235" y="5226"/>
                </a:lnTo>
                <a:cubicBezTo>
                  <a:pt x="1330" y="5606"/>
                  <a:pt x="1489" y="5986"/>
                  <a:pt x="1679" y="6303"/>
                </a:cubicBezTo>
                <a:lnTo>
                  <a:pt x="1109" y="6841"/>
                </a:lnTo>
                <a:cubicBezTo>
                  <a:pt x="950" y="7031"/>
                  <a:pt x="950" y="7316"/>
                  <a:pt x="1109" y="7474"/>
                </a:cubicBezTo>
                <a:lnTo>
                  <a:pt x="1520" y="7886"/>
                </a:lnTo>
                <a:cubicBezTo>
                  <a:pt x="1615" y="7981"/>
                  <a:pt x="1734" y="8029"/>
                  <a:pt x="1849" y="8029"/>
                </a:cubicBezTo>
                <a:cubicBezTo>
                  <a:pt x="1964" y="8029"/>
                  <a:pt x="2074" y="7981"/>
                  <a:pt x="2154" y="7886"/>
                </a:cubicBezTo>
                <a:lnTo>
                  <a:pt x="2724" y="7348"/>
                </a:lnTo>
                <a:cubicBezTo>
                  <a:pt x="3040" y="7538"/>
                  <a:pt x="3389" y="7696"/>
                  <a:pt x="3769" y="7759"/>
                </a:cubicBezTo>
                <a:lnTo>
                  <a:pt x="3769" y="8551"/>
                </a:lnTo>
                <a:cubicBezTo>
                  <a:pt x="3769" y="8804"/>
                  <a:pt x="3959" y="8994"/>
                  <a:pt x="4212" y="8994"/>
                </a:cubicBezTo>
                <a:lnTo>
                  <a:pt x="4814" y="8994"/>
                </a:lnTo>
                <a:cubicBezTo>
                  <a:pt x="5036" y="8994"/>
                  <a:pt x="5226" y="8804"/>
                  <a:pt x="5257" y="8551"/>
                </a:cubicBezTo>
                <a:lnTo>
                  <a:pt x="5257" y="7759"/>
                </a:lnTo>
                <a:cubicBezTo>
                  <a:pt x="5606" y="7696"/>
                  <a:pt x="5986" y="7538"/>
                  <a:pt x="6302" y="7348"/>
                </a:cubicBezTo>
                <a:lnTo>
                  <a:pt x="6872" y="7886"/>
                </a:lnTo>
                <a:cubicBezTo>
                  <a:pt x="6952" y="7981"/>
                  <a:pt x="7062" y="8029"/>
                  <a:pt x="7173" y="8029"/>
                </a:cubicBezTo>
                <a:cubicBezTo>
                  <a:pt x="7284" y="8029"/>
                  <a:pt x="7395" y="7981"/>
                  <a:pt x="7474" y="7886"/>
                </a:cubicBezTo>
                <a:lnTo>
                  <a:pt x="7886" y="7474"/>
                </a:lnTo>
                <a:cubicBezTo>
                  <a:pt x="8076" y="7316"/>
                  <a:pt x="8076" y="7031"/>
                  <a:pt x="7886" y="6841"/>
                </a:cubicBezTo>
                <a:lnTo>
                  <a:pt x="7347" y="6303"/>
                </a:lnTo>
                <a:cubicBezTo>
                  <a:pt x="7537" y="5954"/>
                  <a:pt x="7696" y="5606"/>
                  <a:pt x="7759" y="5226"/>
                </a:cubicBezTo>
                <a:lnTo>
                  <a:pt x="8551" y="5226"/>
                </a:lnTo>
                <a:cubicBezTo>
                  <a:pt x="8804" y="5226"/>
                  <a:pt x="8994" y="5036"/>
                  <a:pt x="8994" y="4782"/>
                </a:cubicBezTo>
                <a:lnTo>
                  <a:pt x="8994" y="4212"/>
                </a:lnTo>
                <a:cubicBezTo>
                  <a:pt x="8994" y="3959"/>
                  <a:pt x="8804" y="3769"/>
                  <a:pt x="8551" y="3769"/>
                </a:cubicBezTo>
                <a:lnTo>
                  <a:pt x="7759" y="3769"/>
                </a:lnTo>
                <a:cubicBezTo>
                  <a:pt x="7696" y="3389"/>
                  <a:pt x="7537" y="3041"/>
                  <a:pt x="7347" y="2724"/>
                </a:cubicBezTo>
                <a:lnTo>
                  <a:pt x="7886" y="2154"/>
                </a:lnTo>
                <a:cubicBezTo>
                  <a:pt x="8076" y="1996"/>
                  <a:pt x="8076" y="1711"/>
                  <a:pt x="7886" y="1521"/>
                </a:cubicBezTo>
                <a:lnTo>
                  <a:pt x="7474" y="1109"/>
                </a:lnTo>
                <a:cubicBezTo>
                  <a:pt x="7395" y="1030"/>
                  <a:pt x="7284" y="990"/>
                  <a:pt x="7173" y="990"/>
                </a:cubicBezTo>
                <a:cubicBezTo>
                  <a:pt x="7062" y="990"/>
                  <a:pt x="6952" y="1030"/>
                  <a:pt x="6872" y="1109"/>
                </a:cubicBezTo>
                <a:lnTo>
                  <a:pt x="6302" y="1679"/>
                </a:lnTo>
                <a:cubicBezTo>
                  <a:pt x="5986" y="1457"/>
                  <a:pt x="5606" y="1331"/>
                  <a:pt x="5257" y="1236"/>
                </a:cubicBezTo>
                <a:lnTo>
                  <a:pt x="5257" y="444"/>
                </a:lnTo>
                <a:cubicBezTo>
                  <a:pt x="5257" y="190"/>
                  <a:pt x="5036" y="0"/>
                  <a:pt x="4814" y="0"/>
                </a:cubicBez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0"/>
          <p:cNvSpPr/>
          <p:nvPr/>
        </p:nvSpPr>
        <p:spPr>
          <a:xfrm>
            <a:off x="3975317" y="1669474"/>
            <a:ext cx="11236" cy="12231"/>
          </a:xfrm>
          <a:custGeom>
            <a:rect b="b" l="l" r="r" t="t"/>
            <a:pathLst>
              <a:path extrusionOk="0" h="381" w="350">
                <a:moveTo>
                  <a:pt x="159" y="0"/>
                </a:moveTo>
                <a:cubicBezTo>
                  <a:pt x="64" y="0"/>
                  <a:pt x="1" y="95"/>
                  <a:pt x="1" y="190"/>
                </a:cubicBezTo>
                <a:cubicBezTo>
                  <a:pt x="1" y="285"/>
                  <a:pt x="64" y="380"/>
                  <a:pt x="159" y="380"/>
                </a:cubicBezTo>
                <a:cubicBezTo>
                  <a:pt x="286" y="380"/>
                  <a:pt x="349" y="285"/>
                  <a:pt x="349" y="190"/>
                </a:cubicBezTo>
                <a:cubicBezTo>
                  <a:pt x="349" y="95"/>
                  <a:pt x="286" y="0"/>
                  <a:pt x="159" y="0"/>
                </a:cubicBez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0"/>
          <p:cNvSpPr/>
          <p:nvPr/>
        </p:nvSpPr>
        <p:spPr>
          <a:xfrm>
            <a:off x="3975317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0"/>
          <p:cNvSpPr/>
          <p:nvPr/>
        </p:nvSpPr>
        <p:spPr>
          <a:xfrm>
            <a:off x="3975317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0"/>
          <p:cNvSpPr/>
          <p:nvPr/>
        </p:nvSpPr>
        <p:spPr>
          <a:xfrm>
            <a:off x="3975317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0"/>
          <p:cNvSpPr/>
          <p:nvPr/>
        </p:nvSpPr>
        <p:spPr>
          <a:xfrm>
            <a:off x="3976344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0"/>
          <p:cNvSpPr/>
          <p:nvPr/>
        </p:nvSpPr>
        <p:spPr>
          <a:xfrm>
            <a:off x="3976344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0"/>
          <p:cNvSpPr/>
          <p:nvPr/>
        </p:nvSpPr>
        <p:spPr>
          <a:xfrm>
            <a:off x="3976344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0"/>
          <p:cNvSpPr/>
          <p:nvPr/>
        </p:nvSpPr>
        <p:spPr>
          <a:xfrm>
            <a:off x="3976344" y="1669474"/>
            <a:ext cx="1059" cy="12231"/>
          </a:xfrm>
          <a:custGeom>
            <a:rect b="b" l="l" r="r" t="t"/>
            <a:pathLst>
              <a:path extrusionOk="0" h="381" w="33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0"/>
          <p:cNvSpPr/>
          <p:nvPr/>
        </p:nvSpPr>
        <p:spPr>
          <a:xfrm>
            <a:off x="3977371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0"/>
          <p:cNvSpPr/>
          <p:nvPr/>
        </p:nvSpPr>
        <p:spPr>
          <a:xfrm>
            <a:off x="3977371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0"/>
          <p:cNvSpPr/>
          <p:nvPr/>
        </p:nvSpPr>
        <p:spPr>
          <a:xfrm>
            <a:off x="3977371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0"/>
          <p:cNvSpPr/>
          <p:nvPr/>
        </p:nvSpPr>
        <p:spPr>
          <a:xfrm>
            <a:off x="3978367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0"/>
          <p:cNvSpPr/>
          <p:nvPr/>
        </p:nvSpPr>
        <p:spPr>
          <a:xfrm>
            <a:off x="3978367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0"/>
          <p:cNvSpPr/>
          <p:nvPr/>
        </p:nvSpPr>
        <p:spPr>
          <a:xfrm>
            <a:off x="3978367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0"/>
          <p:cNvSpPr/>
          <p:nvPr/>
        </p:nvSpPr>
        <p:spPr>
          <a:xfrm>
            <a:off x="3978367" y="166947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3" y="380"/>
                </a:lnTo>
                <a:lnTo>
                  <a:pt x="33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0"/>
          <p:cNvSpPr/>
          <p:nvPr/>
        </p:nvSpPr>
        <p:spPr>
          <a:xfrm>
            <a:off x="3979394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0"/>
          <p:cNvSpPr/>
          <p:nvPr/>
        </p:nvSpPr>
        <p:spPr>
          <a:xfrm>
            <a:off x="3979394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0"/>
          <p:cNvSpPr/>
          <p:nvPr/>
        </p:nvSpPr>
        <p:spPr>
          <a:xfrm>
            <a:off x="3979394" y="166947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0"/>
          <p:cNvSpPr/>
          <p:nvPr/>
        </p:nvSpPr>
        <p:spPr>
          <a:xfrm>
            <a:off x="3980421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0"/>
          <p:cNvSpPr/>
          <p:nvPr/>
        </p:nvSpPr>
        <p:spPr>
          <a:xfrm>
            <a:off x="3980421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0"/>
          <p:cNvSpPr/>
          <p:nvPr/>
        </p:nvSpPr>
        <p:spPr>
          <a:xfrm>
            <a:off x="3980421" y="1669474"/>
            <a:ext cx="1027" cy="12231"/>
          </a:xfrm>
          <a:custGeom>
            <a:rect b="b" l="l" r="r" t="t"/>
            <a:pathLst>
              <a:path extrusionOk="0" h="381" w="32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0"/>
          <p:cNvSpPr/>
          <p:nvPr/>
        </p:nvSpPr>
        <p:spPr>
          <a:xfrm>
            <a:off x="3981416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0"/>
          <p:cNvSpPr/>
          <p:nvPr/>
        </p:nvSpPr>
        <p:spPr>
          <a:xfrm>
            <a:off x="3981416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0"/>
          <p:cNvSpPr/>
          <p:nvPr/>
        </p:nvSpPr>
        <p:spPr>
          <a:xfrm>
            <a:off x="3981416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0"/>
          <p:cNvSpPr/>
          <p:nvPr/>
        </p:nvSpPr>
        <p:spPr>
          <a:xfrm>
            <a:off x="3981416" y="166947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3" y="380"/>
                </a:lnTo>
                <a:lnTo>
                  <a:pt x="33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0"/>
          <p:cNvSpPr/>
          <p:nvPr/>
        </p:nvSpPr>
        <p:spPr>
          <a:xfrm>
            <a:off x="3982444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0"/>
          <p:cNvSpPr/>
          <p:nvPr/>
        </p:nvSpPr>
        <p:spPr>
          <a:xfrm>
            <a:off x="3982444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0"/>
          <p:cNvSpPr/>
          <p:nvPr/>
        </p:nvSpPr>
        <p:spPr>
          <a:xfrm>
            <a:off x="3982444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0"/>
          <p:cNvSpPr/>
          <p:nvPr/>
        </p:nvSpPr>
        <p:spPr>
          <a:xfrm>
            <a:off x="3983471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0"/>
          <p:cNvSpPr/>
          <p:nvPr/>
        </p:nvSpPr>
        <p:spPr>
          <a:xfrm>
            <a:off x="3983471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0"/>
          <p:cNvSpPr/>
          <p:nvPr/>
        </p:nvSpPr>
        <p:spPr>
          <a:xfrm>
            <a:off x="3983471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0"/>
          <p:cNvSpPr/>
          <p:nvPr/>
        </p:nvSpPr>
        <p:spPr>
          <a:xfrm>
            <a:off x="3983471" y="1669474"/>
            <a:ext cx="1027" cy="12231"/>
          </a:xfrm>
          <a:custGeom>
            <a:rect b="b" l="l" r="r" t="t"/>
            <a:pathLst>
              <a:path extrusionOk="0" h="381" w="32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0"/>
          <p:cNvSpPr/>
          <p:nvPr/>
        </p:nvSpPr>
        <p:spPr>
          <a:xfrm>
            <a:off x="3984466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0"/>
          <p:cNvSpPr/>
          <p:nvPr/>
        </p:nvSpPr>
        <p:spPr>
          <a:xfrm>
            <a:off x="3984466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0"/>
          <p:cNvSpPr/>
          <p:nvPr/>
        </p:nvSpPr>
        <p:spPr>
          <a:xfrm>
            <a:off x="3984466" y="166947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3" y="380"/>
                </a:lnTo>
                <a:lnTo>
                  <a:pt x="33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0"/>
          <p:cNvSpPr/>
          <p:nvPr/>
        </p:nvSpPr>
        <p:spPr>
          <a:xfrm>
            <a:off x="3985493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0"/>
          <p:cNvSpPr/>
          <p:nvPr/>
        </p:nvSpPr>
        <p:spPr>
          <a:xfrm>
            <a:off x="3985493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0"/>
          <p:cNvSpPr/>
          <p:nvPr/>
        </p:nvSpPr>
        <p:spPr>
          <a:xfrm>
            <a:off x="3985493" y="166947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0"/>
          <p:cNvSpPr/>
          <p:nvPr/>
        </p:nvSpPr>
        <p:spPr>
          <a:xfrm>
            <a:off x="3985493" y="166947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0"/>
          <p:cNvSpPr/>
          <p:nvPr/>
        </p:nvSpPr>
        <p:spPr>
          <a:xfrm>
            <a:off x="3986521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0"/>
          <p:cNvSpPr/>
          <p:nvPr/>
        </p:nvSpPr>
        <p:spPr>
          <a:xfrm>
            <a:off x="4054642" y="1702764"/>
            <a:ext cx="12231" cy="11974"/>
          </a:xfrm>
          <a:custGeom>
            <a:rect b="b" l="l" r="r" t="t"/>
            <a:pathLst>
              <a:path extrusionOk="0" h="373" w="381">
                <a:moveTo>
                  <a:pt x="190" y="0"/>
                </a:moveTo>
                <a:cubicBezTo>
                  <a:pt x="143" y="0"/>
                  <a:pt x="95" y="24"/>
                  <a:pt x="63" y="72"/>
                </a:cubicBezTo>
                <a:cubicBezTo>
                  <a:pt x="0" y="135"/>
                  <a:pt x="0" y="230"/>
                  <a:pt x="63" y="325"/>
                </a:cubicBezTo>
                <a:cubicBezTo>
                  <a:pt x="95" y="357"/>
                  <a:pt x="143" y="372"/>
                  <a:pt x="190" y="372"/>
                </a:cubicBezTo>
                <a:cubicBezTo>
                  <a:pt x="238" y="372"/>
                  <a:pt x="285" y="357"/>
                  <a:pt x="317" y="325"/>
                </a:cubicBezTo>
                <a:cubicBezTo>
                  <a:pt x="380" y="262"/>
                  <a:pt x="380" y="135"/>
                  <a:pt x="317" y="72"/>
                </a:cubicBezTo>
                <a:cubicBezTo>
                  <a:pt x="285" y="24"/>
                  <a:pt x="238" y="0"/>
                  <a:pt x="190" y="0"/>
                </a:cubicBez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0"/>
          <p:cNvSpPr/>
          <p:nvPr/>
        </p:nvSpPr>
        <p:spPr>
          <a:xfrm>
            <a:off x="4054642" y="1701993"/>
            <a:ext cx="0" cy="13258"/>
          </a:xfrm>
          <a:custGeom>
            <a:rect b="b" l="l" r="r" t="t"/>
            <a:pathLst>
              <a:path extrusionOk="0" h="413" w="0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0"/>
          <p:cNvSpPr/>
          <p:nvPr/>
        </p:nvSpPr>
        <p:spPr>
          <a:xfrm>
            <a:off x="4054642" y="1701993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0"/>
          <p:cNvSpPr/>
          <p:nvPr/>
        </p:nvSpPr>
        <p:spPr>
          <a:xfrm>
            <a:off x="4054642" y="1701993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0"/>
          <p:cNvSpPr/>
          <p:nvPr/>
        </p:nvSpPr>
        <p:spPr>
          <a:xfrm>
            <a:off x="4055637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0"/>
          <p:cNvSpPr/>
          <p:nvPr/>
        </p:nvSpPr>
        <p:spPr>
          <a:xfrm>
            <a:off x="4055637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0"/>
          <p:cNvSpPr/>
          <p:nvPr/>
        </p:nvSpPr>
        <p:spPr>
          <a:xfrm>
            <a:off x="4055637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0"/>
          <p:cNvSpPr/>
          <p:nvPr/>
        </p:nvSpPr>
        <p:spPr>
          <a:xfrm>
            <a:off x="4056665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0"/>
          <p:cNvSpPr/>
          <p:nvPr/>
        </p:nvSpPr>
        <p:spPr>
          <a:xfrm>
            <a:off x="4056665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0"/>
          <p:cNvSpPr/>
          <p:nvPr/>
        </p:nvSpPr>
        <p:spPr>
          <a:xfrm>
            <a:off x="4056665" y="1701993"/>
            <a:ext cx="1059" cy="13258"/>
          </a:xfrm>
          <a:custGeom>
            <a:rect b="b" l="l" r="r" t="t"/>
            <a:pathLst>
              <a:path extrusionOk="0" h="413" w="33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0"/>
          <p:cNvSpPr/>
          <p:nvPr/>
        </p:nvSpPr>
        <p:spPr>
          <a:xfrm>
            <a:off x="4057692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0"/>
          <p:cNvSpPr/>
          <p:nvPr/>
        </p:nvSpPr>
        <p:spPr>
          <a:xfrm>
            <a:off x="4057692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0"/>
          <p:cNvSpPr/>
          <p:nvPr/>
        </p:nvSpPr>
        <p:spPr>
          <a:xfrm>
            <a:off x="4057692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0"/>
          <p:cNvSpPr/>
          <p:nvPr/>
        </p:nvSpPr>
        <p:spPr>
          <a:xfrm>
            <a:off x="4057692" y="1701993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0"/>
          <p:cNvSpPr/>
          <p:nvPr/>
        </p:nvSpPr>
        <p:spPr>
          <a:xfrm>
            <a:off x="4058687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0"/>
          <p:cNvSpPr/>
          <p:nvPr/>
        </p:nvSpPr>
        <p:spPr>
          <a:xfrm>
            <a:off x="4058687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0"/>
          <p:cNvSpPr/>
          <p:nvPr/>
        </p:nvSpPr>
        <p:spPr>
          <a:xfrm>
            <a:off x="4058687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0"/>
          <p:cNvSpPr/>
          <p:nvPr/>
        </p:nvSpPr>
        <p:spPr>
          <a:xfrm>
            <a:off x="4059714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0"/>
          <p:cNvSpPr/>
          <p:nvPr/>
        </p:nvSpPr>
        <p:spPr>
          <a:xfrm>
            <a:off x="4059714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0"/>
          <p:cNvSpPr/>
          <p:nvPr/>
        </p:nvSpPr>
        <p:spPr>
          <a:xfrm>
            <a:off x="4059714" y="1701993"/>
            <a:ext cx="1059" cy="13258"/>
          </a:xfrm>
          <a:custGeom>
            <a:rect b="b" l="l" r="r" t="t"/>
            <a:pathLst>
              <a:path extrusionOk="0" h="413" w="33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0"/>
          <p:cNvSpPr/>
          <p:nvPr/>
        </p:nvSpPr>
        <p:spPr>
          <a:xfrm>
            <a:off x="4059714" y="1701993"/>
            <a:ext cx="1059" cy="13258"/>
          </a:xfrm>
          <a:custGeom>
            <a:rect b="b" l="l" r="r" t="t"/>
            <a:pathLst>
              <a:path extrusionOk="0" h="413" w="33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0"/>
          <p:cNvSpPr/>
          <p:nvPr/>
        </p:nvSpPr>
        <p:spPr>
          <a:xfrm>
            <a:off x="4060742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0"/>
          <p:cNvSpPr/>
          <p:nvPr/>
        </p:nvSpPr>
        <p:spPr>
          <a:xfrm>
            <a:off x="4060742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0"/>
          <p:cNvSpPr/>
          <p:nvPr/>
        </p:nvSpPr>
        <p:spPr>
          <a:xfrm>
            <a:off x="4060742" y="1701993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0"/>
          <p:cNvSpPr/>
          <p:nvPr/>
        </p:nvSpPr>
        <p:spPr>
          <a:xfrm>
            <a:off x="4061737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0"/>
          <p:cNvSpPr/>
          <p:nvPr/>
        </p:nvSpPr>
        <p:spPr>
          <a:xfrm>
            <a:off x="4061737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0"/>
          <p:cNvSpPr/>
          <p:nvPr/>
        </p:nvSpPr>
        <p:spPr>
          <a:xfrm>
            <a:off x="4061737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0"/>
          <p:cNvSpPr/>
          <p:nvPr/>
        </p:nvSpPr>
        <p:spPr>
          <a:xfrm>
            <a:off x="4062764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0"/>
          <p:cNvSpPr/>
          <p:nvPr/>
        </p:nvSpPr>
        <p:spPr>
          <a:xfrm>
            <a:off x="4062764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0"/>
          <p:cNvSpPr/>
          <p:nvPr/>
        </p:nvSpPr>
        <p:spPr>
          <a:xfrm>
            <a:off x="4062764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0"/>
          <p:cNvSpPr/>
          <p:nvPr/>
        </p:nvSpPr>
        <p:spPr>
          <a:xfrm>
            <a:off x="406379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0"/>
          <p:cNvSpPr/>
          <p:nvPr/>
        </p:nvSpPr>
        <p:spPr>
          <a:xfrm>
            <a:off x="406379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0"/>
          <p:cNvSpPr/>
          <p:nvPr/>
        </p:nvSpPr>
        <p:spPr>
          <a:xfrm>
            <a:off x="406379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0"/>
          <p:cNvSpPr/>
          <p:nvPr/>
        </p:nvSpPr>
        <p:spPr>
          <a:xfrm>
            <a:off x="4063791" y="1701993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0"/>
          <p:cNvSpPr/>
          <p:nvPr/>
        </p:nvSpPr>
        <p:spPr>
          <a:xfrm>
            <a:off x="406478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0"/>
          <p:cNvSpPr/>
          <p:nvPr/>
        </p:nvSpPr>
        <p:spPr>
          <a:xfrm>
            <a:off x="406478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0"/>
          <p:cNvSpPr/>
          <p:nvPr/>
        </p:nvSpPr>
        <p:spPr>
          <a:xfrm>
            <a:off x="406478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0"/>
          <p:cNvSpPr/>
          <p:nvPr/>
        </p:nvSpPr>
        <p:spPr>
          <a:xfrm>
            <a:off x="4065814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0"/>
          <p:cNvSpPr/>
          <p:nvPr/>
        </p:nvSpPr>
        <p:spPr>
          <a:xfrm>
            <a:off x="4065814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0"/>
          <p:cNvSpPr/>
          <p:nvPr/>
        </p:nvSpPr>
        <p:spPr>
          <a:xfrm>
            <a:off x="4065814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0"/>
          <p:cNvSpPr/>
          <p:nvPr/>
        </p:nvSpPr>
        <p:spPr>
          <a:xfrm>
            <a:off x="406684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0"/>
          <p:cNvSpPr/>
          <p:nvPr/>
        </p:nvSpPr>
        <p:spPr>
          <a:xfrm>
            <a:off x="406684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0"/>
          <p:cNvSpPr/>
          <p:nvPr/>
        </p:nvSpPr>
        <p:spPr>
          <a:xfrm>
            <a:off x="4088189" y="1782314"/>
            <a:ext cx="11204" cy="12231"/>
          </a:xfrm>
          <a:custGeom>
            <a:rect b="b" l="l" r="r" t="t"/>
            <a:pathLst>
              <a:path extrusionOk="0" h="381" w="349">
                <a:moveTo>
                  <a:pt x="190" y="0"/>
                </a:moveTo>
                <a:cubicBezTo>
                  <a:pt x="63" y="0"/>
                  <a:pt x="0" y="95"/>
                  <a:pt x="0" y="190"/>
                </a:cubicBezTo>
                <a:cubicBezTo>
                  <a:pt x="0" y="285"/>
                  <a:pt x="63" y="380"/>
                  <a:pt x="190" y="380"/>
                </a:cubicBezTo>
                <a:cubicBezTo>
                  <a:pt x="285" y="380"/>
                  <a:pt x="348" y="285"/>
                  <a:pt x="348" y="190"/>
                </a:cubicBezTo>
                <a:cubicBezTo>
                  <a:pt x="348" y="95"/>
                  <a:pt x="285" y="0"/>
                  <a:pt x="190" y="0"/>
                </a:cubicBez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0"/>
          <p:cNvSpPr/>
          <p:nvPr/>
        </p:nvSpPr>
        <p:spPr>
          <a:xfrm>
            <a:off x="4088189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0"/>
          <p:cNvSpPr/>
          <p:nvPr/>
        </p:nvSpPr>
        <p:spPr>
          <a:xfrm>
            <a:off x="4088189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0"/>
          <p:cNvSpPr/>
          <p:nvPr/>
        </p:nvSpPr>
        <p:spPr>
          <a:xfrm>
            <a:off x="4088189" y="1782314"/>
            <a:ext cx="1027" cy="12231"/>
          </a:xfrm>
          <a:custGeom>
            <a:rect b="b" l="l" r="r" t="t"/>
            <a:pathLst>
              <a:path extrusionOk="0" h="381" w="32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0"/>
          <p:cNvSpPr/>
          <p:nvPr/>
        </p:nvSpPr>
        <p:spPr>
          <a:xfrm>
            <a:off x="408918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0"/>
          <p:cNvSpPr/>
          <p:nvPr/>
        </p:nvSpPr>
        <p:spPr>
          <a:xfrm>
            <a:off x="408918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0"/>
          <p:cNvSpPr/>
          <p:nvPr/>
        </p:nvSpPr>
        <p:spPr>
          <a:xfrm>
            <a:off x="4089184" y="178231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0"/>
          <p:cNvSpPr/>
          <p:nvPr/>
        </p:nvSpPr>
        <p:spPr>
          <a:xfrm>
            <a:off x="4090212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0"/>
          <p:cNvSpPr/>
          <p:nvPr/>
        </p:nvSpPr>
        <p:spPr>
          <a:xfrm>
            <a:off x="4090212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0"/>
          <p:cNvSpPr/>
          <p:nvPr/>
        </p:nvSpPr>
        <p:spPr>
          <a:xfrm>
            <a:off x="4090212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0"/>
          <p:cNvSpPr/>
          <p:nvPr/>
        </p:nvSpPr>
        <p:spPr>
          <a:xfrm>
            <a:off x="4090212" y="1782314"/>
            <a:ext cx="1059" cy="12231"/>
          </a:xfrm>
          <a:custGeom>
            <a:rect b="b" l="l" r="r" t="t"/>
            <a:pathLst>
              <a:path extrusionOk="0" h="381" w="33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0"/>
          <p:cNvSpPr/>
          <p:nvPr/>
        </p:nvSpPr>
        <p:spPr>
          <a:xfrm>
            <a:off x="4091239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0"/>
          <p:cNvSpPr/>
          <p:nvPr/>
        </p:nvSpPr>
        <p:spPr>
          <a:xfrm>
            <a:off x="4091239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0"/>
          <p:cNvSpPr/>
          <p:nvPr/>
        </p:nvSpPr>
        <p:spPr>
          <a:xfrm>
            <a:off x="4091239" y="1782314"/>
            <a:ext cx="1027" cy="12231"/>
          </a:xfrm>
          <a:custGeom>
            <a:rect b="b" l="l" r="r" t="t"/>
            <a:pathLst>
              <a:path extrusionOk="0" h="381" w="32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0"/>
          <p:cNvSpPr/>
          <p:nvPr/>
        </p:nvSpPr>
        <p:spPr>
          <a:xfrm>
            <a:off x="409223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0"/>
          <p:cNvSpPr/>
          <p:nvPr/>
        </p:nvSpPr>
        <p:spPr>
          <a:xfrm>
            <a:off x="409223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0"/>
          <p:cNvSpPr/>
          <p:nvPr/>
        </p:nvSpPr>
        <p:spPr>
          <a:xfrm>
            <a:off x="4092234" y="178231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0"/>
          <p:cNvSpPr/>
          <p:nvPr/>
        </p:nvSpPr>
        <p:spPr>
          <a:xfrm>
            <a:off x="4092234" y="178231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0"/>
          <p:cNvSpPr/>
          <p:nvPr/>
        </p:nvSpPr>
        <p:spPr>
          <a:xfrm>
            <a:off x="4093261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0"/>
          <p:cNvSpPr/>
          <p:nvPr/>
        </p:nvSpPr>
        <p:spPr>
          <a:xfrm>
            <a:off x="4093261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0"/>
          <p:cNvSpPr/>
          <p:nvPr/>
        </p:nvSpPr>
        <p:spPr>
          <a:xfrm>
            <a:off x="4093261" y="1782314"/>
            <a:ext cx="1059" cy="12231"/>
          </a:xfrm>
          <a:custGeom>
            <a:rect b="b" l="l" r="r" t="t"/>
            <a:pathLst>
              <a:path extrusionOk="0" h="381" w="33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0"/>
          <p:cNvSpPr/>
          <p:nvPr/>
        </p:nvSpPr>
        <p:spPr>
          <a:xfrm>
            <a:off x="4094289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0"/>
          <p:cNvSpPr/>
          <p:nvPr/>
        </p:nvSpPr>
        <p:spPr>
          <a:xfrm>
            <a:off x="4094289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0"/>
          <p:cNvSpPr/>
          <p:nvPr/>
        </p:nvSpPr>
        <p:spPr>
          <a:xfrm>
            <a:off x="4094289" y="1782314"/>
            <a:ext cx="1027" cy="12231"/>
          </a:xfrm>
          <a:custGeom>
            <a:rect b="b" l="l" r="r" t="t"/>
            <a:pathLst>
              <a:path extrusionOk="0" h="381" w="32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0"/>
          <p:cNvSpPr/>
          <p:nvPr/>
        </p:nvSpPr>
        <p:spPr>
          <a:xfrm>
            <a:off x="409528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0"/>
          <p:cNvSpPr/>
          <p:nvPr/>
        </p:nvSpPr>
        <p:spPr>
          <a:xfrm>
            <a:off x="409528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0"/>
          <p:cNvSpPr/>
          <p:nvPr/>
        </p:nvSpPr>
        <p:spPr>
          <a:xfrm>
            <a:off x="409528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0"/>
          <p:cNvSpPr/>
          <p:nvPr/>
        </p:nvSpPr>
        <p:spPr>
          <a:xfrm>
            <a:off x="4096311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0"/>
          <p:cNvSpPr/>
          <p:nvPr/>
        </p:nvSpPr>
        <p:spPr>
          <a:xfrm>
            <a:off x="4096311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0"/>
          <p:cNvSpPr/>
          <p:nvPr/>
        </p:nvSpPr>
        <p:spPr>
          <a:xfrm>
            <a:off x="4096311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0"/>
          <p:cNvSpPr/>
          <p:nvPr/>
        </p:nvSpPr>
        <p:spPr>
          <a:xfrm>
            <a:off x="4096311" y="1782314"/>
            <a:ext cx="1059" cy="12231"/>
          </a:xfrm>
          <a:custGeom>
            <a:rect b="b" l="l" r="r" t="t"/>
            <a:pathLst>
              <a:path extrusionOk="0" h="381" w="33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0"/>
          <p:cNvSpPr/>
          <p:nvPr/>
        </p:nvSpPr>
        <p:spPr>
          <a:xfrm>
            <a:off x="4097338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0"/>
          <p:cNvSpPr/>
          <p:nvPr/>
        </p:nvSpPr>
        <p:spPr>
          <a:xfrm>
            <a:off x="4097338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0"/>
          <p:cNvSpPr/>
          <p:nvPr/>
        </p:nvSpPr>
        <p:spPr>
          <a:xfrm>
            <a:off x="4097338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0"/>
          <p:cNvSpPr/>
          <p:nvPr/>
        </p:nvSpPr>
        <p:spPr>
          <a:xfrm>
            <a:off x="409833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0"/>
          <p:cNvSpPr/>
          <p:nvPr/>
        </p:nvSpPr>
        <p:spPr>
          <a:xfrm>
            <a:off x="409833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0"/>
          <p:cNvSpPr/>
          <p:nvPr/>
        </p:nvSpPr>
        <p:spPr>
          <a:xfrm>
            <a:off x="409833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0"/>
          <p:cNvSpPr/>
          <p:nvPr/>
        </p:nvSpPr>
        <p:spPr>
          <a:xfrm>
            <a:off x="4099361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0"/>
          <p:cNvSpPr/>
          <p:nvPr/>
        </p:nvSpPr>
        <p:spPr>
          <a:xfrm>
            <a:off x="4099361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0"/>
          <p:cNvSpPr/>
          <p:nvPr/>
        </p:nvSpPr>
        <p:spPr>
          <a:xfrm>
            <a:off x="4099361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0"/>
          <p:cNvSpPr/>
          <p:nvPr/>
        </p:nvSpPr>
        <p:spPr>
          <a:xfrm>
            <a:off x="4054642" y="1862634"/>
            <a:ext cx="12231" cy="12231"/>
          </a:xfrm>
          <a:custGeom>
            <a:rect b="b" l="l" r="r" t="t"/>
            <a:pathLst>
              <a:path extrusionOk="0" h="381" w="381">
                <a:moveTo>
                  <a:pt x="190" y="0"/>
                </a:moveTo>
                <a:cubicBezTo>
                  <a:pt x="95" y="0"/>
                  <a:pt x="0" y="95"/>
                  <a:pt x="0" y="190"/>
                </a:cubicBezTo>
                <a:cubicBezTo>
                  <a:pt x="0" y="285"/>
                  <a:pt x="95" y="380"/>
                  <a:pt x="190" y="380"/>
                </a:cubicBezTo>
                <a:cubicBezTo>
                  <a:pt x="285" y="380"/>
                  <a:pt x="380" y="285"/>
                  <a:pt x="380" y="190"/>
                </a:cubicBezTo>
                <a:cubicBezTo>
                  <a:pt x="380" y="95"/>
                  <a:pt x="285" y="0"/>
                  <a:pt x="190" y="0"/>
                </a:cubicBez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0"/>
          <p:cNvSpPr/>
          <p:nvPr/>
        </p:nvSpPr>
        <p:spPr>
          <a:xfrm>
            <a:off x="4054642" y="1861607"/>
            <a:ext cx="0" cy="13258"/>
          </a:xfrm>
          <a:custGeom>
            <a:rect b="b" l="l" r="r" t="t"/>
            <a:pathLst>
              <a:path extrusionOk="0" h="413" w="0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0"/>
          <p:cNvSpPr/>
          <p:nvPr/>
        </p:nvSpPr>
        <p:spPr>
          <a:xfrm>
            <a:off x="4054642" y="1861607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0"/>
          <p:cNvSpPr/>
          <p:nvPr/>
        </p:nvSpPr>
        <p:spPr>
          <a:xfrm>
            <a:off x="4054642" y="1861607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0"/>
          <p:cNvSpPr/>
          <p:nvPr/>
        </p:nvSpPr>
        <p:spPr>
          <a:xfrm>
            <a:off x="4055637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0"/>
          <p:cNvSpPr/>
          <p:nvPr/>
        </p:nvSpPr>
        <p:spPr>
          <a:xfrm>
            <a:off x="4055637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0"/>
          <p:cNvSpPr/>
          <p:nvPr/>
        </p:nvSpPr>
        <p:spPr>
          <a:xfrm>
            <a:off x="4055637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0"/>
          <p:cNvSpPr/>
          <p:nvPr/>
        </p:nvSpPr>
        <p:spPr>
          <a:xfrm>
            <a:off x="4056665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0"/>
          <p:cNvSpPr/>
          <p:nvPr/>
        </p:nvSpPr>
        <p:spPr>
          <a:xfrm>
            <a:off x="4056665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0"/>
          <p:cNvSpPr/>
          <p:nvPr/>
        </p:nvSpPr>
        <p:spPr>
          <a:xfrm>
            <a:off x="4056665" y="1861607"/>
            <a:ext cx="1059" cy="13258"/>
          </a:xfrm>
          <a:custGeom>
            <a:rect b="b" l="l" r="r" t="t"/>
            <a:pathLst>
              <a:path extrusionOk="0" h="413" w="33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0"/>
          <p:cNvSpPr/>
          <p:nvPr/>
        </p:nvSpPr>
        <p:spPr>
          <a:xfrm>
            <a:off x="4057692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0"/>
          <p:cNvSpPr/>
          <p:nvPr/>
        </p:nvSpPr>
        <p:spPr>
          <a:xfrm>
            <a:off x="4057692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0"/>
          <p:cNvSpPr/>
          <p:nvPr/>
        </p:nvSpPr>
        <p:spPr>
          <a:xfrm>
            <a:off x="4057692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0"/>
          <p:cNvSpPr/>
          <p:nvPr/>
        </p:nvSpPr>
        <p:spPr>
          <a:xfrm>
            <a:off x="4057692" y="1861607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0"/>
          <p:cNvSpPr/>
          <p:nvPr/>
        </p:nvSpPr>
        <p:spPr>
          <a:xfrm>
            <a:off x="4058687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0"/>
          <p:cNvSpPr/>
          <p:nvPr/>
        </p:nvSpPr>
        <p:spPr>
          <a:xfrm>
            <a:off x="4058687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0"/>
          <p:cNvSpPr/>
          <p:nvPr/>
        </p:nvSpPr>
        <p:spPr>
          <a:xfrm>
            <a:off x="4058687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0"/>
          <p:cNvSpPr/>
          <p:nvPr/>
        </p:nvSpPr>
        <p:spPr>
          <a:xfrm>
            <a:off x="4059714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0"/>
          <p:cNvSpPr/>
          <p:nvPr/>
        </p:nvSpPr>
        <p:spPr>
          <a:xfrm>
            <a:off x="4059714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0"/>
          <p:cNvSpPr/>
          <p:nvPr/>
        </p:nvSpPr>
        <p:spPr>
          <a:xfrm>
            <a:off x="4059714" y="1861607"/>
            <a:ext cx="1059" cy="13258"/>
          </a:xfrm>
          <a:custGeom>
            <a:rect b="b" l="l" r="r" t="t"/>
            <a:pathLst>
              <a:path extrusionOk="0" h="413" w="33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0"/>
          <p:cNvSpPr/>
          <p:nvPr/>
        </p:nvSpPr>
        <p:spPr>
          <a:xfrm>
            <a:off x="4059714" y="1861607"/>
            <a:ext cx="1059" cy="13258"/>
          </a:xfrm>
          <a:custGeom>
            <a:rect b="b" l="l" r="r" t="t"/>
            <a:pathLst>
              <a:path extrusionOk="0" h="413" w="33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0"/>
          <p:cNvSpPr/>
          <p:nvPr/>
        </p:nvSpPr>
        <p:spPr>
          <a:xfrm>
            <a:off x="4060742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0"/>
          <p:cNvSpPr/>
          <p:nvPr/>
        </p:nvSpPr>
        <p:spPr>
          <a:xfrm>
            <a:off x="4060742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0"/>
          <p:cNvSpPr/>
          <p:nvPr/>
        </p:nvSpPr>
        <p:spPr>
          <a:xfrm>
            <a:off x="4060742" y="1861607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0"/>
          <p:cNvSpPr/>
          <p:nvPr/>
        </p:nvSpPr>
        <p:spPr>
          <a:xfrm>
            <a:off x="4061737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0"/>
          <p:cNvSpPr/>
          <p:nvPr/>
        </p:nvSpPr>
        <p:spPr>
          <a:xfrm>
            <a:off x="4061737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0"/>
          <p:cNvSpPr/>
          <p:nvPr/>
        </p:nvSpPr>
        <p:spPr>
          <a:xfrm>
            <a:off x="4061737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0"/>
          <p:cNvSpPr/>
          <p:nvPr/>
        </p:nvSpPr>
        <p:spPr>
          <a:xfrm>
            <a:off x="4062764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0"/>
          <p:cNvSpPr/>
          <p:nvPr/>
        </p:nvSpPr>
        <p:spPr>
          <a:xfrm>
            <a:off x="4062764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0"/>
          <p:cNvSpPr/>
          <p:nvPr/>
        </p:nvSpPr>
        <p:spPr>
          <a:xfrm>
            <a:off x="4062764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0"/>
          <p:cNvSpPr/>
          <p:nvPr/>
        </p:nvSpPr>
        <p:spPr>
          <a:xfrm>
            <a:off x="406379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0"/>
          <p:cNvSpPr/>
          <p:nvPr/>
        </p:nvSpPr>
        <p:spPr>
          <a:xfrm>
            <a:off x="406379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0"/>
          <p:cNvSpPr/>
          <p:nvPr/>
        </p:nvSpPr>
        <p:spPr>
          <a:xfrm>
            <a:off x="406379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0"/>
          <p:cNvSpPr/>
          <p:nvPr/>
        </p:nvSpPr>
        <p:spPr>
          <a:xfrm>
            <a:off x="4063791" y="1861607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0"/>
          <p:cNvSpPr/>
          <p:nvPr/>
        </p:nvSpPr>
        <p:spPr>
          <a:xfrm>
            <a:off x="406478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0"/>
          <p:cNvSpPr/>
          <p:nvPr/>
        </p:nvSpPr>
        <p:spPr>
          <a:xfrm>
            <a:off x="406478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0"/>
          <p:cNvSpPr/>
          <p:nvPr/>
        </p:nvSpPr>
        <p:spPr>
          <a:xfrm>
            <a:off x="406478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0"/>
          <p:cNvSpPr/>
          <p:nvPr/>
        </p:nvSpPr>
        <p:spPr>
          <a:xfrm>
            <a:off x="4065814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0"/>
          <p:cNvSpPr/>
          <p:nvPr/>
        </p:nvSpPr>
        <p:spPr>
          <a:xfrm>
            <a:off x="4065814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0"/>
          <p:cNvSpPr/>
          <p:nvPr/>
        </p:nvSpPr>
        <p:spPr>
          <a:xfrm>
            <a:off x="4065814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0"/>
          <p:cNvSpPr/>
          <p:nvPr/>
        </p:nvSpPr>
        <p:spPr>
          <a:xfrm>
            <a:off x="406684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0"/>
          <p:cNvSpPr/>
          <p:nvPr/>
        </p:nvSpPr>
        <p:spPr>
          <a:xfrm>
            <a:off x="406684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0"/>
          <p:cNvSpPr/>
          <p:nvPr/>
        </p:nvSpPr>
        <p:spPr>
          <a:xfrm>
            <a:off x="3975317" y="1896181"/>
            <a:ext cx="11236" cy="11204"/>
          </a:xfrm>
          <a:custGeom>
            <a:rect b="b" l="l" r="r" t="t"/>
            <a:pathLst>
              <a:path extrusionOk="0" h="349" w="350">
                <a:moveTo>
                  <a:pt x="159" y="0"/>
                </a:moveTo>
                <a:cubicBezTo>
                  <a:pt x="64" y="0"/>
                  <a:pt x="1" y="64"/>
                  <a:pt x="1" y="159"/>
                </a:cubicBezTo>
                <a:cubicBezTo>
                  <a:pt x="1" y="285"/>
                  <a:pt x="64" y="349"/>
                  <a:pt x="159" y="349"/>
                </a:cubicBezTo>
                <a:cubicBezTo>
                  <a:pt x="286" y="349"/>
                  <a:pt x="349" y="285"/>
                  <a:pt x="349" y="159"/>
                </a:cubicBezTo>
                <a:cubicBezTo>
                  <a:pt x="349" y="64"/>
                  <a:pt x="286" y="0"/>
                  <a:pt x="159" y="0"/>
                </a:cubicBez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0"/>
          <p:cNvSpPr/>
          <p:nvPr/>
        </p:nvSpPr>
        <p:spPr>
          <a:xfrm>
            <a:off x="3975317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0"/>
          <p:cNvSpPr/>
          <p:nvPr/>
        </p:nvSpPr>
        <p:spPr>
          <a:xfrm>
            <a:off x="3975317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0"/>
          <p:cNvSpPr/>
          <p:nvPr/>
        </p:nvSpPr>
        <p:spPr>
          <a:xfrm>
            <a:off x="3975317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0"/>
          <p:cNvSpPr/>
          <p:nvPr/>
        </p:nvSpPr>
        <p:spPr>
          <a:xfrm>
            <a:off x="3976344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0"/>
          <p:cNvSpPr/>
          <p:nvPr/>
        </p:nvSpPr>
        <p:spPr>
          <a:xfrm>
            <a:off x="3976344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0"/>
          <p:cNvSpPr/>
          <p:nvPr/>
        </p:nvSpPr>
        <p:spPr>
          <a:xfrm>
            <a:off x="3976344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0"/>
          <p:cNvSpPr/>
          <p:nvPr/>
        </p:nvSpPr>
        <p:spPr>
          <a:xfrm>
            <a:off x="3976344" y="1896181"/>
            <a:ext cx="1059" cy="11204"/>
          </a:xfrm>
          <a:custGeom>
            <a:rect b="b" l="l" r="r" t="t"/>
            <a:pathLst>
              <a:path extrusionOk="0" h="349" w="33">
                <a:moveTo>
                  <a:pt x="0" y="0"/>
                </a:moveTo>
                <a:lnTo>
                  <a:pt x="0" y="349"/>
                </a:lnTo>
                <a:lnTo>
                  <a:pt x="32" y="349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0"/>
          <p:cNvSpPr/>
          <p:nvPr/>
        </p:nvSpPr>
        <p:spPr>
          <a:xfrm>
            <a:off x="3977371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0"/>
          <p:cNvSpPr/>
          <p:nvPr/>
        </p:nvSpPr>
        <p:spPr>
          <a:xfrm>
            <a:off x="3977371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0"/>
          <p:cNvSpPr/>
          <p:nvPr/>
        </p:nvSpPr>
        <p:spPr>
          <a:xfrm>
            <a:off x="3977371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0"/>
          <p:cNvSpPr/>
          <p:nvPr/>
        </p:nvSpPr>
        <p:spPr>
          <a:xfrm>
            <a:off x="3978367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0"/>
          <p:cNvSpPr/>
          <p:nvPr/>
        </p:nvSpPr>
        <p:spPr>
          <a:xfrm>
            <a:off x="3978367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0"/>
          <p:cNvSpPr/>
          <p:nvPr/>
        </p:nvSpPr>
        <p:spPr>
          <a:xfrm>
            <a:off x="3978367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0"/>
          <p:cNvSpPr/>
          <p:nvPr/>
        </p:nvSpPr>
        <p:spPr>
          <a:xfrm>
            <a:off x="3978367" y="1896181"/>
            <a:ext cx="1059" cy="11204"/>
          </a:xfrm>
          <a:custGeom>
            <a:rect b="b" l="l" r="r" t="t"/>
            <a:pathLst>
              <a:path extrusionOk="0" h="349" w="33">
                <a:moveTo>
                  <a:pt x="1" y="0"/>
                </a:moveTo>
                <a:lnTo>
                  <a:pt x="1" y="349"/>
                </a:lnTo>
                <a:lnTo>
                  <a:pt x="33" y="349"/>
                </a:lnTo>
                <a:lnTo>
                  <a:pt x="33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30"/>
          <p:cNvSpPr/>
          <p:nvPr/>
        </p:nvSpPr>
        <p:spPr>
          <a:xfrm>
            <a:off x="3979394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0"/>
          <p:cNvSpPr/>
          <p:nvPr/>
        </p:nvSpPr>
        <p:spPr>
          <a:xfrm>
            <a:off x="3979394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0"/>
          <p:cNvSpPr/>
          <p:nvPr/>
        </p:nvSpPr>
        <p:spPr>
          <a:xfrm>
            <a:off x="3979394" y="1896181"/>
            <a:ext cx="1059" cy="11204"/>
          </a:xfrm>
          <a:custGeom>
            <a:rect b="b" l="l" r="r" t="t"/>
            <a:pathLst>
              <a:path extrusionOk="0" h="349" w="33">
                <a:moveTo>
                  <a:pt x="1" y="0"/>
                </a:moveTo>
                <a:lnTo>
                  <a:pt x="1" y="349"/>
                </a:lnTo>
                <a:lnTo>
                  <a:pt x="32" y="349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0"/>
          <p:cNvSpPr/>
          <p:nvPr/>
        </p:nvSpPr>
        <p:spPr>
          <a:xfrm>
            <a:off x="3980421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0"/>
          <p:cNvSpPr/>
          <p:nvPr/>
        </p:nvSpPr>
        <p:spPr>
          <a:xfrm>
            <a:off x="3980421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0"/>
          <p:cNvSpPr/>
          <p:nvPr/>
        </p:nvSpPr>
        <p:spPr>
          <a:xfrm>
            <a:off x="3980421" y="1896181"/>
            <a:ext cx="1027" cy="11204"/>
          </a:xfrm>
          <a:custGeom>
            <a:rect b="b" l="l" r="r" t="t"/>
            <a:pathLst>
              <a:path extrusionOk="0" h="349" w="32">
                <a:moveTo>
                  <a:pt x="0" y="0"/>
                </a:moveTo>
                <a:lnTo>
                  <a:pt x="0" y="349"/>
                </a:lnTo>
                <a:lnTo>
                  <a:pt x="32" y="349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0"/>
          <p:cNvSpPr/>
          <p:nvPr/>
        </p:nvSpPr>
        <p:spPr>
          <a:xfrm>
            <a:off x="3981416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0"/>
          <p:cNvSpPr/>
          <p:nvPr/>
        </p:nvSpPr>
        <p:spPr>
          <a:xfrm>
            <a:off x="3981416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0"/>
          <p:cNvSpPr/>
          <p:nvPr/>
        </p:nvSpPr>
        <p:spPr>
          <a:xfrm>
            <a:off x="3981416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0"/>
          <p:cNvSpPr/>
          <p:nvPr/>
        </p:nvSpPr>
        <p:spPr>
          <a:xfrm>
            <a:off x="3981416" y="1896181"/>
            <a:ext cx="1059" cy="11204"/>
          </a:xfrm>
          <a:custGeom>
            <a:rect b="b" l="l" r="r" t="t"/>
            <a:pathLst>
              <a:path extrusionOk="0" h="349" w="33">
                <a:moveTo>
                  <a:pt x="1" y="0"/>
                </a:moveTo>
                <a:lnTo>
                  <a:pt x="1" y="349"/>
                </a:lnTo>
                <a:lnTo>
                  <a:pt x="33" y="349"/>
                </a:lnTo>
                <a:lnTo>
                  <a:pt x="33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0"/>
          <p:cNvSpPr/>
          <p:nvPr/>
        </p:nvSpPr>
        <p:spPr>
          <a:xfrm>
            <a:off x="3982444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0"/>
          <p:cNvSpPr/>
          <p:nvPr/>
        </p:nvSpPr>
        <p:spPr>
          <a:xfrm>
            <a:off x="3982444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0"/>
          <p:cNvSpPr/>
          <p:nvPr/>
        </p:nvSpPr>
        <p:spPr>
          <a:xfrm>
            <a:off x="3982444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0"/>
          <p:cNvSpPr/>
          <p:nvPr/>
        </p:nvSpPr>
        <p:spPr>
          <a:xfrm>
            <a:off x="3983471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0"/>
          <p:cNvSpPr/>
          <p:nvPr/>
        </p:nvSpPr>
        <p:spPr>
          <a:xfrm>
            <a:off x="3983471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0"/>
          <p:cNvSpPr/>
          <p:nvPr/>
        </p:nvSpPr>
        <p:spPr>
          <a:xfrm>
            <a:off x="3983471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0"/>
          <p:cNvSpPr/>
          <p:nvPr/>
        </p:nvSpPr>
        <p:spPr>
          <a:xfrm>
            <a:off x="3983471" y="1896181"/>
            <a:ext cx="1027" cy="11204"/>
          </a:xfrm>
          <a:custGeom>
            <a:rect b="b" l="l" r="r" t="t"/>
            <a:pathLst>
              <a:path extrusionOk="0" h="349" w="32">
                <a:moveTo>
                  <a:pt x="0" y="0"/>
                </a:moveTo>
                <a:lnTo>
                  <a:pt x="0" y="349"/>
                </a:lnTo>
                <a:lnTo>
                  <a:pt x="32" y="349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0"/>
          <p:cNvSpPr/>
          <p:nvPr/>
        </p:nvSpPr>
        <p:spPr>
          <a:xfrm>
            <a:off x="3984466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0"/>
          <p:cNvSpPr/>
          <p:nvPr/>
        </p:nvSpPr>
        <p:spPr>
          <a:xfrm>
            <a:off x="3984466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0"/>
          <p:cNvSpPr/>
          <p:nvPr/>
        </p:nvSpPr>
        <p:spPr>
          <a:xfrm>
            <a:off x="3984466" y="1896181"/>
            <a:ext cx="1059" cy="11204"/>
          </a:xfrm>
          <a:custGeom>
            <a:rect b="b" l="l" r="r" t="t"/>
            <a:pathLst>
              <a:path extrusionOk="0" h="349" w="33">
                <a:moveTo>
                  <a:pt x="1" y="0"/>
                </a:moveTo>
                <a:lnTo>
                  <a:pt x="1" y="349"/>
                </a:lnTo>
                <a:lnTo>
                  <a:pt x="33" y="349"/>
                </a:lnTo>
                <a:lnTo>
                  <a:pt x="33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0"/>
          <p:cNvSpPr/>
          <p:nvPr/>
        </p:nvSpPr>
        <p:spPr>
          <a:xfrm>
            <a:off x="3985493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0"/>
          <p:cNvSpPr/>
          <p:nvPr/>
        </p:nvSpPr>
        <p:spPr>
          <a:xfrm>
            <a:off x="3985493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0"/>
          <p:cNvSpPr/>
          <p:nvPr/>
        </p:nvSpPr>
        <p:spPr>
          <a:xfrm>
            <a:off x="3985493" y="1896181"/>
            <a:ext cx="1059" cy="11204"/>
          </a:xfrm>
          <a:custGeom>
            <a:rect b="b" l="l" r="r" t="t"/>
            <a:pathLst>
              <a:path extrusionOk="0" h="349" w="33">
                <a:moveTo>
                  <a:pt x="1" y="0"/>
                </a:moveTo>
                <a:lnTo>
                  <a:pt x="1" y="349"/>
                </a:lnTo>
                <a:lnTo>
                  <a:pt x="32" y="349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0"/>
          <p:cNvSpPr/>
          <p:nvPr/>
        </p:nvSpPr>
        <p:spPr>
          <a:xfrm>
            <a:off x="3985493" y="1896181"/>
            <a:ext cx="1059" cy="11204"/>
          </a:xfrm>
          <a:custGeom>
            <a:rect b="b" l="l" r="r" t="t"/>
            <a:pathLst>
              <a:path extrusionOk="0" h="349" w="33">
                <a:moveTo>
                  <a:pt x="1" y="0"/>
                </a:moveTo>
                <a:lnTo>
                  <a:pt x="1" y="349"/>
                </a:lnTo>
                <a:lnTo>
                  <a:pt x="32" y="349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0"/>
          <p:cNvSpPr/>
          <p:nvPr/>
        </p:nvSpPr>
        <p:spPr>
          <a:xfrm>
            <a:off x="3986521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0"/>
          <p:cNvSpPr/>
          <p:nvPr/>
        </p:nvSpPr>
        <p:spPr>
          <a:xfrm>
            <a:off x="3894001" y="1863148"/>
            <a:ext cx="13226" cy="11204"/>
          </a:xfrm>
          <a:custGeom>
            <a:rect b="b" l="l" r="r" t="t"/>
            <a:pathLst>
              <a:path extrusionOk="0" h="349" w="412">
                <a:moveTo>
                  <a:pt x="222" y="0"/>
                </a:moveTo>
                <a:cubicBezTo>
                  <a:pt x="174" y="0"/>
                  <a:pt x="127" y="16"/>
                  <a:pt x="95" y="48"/>
                </a:cubicBezTo>
                <a:cubicBezTo>
                  <a:pt x="0" y="111"/>
                  <a:pt x="0" y="238"/>
                  <a:pt x="95" y="301"/>
                </a:cubicBezTo>
                <a:cubicBezTo>
                  <a:pt x="127" y="333"/>
                  <a:pt x="167" y="348"/>
                  <a:pt x="210" y="348"/>
                </a:cubicBezTo>
                <a:cubicBezTo>
                  <a:pt x="254" y="348"/>
                  <a:pt x="301" y="333"/>
                  <a:pt x="349" y="301"/>
                </a:cubicBezTo>
                <a:cubicBezTo>
                  <a:pt x="412" y="238"/>
                  <a:pt x="412" y="111"/>
                  <a:pt x="349" y="48"/>
                </a:cubicBezTo>
                <a:cubicBezTo>
                  <a:pt x="317" y="16"/>
                  <a:pt x="269" y="0"/>
                  <a:pt x="222" y="0"/>
                </a:cubicBez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0"/>
          <p:cNvSpPr/>
          <p:nvPr/>
        </p:nvSpPr>
        <p:spPr>
          <a:xfrm>
            <a:off x="3894001" y="1861607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0"/>
          <p:cNvSpPr/>
          <p:nvPr/>
        </p:nvSpPr>
        <p:spPr>
          <a:xfrm>
            <a:off x="389499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0"/>
          <p:cNvSpPr/>
          <p:nvPr/>
        </p:nvSpPr>
        <p:spPr>
          <a:xfrm>
            <a:off x="3894996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3" y="412"/>
                </a:lnTo>
                <a:lnTo>
                  <a:pt x="33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0"/>
          <p:cNvSpPr/>
          <p:nvPr/>
        </p:nvSpPr>
        <p:spPr>
          <a:xfrm>
            <a:off x="3896024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0"/>
          <p:cNvSpPr/>
          <p:nvPr/>
        </p:nvSpPr>
        <p:spPr>
          <a:xfrm>
            <a:off x="3896024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0"/>
          <p:cNvSpPr/>
          <p:nvPr/>
        </p:nvSpPr>
        <p:spPr>
          <a:xfrm>
            <a:off x="3896024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0"/>
          <p:cNvSpPr/>
          <p:nvPr/>
        </p:nvSpPr>
        <p:spPr>
          <a:xfrm>
            <a:off x="3896024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0"/>
          <p:cNvSpPr/>
          <p:nvPr/>
        </p:nvSpPr>
        <p:spPr>
          <a:xfrm>
            <a:off x="389705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0"/>
          <p:cNvSpPr/>
          <p:nvPr/>
        </p:nvSpPr>
        <p:spPr>
          <a:xfrm>
            <a:off x="389705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0"/>
          <p:cNvSpPr/>
          <p:nvPr/>
        </p:nvSpPr>
        <p:spPr>
          <a:xfrm>
            <a:off x="389705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0"/>
          <p:cNvSpPr/>
          <p:nvPr/>
        </p:nvSpPr>
        <p:spPr>
          <a:xfrm>
            <a:off x="389804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0"/>
          <p:cNvSpPr/>
          <p:nvPr/>
        </p:nvSpPr>
        <p:spPr>
          <a:xfrm>
            <a:off x="389804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0"/>
          <p:cNvSpPr/>
          <p:nvPr/>
        </p:nvSpPr>
        <p:spPr>
          <a:xfrm>
            <a:off x="3898046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3" y="412"/>
                </a:lnTo>
                <a:lnTo>
                  <a:pt x="33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0"/>
          <p:cNvSpPr/>
          <p:nvPr/>
        </p:nvSpPr>
        <p:spPr>
          <a:xfrm>
            <a:off x="3898046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3" y="412"/>
                </a:lnTo>
                <a:lnTo>
                  <a:pt x="33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0"/>
          <p:cNvSpPr/>
          <p:nvPr/>
        </p:nvSpPr>
        <p:spPr>
          <a:xfrm>
            <a:off x="3899073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0"/>
          <p:cNvSpPr/>
          <p:nvPr/>
        </p:nvSpPr>
        <p:spPr>
          <a:xfrm>
            <a:off x="3899073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0"/>
          <p:cNvSpPr/>
          <p:nvPr/>
        </p:nvSpPr>
        <p:spPr>
          <a:xfrm>
            <a:off x="3899073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0"/>
          <p:cNvSpPr/>
          <p:nvPr/>
        </p:nvSpPr>
        <p:spPr>
          <a:xfrm>
            <a:off x="390010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0"/>
          <p:cNvSpPr/>
          <p:nvPr/>
        </p:nvSpPr>
        <p:spPr>
          <a:xfrm>
            <a:off x="390010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0"/>
          <p:cNvSpPr/>
          <p:nvPr/>
        </p:nvSpPr>
        <p:spPr>
          <a:xfrm>
            <a:off x="3900101" y="1861607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0"/>
          <p:cNvSpPr/>
          <p:nvPr/>
        </p:nvSpPr>
        <p:spPr>
          <a:xfrm>
            <a:off x="390109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0"/>
          <p:cNvSpPr/>
          <p:nvPr/>
        </p:nvSpPr>
        <p:spPr>
          <a:xfrm>
            <a:off x="390109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0"/>
          <p:cNvSpPr/>
          <p:nvPr/>
        </p:nvSpPr>
        <p:spPr>
          <a:xfrm>
            <a:off x="390109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0"/>
          <p:cNvSpPr/>
          <p:nvPr/>
        </p:nvSpPr>
        <p:spPr>
          <a:xfrm>
            <a:off x="3902123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0"/>
          <p:cNvSpPr/>
          <p:nvPr/>
        </p:nvSpPr>
        <p:spPr>
          <a:xfrm>
            <a:off x="3902123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0"/>
          <p:cNvSpPr/>
          <p:nvPr/>
        </p:nvSpPr>
        <p:spPr>
          <a:xfrm>
            <a:off x="3902123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0"/>
          <p:cNvSpPr/>
          <p:nvPr/>
        </p:nvSpPr>
        <p:spPr>
          <a:xfrm>
            <a:off x="3902123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0"/>
          <p:cNvSpPr/>
          <p:nvPr/>
        </p:nvSpPr>
        <p:spPr>
          <a:xfrm>
            <a:off x="3903150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0"/>
          <p:cNvSpPr/>
          <p:nvPr/>
        </p:nvSpPr>
        <p:spPr>
          <a:xfrm>
            <a:off x="3903150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0"/>
          <p:cNvSpPr/>
          <p:nvPr/>
        </p:nvSpPr>
        <p:spPr>
          <a:xfrm>
            <a:off x="3903150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0"/>
          <p:cNvSpPr/>
          <p:nvPr/>
        </p:nvSpPr>
        <p:spPr>
          <a:xfrm>
            <a:off x="3903150" y="1861607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0"/>
          <p:cNvSpPr/>
          <p:nvPr/>
        </p:nvSpPr>
        <p:spPr>
          <a:xfrm>
            <a:off x="390414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0"/>
          <p:cNvSpPr/>
          <p:nvPr/>
        </p:nvSpPr>
        <p:spPr>
          <a:xfrm>
            <a:off x="390414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0"/>
          <p:cNvSpPr/>
          <p:nvPr/>
        </p:nvSpPr>
        <p:spPr>
          <a:xfrm>
            <a:off x="3904146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3" y="412"/>
                </a:lnTo>
                <a:lnTo>
                  <a:pt x="33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0"/>
          <p:cNvSpPr/>
          <p:nvPr/>
        </p:nvSpPr>
        <p:spPr>
          <a:xfrm>
            <a:off x="3905173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0"/>
          <p:cNvSpPr/>
          <p:nvPr/>
        </p:nvSpPr>
        <p:spPr>
          <a:xfrm>
            <a:off x="3905173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0"/>
          <p:cNvSpPr/>
          <p:nvPr/>
        </p:nvSpPr>
        <p:spPr>
          <a:xfrm>
            <a:off x="3905173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0"/>
          <p:cNvSpPr/>
          <p:nvPr/>
        </p:nvSpPr>
        <p:spPr>
          <a:xfrm>
            <a:off x="3906200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0"/>
          <p:cNvSpPr/>
          <p:nvPr/>
        </p:nvSpPr>
        <p:spPr>
          <a:xfrm>
            <a:off x="3906200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0"/>
          <p:cNvSpPr/>
          <p:nvPr/>
        </p:nvSpPr>
        <p:spPr>
          <a:xfrm>
            <a:off x="3906200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0"/>
          <p:cNvSpPr/>
          <p:nvPr/>
        </p:nvSpPr>
        <p:spPr>
          <a:xfrm>
            <a:off x="3907195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0"/>
          <p:cNvSpPr/>
          <p:nvPr/>
        </p:nvSpPr>
        <p:spPr>
          <a:xfrm>
            <a:off x="3861449" y="1783341"/>
            <a:ext cx="12231" cy="11204"/>
          </a:xfrm>
          <a:custGeom>
            <a:rect b="b" l="l" r="r" t="t"/>
            <a:pathLst>
              <a:path extrusionOk="0" h="349" w="381">
                <a:moveTo>
                  <a:pt x="191" y="0"/>
                </a:moveTo>
                <a:cubicBezTo>
                  <a:pt x="96" y="0"/>
                  <a:pt x="1" y="63"/>
                  <a:pt x="1" y="158"/>
                </a:cubicBezTo>
                <a:cubicBezTo>
                  <a:pt x="1" y="253"/>
                  <a:pt x="96" y="348"/>
                  <a:pt x="191" y="348"/>
                </a:cubicBezTo>
                <a:cubicBezTo>
                  <a:pt x="286" y="348"/>
                  <a:pt x="381" y="285"/>
                  <a:pt x="381" y="158"/>
                </a:cubicBezTo>
                <a:cubicBezTo>
                  <a:pt x="381" y="63"/>
                  <a:pt x="286" y="0"/>
                  <a:pt x="191" y="0"/>
                </a:cubicBez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0"/>
          <p:cNvSpPr/>
          <p:nvPr/>
        </p:nvSpPr>
        <p:spPr>
          <a:xfrm>
            <a:off x="3861449" y="178231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3" y="380"/>
                </a:lnTo>
                <a:lnTo>
                  <a:pt x="33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0"/>
          <p:cNvSpPr/>
          <p:nvPr/>
        </p:nvSpPr>
        <p:spPr>
          <a:xfrm>
            <a:off x="3862477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0"/>
          <p:cNvSpPr/>
          <p:nvPr/>
        </p:nvSpPr>
        <p:spPr>
          <a:xfrm>
            <a:off x="3862477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0"/>
          <p:cNvSpPr/>
          <p:nvPr/>
        </p:nvSpPr>
        <p:spPr>
          <a:xfrm>
            <a:off x="3862477" y="178231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0"/>
          <p:cNvSpPr/>
          <p:nvPr/>
        </p:nvSpPr>
        <p:spPr>
          <a:xfrm>
            <a:off x="3863504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0"/>
          <p:cNvSpPr/>
          <p:nvPr/>
        </p:nvSpPr>
        <p:spPr>
          <a:xfrm>
            <a:off x="3863504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0"/>
          <p:cNvSpPr/>
          <p:nvPr/>
        </p:nvSpPr>
        <p:spPr>
          <a:xfrm>
            <a:off x="3863504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0"/>
          <p:cNvSpPr/>
          <p:nvPr/>
        </p:nvSpPr>
        <p:spPr>
          <a:xfrm>
            <a:off x="3863504" y="1782314"/>
            <a:ext cx="1027" cy="12231"/>
          </a:xfrm>
          <a:custGeom>
            <a:rect b="b" l="l" r="r" t="t"/>
            <a:pathLst>
              <a:path extrusionOk="0" h="381" w="32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0"/>
          <p:cNvSpPr/>
          <p:nvPr/>
        </p:nvSpPr>
        <p:spPr>
          <a:xfrm>
            <a:off x="3864499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0"/>
          <p:cNvSpPr/>
          <p:nvPr/>
        </p:nvSpPr>
        <p:spPr>
          <a:xfrm>
            <a:off x="3864499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0"/>
          <p:cNvSpPr/>
          <p:nvPr/>
        </p:nvSpPr>
        <p:spPr>
          <a:xfrm>
            <a:off x="3864499" y="178231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3" y="380"/>
                </a:lnTo>
                <a:lnTo>
                  <a:pt x="33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0"/>
          <p:cNvSpPr/>
          <p:nvPr/>
        </p:nvSpPr>
        <p:spPr>
          <a:xfrm>
            <a:off x="3865526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0"/>
          <p:cNvSpPr/>
          <p:nvPr/>
        </p:nvSpPr>
        <p:spPr>
          <a:xfrm>
            <a:off x="3865526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0"/>
          <p:cNvSpPr/>
          <p:nvPr/>
        </p:nvSpPr>
        <p:spPr>
          <a:xfrm>
            <a:off x="3865526" y="178231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0"/>
          <p:cNvSpPr/>
          <p:nvPr/>
        </p:nvSpPr>
        <p:spPr>
          <a:xfrm>
            <a:off x="3865526" y="178231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0"/>
          <p:cNvSpPr/>
          <p:nvPr/>
        </p:nvSpPr>
        <p:spPr>
          <a:xfrm>
            <a:off x="3866554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0"/>
          <p:cNvSpPr/>
          <p:nvPr/>
        </p:nvSpPr>
        <p:spPr>
          <a:xfrm>
            <a:off x="3866554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0"/>
          <p:cNvSpPr/>
          <p:nvPr/>
        </p:nvSpPr>
        <p:spPr>
          <a:xfrm>
            <a:off x="3866554" y="1782314"/>
            <a:ext cx="1027" cy="12231"/>
          </a:xfrm>
          <a:custGeom>
            <a:rect b="b" l="l" r="r" t="t"/>
            <a:pathLst>
              <a:path extrusionOk="0" h="381" w="32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0"/>
          <p:cNvSpPr/>
          <p:nvPr/>
        </p:nvSpPr>
        <p:spPr>
          <a:xfrm>
            <a:off x="3867549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0"/>
          <p:cNvSpPr/>
          <p:nvPr/>
        </p:nvSpPr>
        <p:spPr>
          <a:xfrm>
            <a:off x="3867549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0"/>
          <p:cNvSpPr/>
          <p:nvPr/>
        </p:nvSpPr>
        <p:spPr>
          <a:xfrm>
            <a:off x="3867549" y="178231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3" y="380"/>
                </a:lnTo>
                <a:lnTo>
                  <a:pt x="33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0"/>
          <p:cNvSpPr/>
          <p:nvPr/>
        </p:nvSpPr>
        <p:spPr>
          <a:xfrm>
            <a:off x="3868576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0"/>
          <p:cNvSpPr/>
          <p:nvPr/>
        </p:nvSpPr>
        <p:spPr>
          <a:xfrm>
            <a:off x="3868576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0"/>
          <p:cNvSpPr/>
          <p:nvPr/>
        </p:nvSpPr>
        <p:spPr>
          <a:xfrm>
            <a:off x="3868576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0"/>
          <p:cNvSpPr/>
          <p:nvPr/>
        </p:nvSpPr>
        <p:spPr>
          <a:xfrm>
            <a:off x="3869603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0"/>
          <p:cNvSpPr/>
          <p:nvPr/>
        </p:nvSpPr>
        <p:spPr>
          <a:xfrm>
            <a:off x="3869603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0"/>
          <p:cNvSpPr/>
          <p:nvPr/>
        </p:nvSpPr>
        <p:spPr>
          <a:xfrm>
            <a:off x="3869603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0"/>
          <p:cNvSpPr/>
          <p:nvPr/>
        </p:nvSpPr>
        <p:spPr>
          <a:xfrm>
            <a:off x="3869603" y="1782314"/>
            <a:ext cx="1027" cy="12231"/>
          </a:xfrm>
          <a:custGeom>
            <a:rect b="b" l="l" r="r" t="t"/>
            <a:pathLst>
              <a:path extrusionOk="0" h="381" w="32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0"/>
          <p:cNvSpPr/>
          <p:nvPr/>
        </p:nvSpPr>
        <p:spPr>
          <a:xfrm>
            <a:off x="3870598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0"/>
          <p:cNvSpPr/>
          <p:nvPr/>
        </p:nvSpPr>
        <p:spPr>
          <a:xfrm>
            <a:off x="3870598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0"/>
          <p:cNvSpPr/>
          <p:nvPr/>
        </p:nvSpPr>
        <p:spPr>
          <a:xfrm>
            <a:off x="3870598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0"/>
          <p:cNvSpPr/>
          <p:nvPr/>
        </p:nvSpPr>
        <p:spPr>
          <a:xfrm>
            <a:off x="3871626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0"/>
          <p:cNvSpPr/>
          <p:nvPr/>
        </p:nvSpPr>
        <p:spPr>
          <a:xfrm>
            <a:off x="3871626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0"/>
          <p:cNvSpPr/>
          <p:nvPr/>
        </p:nvSpPr>
        <p:spPr>
          <a:xfrm>
            <a:off x="3871626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0"/>
          <p:cNvSpPr/>
          <p:nvPr/>
        </p:nvSpPr>
        <p:spPr>
          <a:xfrm>
            <a:off x="3872653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0"/>
          <p:cNvSpPr/>
          <p:nvPr/>
        </p:nvSpPr>
        <p:spPr>
          <a:xfrm>
            <a:off x="3872653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0"/>
          <p:cNvSpPr/>
          <p:nvPr/>
        </p:nvSpPr>
        <p:spPr>
          <a:xfrm>
            <a:off x="3872653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0"/>
          <p:cNvSpPr/>
          <p:nvPr/>
        </p:nvSpPr>
        <p:spPr>
          <a:xfrm>
            <a:off x="3872653" y="1782314"/>
            <a:ext cx="1027" cy="12231"/>
          </a:xfrm>
          <a:custGeom>
            <a:rect b="b" l="l" r="r" t="t"/>
            <a:pathLst>
              <a:path extrusionOk="0" h="381" w="32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0"/>
          <p:cNvSpPr/>
          <p:nvPr/>
        </p:nvSpPr>
        <p:spPr>
          <a:xfrm>
            <a:off x="3873648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0"/>
          <p:cNvSpPr/>
          <p:nvPr/>
        </p:nvSpPr>
        <p:spPr>
          <a:xfrm>
            <a:off x="3894996" y="1703021"/>
            <a:ext cx="12231" cy="11204"/>
          </a:xfrm>
          <a:custGeom>
            <a:rect b="b" l="l" r="r" t="t"/>
            <a:pathLst>
              <a:path extrusionOk="0" h="349" w="381">
                <a:moveTo>
                  <a:pt x="191" y="0"/>
                </a:moveTo>
                <a:cubicBezTo>
                  <a:pt x="96" y="0"/>
                  <a:pt x="1" y="64"/>
                  <a:pt x="1" y="190"/>
                </a:cubicBezTo>
                <a:cubicBezTo>
                  <a:pt x="1" y="285"/>
                  <a:pt x="96" y="349"/>
                  <a:pt x="191" y="349"/>
                </a:cubicBezTo>
                <a:cubicBezTo>
                  <a:pt x="286" y="349"/>
                  <a:pt x="381" y="285"/>
                  <a:pt x="381" y="190"/>
                </a:cubicBezTo>
                <a:cubicBezTo>
                  <a:pt x="381" y="64"/>
                  <a:pt x="286" y="0"/>
                  <a:pt x="191" y="0"/>
                </a:cubicBez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0"/>
          <p:cNvSpPr/>
          <p:nvPr/>
        </p:nvSpPr>
        <p:spPr>
          <a:xfrm>
            <a:off x="3894001" y="1701993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0"/>
          <p:cNvSpPr/>
          <p:nvPr/>
        </p:nvSpPr>
        <p:spPr>
          <a:xfrm>
            <a:off x="389499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0"/>
          <p:cNvSpPr/>
          <p:nvPr/>
        </p:nvSpPr>
        <p:spPr>
          <a:xfrm>
            <a:off x="3894996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3" y="412"/>
                </a:lnTo>
                <a:lnTo>
                  <a:pt x="33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0"/>
          <p:cNvSpPr/>
          <p:nvPr/>
        </p:nvSpPr>
        <p:spPr>
          <a:xfrm>
            <a:off x="3896024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0"/>
          <p:cNvSpPr/>
          <p:nvPr/>
        </p:nvSpPr>
        <p:spPr>
          <a:xfrm>
            <a:off x="3896024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0"/>
          <p:cNvSpPr/>
          <p:nvPr/>
        </p:nvSpPr>
        <p:spPr>
          <a:xfrm>
            <a:off x="3896024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30"/>
          <p:cNvSpPr/>
          <p:nvPr/>
        </p:nvSpPr>
        <p:spPr>
          <a:xfrm>
            <a:off x="3896024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0"/>
          <p:cNvSpPr/>
          <p:nvPr/>
        </p:nvSpPr>
        <p:spPr>
          <a:xfrm>
            <a:off x="389705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0"/>
          <p:cNvSpPr/>
          <p:nvPr/>
        </p:nvSpPr>
        <p:spPr>
          <a:xfrm>
            <a:off x="389705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0"/>
          <p:cNvSpPr/>
          <p:nvPr/>
        </p:nvSpPr>
        <p:spPr>
          <a:xfrm>
            <a:off x="389705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0"/>
          <p:cNvSpPr/>
          <p:nvPr/>
        </p:nvSpPr>
        <p:spPr>
          <a:xfrm>
            <a:off x="389804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0"/>
          <p:cNvSpPr/>
          <p:nvPr/>
        </p:nvSpPr>
        <p:spPr>
          <a:xfrm>
            <a:off x="389804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0"/>
          <p:cNvSpPr/>
          <p:nvPr/>
        </p:nvSpPr>
        <p:spPr>
          <a:xfrm>
            <a:off x="3898046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3" y="412"/>
                </a:lnTo>
                <a:lnTo>
                  <a:pt x="33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0"/>
          <p:cNvSpPr/>
          <p:nvPr/>
        </p:nvSpPr>
        <p:spPr>
          <a:xfrm>
            <a:off x="3898046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3" y="412"/>
                </a:lnTo>
                <a:lnTo>
                  <a:pt x="33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0"/>
          <p:cNvSpPr/>
          <p:nvPr/>
        </p:nvSpPr>
        <p:spPr>
          <a:xfrm>
            <a:off x="3899073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0"/>
          <p:cNvSpPr/>
          <p:nvPr/>
        </p:nvSpPr>
        <p:spPr>
          <a:xfrm>
            <a:off x="3899073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0"/>
          <p:cNvSpPr/>
          <p:nvPr/>
        </p:nvSpPr>
        <p:spPr>
          <a:xfrm>
            <a:off x="3899073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0"/>
          <p:cNvSpPr/>
          <p:nvPr/>
        </p:nvSpPr>
        <p:spPr>
          <a:xfrm>
            <a:off x="390010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0"/>
          <p:cNvSpPr/>
          <p:nvPr/>
        </p:nvSpPr>
        <p:spPr>
          <a:xfrm>
            <a:off x="390010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0"/>
          <p:cNvSpPr/>
          <p:nvPr/>
        </p:nvSpPr>
        <p:spPr>
          <a:xfrm>
            <a:off x="3900101" y="1701993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30"/>
          <p:cNvSpPr/>
          <p:nvPr/>
        </p:nvSpPr>
        <p:spPr>
          <a:xfrm>
            <a:off x="390109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0"/>
          <p:cNvSpPr/>
          <p:nvPr/>
        </p:nvSpPr>
        <p:spPr>
          <a:xfrm>
            <a:off x="390109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0"/>
          <p:cNvSpPr/>
          <p:nvPr/>
        </p:nvSpPr>
        <p:spPr>
          <a:xfrm>
            <a:off x="390109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0"/>
          <p:cNvSpPr/>
          <p:nvPr/>
        </p:nvSpPr>
        <p:spPr>
          <a:xfrm>
            <a:off x="3902123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0"/>
          <p:cNvSpPr/>
          <p:nvPr/>
        </p:nvSpPr>
        <p:spPr>
          <a:xfrm>
            <a:off x="3902123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0"/>
          <p:cNvSpPr/>
          <p:nvPr/>
        </p:nvSpPr>
        <p:spPr>
          <a:xfrm>
            <a:off x="3902123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0"/>
          <p:cNvSpPr/>
          <p:nvPr/>
        </p:nvSpPr>
        <p:spPr>
          <a:xfrm>
            <a:off x="3902123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0"/>
          <p:cNvSpPr/>
          <p:nvPr/>
        </p:nvSpPr>
        <p:spPr>
          <a:xfrm>
            <a:off x="3903150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0"/>
          <p:cNvSpPr/>
          <p:nvPr/>
        </p:nvSpPr>
        <p:spPr>
          <a:xfrm>
            <a:off x="3903150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0"/>
          <p:cNvSpPr/>
          <p:nvPr/>
        </p:nvSpPr>
        <p:spPr>
          <a:xfrm>
            <a:off x="3903150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0"/>
          <p:cNvSpPr/>
          <p:nvPr/>
        </p:nvSpPr>
        <p:spPr>
          <a:xfrm>
            <a:off x="3903150" y="1701993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0"/>
          <p:cNvSpPr/>
          <p:nvPr/>
        </p:nvSpPr>
        <p:spPr>
          <a:xfrm>
            <a:off x="390414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0"/>
          <p:cNvSpPr/>
          <p:nvPr/>
        </p:nvSpPr>
        <p:spPr>
          <a:xfrm>
            <a:off x="390414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0"/>
          <p:cNvSpPr/>
          <p:nvPr/>
        </p:nvSpPr>
        <p:spPr>
          <a:xfrm>
            <a:off x="3904146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3" y="412"/>
                </a:lnTo>
                <a:lnTo>
                  <a:pt x="33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0"/>
          <p:cNvSpPr/>
          <p:nvPr/>
        </p:nvSpPr>
        <p:spPr>
          <a:xfrm>
            <a:off x="3905173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0"/>
          <p:cNvSpPr/>
          <p:nvPr/>
        </p:nvSpPr>
        <p:spPr>
          <a:xfrm>
            <a:off x="3905173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0"/>
          <p:cNvSpPr/>
          <p:nvPr/>
        </p:nvSpPr>
        <p:spPr>
          <a:xfrm>
            <a:off x="3905173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0"/>
          <p:cNvSpPr/>
          <p:nvPr/>
        </p:nvSpPr>
        <p:spPr>
          <a:xfrm>
            <a:off x="3906200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0"/>
          <p:cNvSpPr/>
          <p:nvPr/>
        </p:nvSpPr>
        <p:spPr>
          <a:xfrm>
            <a:off x="3906200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0"/>
          <p:cNvSpPr/>
          <p:nvPr/>
        </p:nvSpPr>
        <p:spPr>
          <a:xfrm>
            <a:off x="3906200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0"/>
          <p:cNvSpPr/>
          <p:nvPr/>
        </p:nvSpPr>
        <p:spPr>
          <a:xfrm>
            <a:off x="3907195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0"/>
          <p:cNvSpPr/>
          <p:nvPr/>
        </p:nvSpPr>
        <p:spPr>
          <a:xfrm>
            <a:off x="3836056" y="1644048"/>
            <a:ext cx="288762" cy="288762"/>
          </a:xfrm>
          <a:custGeom>
            <a:rect b="b" l="l" r="r" t="t"/>
            <a:pathLst>
              <a:path extrusionOk="0" h="8995" w="8995">
                <a:moveTo>
                  <a:pt x="4497" y="2692"/>
                </a:moveTo>
                <a:cubicBezTo>
                  <a:pt x="5511" y="2692"/>
                  <a:pt x="6334" y="3516"/>
                  <a:pt x="6334" y="4497"/>
                </a:cubicBezTo>
                <a:cubicBezTo>
                  <a:pt x="6334" y="5511"/>
                  <a:pt x="5511" y="6334"/>
                  <a:pt x="4497" y="6334"/>
                </a:cubicBezTo>
                <a:cubicBezTo>
                  <a:pt x="3515" y="6334"/>
                  <a:pt x="2692" y="5511"/>
                  <a:pt x="2692" y="4497"/>
                </a:cubicBezTo>
                <a:cubicBezTo>
                  <a:pt x="2692" y="3516"/>
                  <a:pt x="3515" y="2692"/>
                  <a:pt x="4497" y="2692"/>
                </a:cubicBezTo>
                <a:close/>
                <a:moveTo>
                  <a:pt x="4497" y="2376"/>
                </a:moveTo>
                <a:cubicBezTo>
                  <a:pt x="3325" y="2376"/>
                  <a:pt x="2375" y="3326"/>
                  <a:pt x="2375" y="4497"/>
                </a:cubicBezTo>
                <a:cubicBezTo>
                  <a:pt x="2375" y="5669"/>
                  <a:pt x="3325" y="6651"/>
                  <a:pt x="4497" y="6651"/>
                </a:cubicBezTo>
                <a:cubicBezTo>
                  <a:pt x="5701" y="6651"/>
                  <a:pt x="6651" y="5669"/>
                  <a:pt x="6651" y="4497"/>
                </a:cubicBezTo>
                <a:cubicBezTo>
                  <a:pt x="6651" y="3326"/>
                  <a:pt x="5701" y="2376"/>
                  <a:pt x="4497" y="2376"/>
                </a:cubicBezTo>
                <a:close/>
                <a:moveTo>
                  <a:pt x="4782" y="317"/>
                </a:moveTo>
                <a:cubicBezTo>
                  <a:pt x="4877" y="317"/>
                  <a:pt x="4909" y="381"/>
                  <a:pt x="4909" y="444"/>
                </a:cubicBezTo>
                <a:lnTo>
                  <a:pt x="4909" y="1489"/>
                </a:lnTo>
                <a:lnTo>
                  <a:pt x="5036" y="1521"/>
                </a:lnTo>
                <a:cubicBezTo>
                  <a:pt x="5479" y="1616"/>
                  <a:pt x="5859" y="1774"/>
                  <a:pt x="6239" y="2027"/>
                </a:cubicBezTo>
                <a:lnTo>
                  <a:pt x="6334" y="2091"/>
                </a:lnTo>
                <a:lnTo>
                  <a:pt x="7094" y="1331"/>
                </a:lnTo>
                <a:cubicBezTo>
                  <a:pt x="7110" y="1315"/>
                  <a:pt x="7142" y="1307"/>
                  <a:pt x="7173" y="1307"/>
                </a:cubicBezTo>
                <a:cubicBezTo>
                  <a:pt x="7205" y="1307"/>
                  <a:pt x="7237" y="1315"/>
                  <a:pt x="7252" y="1331"/>
                </a:cubicBezTo>
                <a:lnTo>
                  <a:pt x="7664" y="1742"/>
                </a:lnTo>
                <a:cubicBezTo>
                  <a:pt x="7727" y="1806"/>
                  <a:pt x="7727" y="1869"/>
                  <a:pt x="7664" y="1932"/>
                </a:cubicBezTo>
                <a:lnTo>
                  <a:pt x="6936" y="2661"/>
                </a:lnTo>
                <a:lnTo>
                  <a:pt x="6999" y="2787"/>
                </a:lnTo>
                <a:cubicBezTo>
                  <a:pt x="7252" y="3136"/>
                  <a:pt x="7411" y="3547"/>
                  <a:pt x="7474" y="3959"/>
                </a:cubicBezTo>
                <a:lnTo>
                  <a:pt x="7506" y="4086"/>
                </a:lnTo>
                <a:lnTo>
                  <a:pt x="8551" y="4086"/>
                </a:lnTo>
                <a:cubicBezTo>
                  <a:pt x="8646" y="4086"/>
                  <a:pt x="8677" y="4149"/>
                  <a:pt x="8677" y="4212"/>
                </a:cubicBezTo>
                <a:lnTo>
                  <a:pt x="8677" y="4782"/>
                </a:lnTo>
                <a:cubicBezTo>
                  <a:pt x="8677" y="4877"/>
                  <a:pt x="8646" y="4909"/>
                  <a:pt x="8551" y="4909"/>
                </a:cubicBezTo>
                <a:lnTo>
                  <a:pt x="7506" y="4909"/>
                </a:lnTo>
                <a:lnTo>
                  <a:pt x="7474" y="5036"/>
                </a:lnTo>
                <a:cubicBezTo>
                  <a:pt x="7411" y="5479"/>
                  <a:pt x="7252" y="5859"/>
                  <a:pt x="6999" y="6239"/>
                </a:cubicBezTo>
                <a:lnTo>
                  <a:pt x="6936" y="6334"/>
                </a:lnTo>
                <a:lnTo>
                  <a:pt x="7664" y="7094"/>
                </a:lnTo>
                <a:cubicBezTo>
                  <a:pt x="7727" y="7126"/>
                  <a:pt x="7727" y="7221"/>
                  <a:pt x="7664" y="7253"/>
                </a:cubicBezTo>
                <a:lnTo>
                  <a:pt x="7252" y="7664"/>
                </a:lnTo>
                <a:cubicBezTo>
                  <a:pt x="7237" y="7696"/>
                  <a:pt x="7205" y="7712"/>
                  <a:pt x="7173" y="7712"/>
                </a:cubicBezTo>
                <a:cubicBezTo>
                  <a:pt x="7142" y="7712"/>
                  <a:pt x="7110" y="7696"/>
                  <a:pt x="7094" y="7664"/>
                </a:cubicBezTo>
                <a:lnTo>
                  <a:pt x="6334" y="6904"/>
                </a:lnTo>
                <a:lnTo>
                  <a:pt x="6239" y="6999"/>
                </a:lnTo>
                <a:cubicBezTo>
                  <a:pt x="5891" y="7221"/>
                  <a:pt x="5479" y="7411"/>
                  <a:pt x="5067" y="7474"/>
                </a:cubicBezTo>
                <a:lnTo>
                  <a:pt x="4941" y="7506"/>
                </a:lnTo>
                <a:lnTo>
                  <a:pt x="4941" y="8551"/>
                </a:lnTo>
                <a:cubicBezTo>
                  <a:pt x="4941" y="8614"/>
                  <a:pt x="4877" y="8678"/>
                  <a:pt x="4814" y="8678"/>
                </a:cubicBezTo>
                <a:lnTo>
                  <a:pt x="4212" y="8678"/>
                </a:lnTo>
                <a:cubicBezTo>
                  <a:pt x="4149" y="8678"/>
                  <a:pt x="4085" y="8614"/>
                  <a:pt x="4085" y="8551"/>
                </a:cubicBezTo>
                <a:lnTo>
                  <a:pt x="4085" y="7506"/>
                </a:lnTo>
                <a:lnTo>
                  <a:pt x="3959" y="7474"/>
                </a:lnTo>
                <a:cubicBezTo>
                  <a:pt x="3547" y="7411"/>
                  <a:pt x="3135" y="7253"/>
                  <a:pt x="2787" y="6999"/>
                </a:cubicBezTo>
                <a:lnTo>
                  <a:pt x="2692" y="6904"/>
                </a:lnTo>
                <a:lnTo>
                  <a:pt x="1932" y="7664"/>
                </a:lnTo>
                <a:cubicBezTo>
                  <a:pt x="1900" y="7696"/>
                  <a:pt x="1869" y="7712"/>
                  <a:pt x="1837" y="7712"/>
                </a:cubicBezTo>
                <a:cubicBezTo>
                  <a:pt x="1805" y="7712"/>
                  <a:pt x="1774" y="7696"/>
                  <a:pt x="1742" y="7664"/>
                </a:cubicBezTo>
                <a:lnTo>
                  <a:pt x="1330" y="7253"/>
                </a:lnTo>
                <a:cubicBezTo>
                  <a:pt x="1299" y="7221"/>
                  <a:pt x="1299" y="7126"/>
                  <a:pt x="1330" y="7094"/>
                </a:cubicBezTo>
                <a:lnTo>
                  <a:pt x="2090" y="6334"/>
                </a:lnTo>
                <a:lnTo>
                  <a:pt x="2027" y="6239"/>
                </a:lnTo>
                <a:cubicBezTo>
                  <a:pt x="1774" y="5859"/>
                  <a:pt x="1615" y="5479"/>
                  <a:pt x="1520" y="5036"/>
                </a:cubicBezTo>
                <a:lnTo>
                  <a:pt x="1520" y="4909"/>
                </a:lnTo>
                <a:lnTo>
                  <a:pt x="444" y="4909"/>
                </a:lnTo>
                <a:cubicBezTo>
                  <a:pt x="380" y="4909"/>
                  <a:pt x="317" y="4846"/>
                  <a:pt x="317" y="4782"/>
                </a:cubicBezTo>
                <a:lnTo>
                  <a:pt x="317" y="4212"/>
                </a:lnTo>
                <a:cubicBezTo>
                  <a:pt x="317" y="4149"/>
                  <a:pt x="380" y="4086"/>
                  <a:pt x="444" y="4086"/>
                </a:cubicBezTo>
                <a:lnTo>
                  <a:pt x="1520" y="4086"/>
                </a:lnTo>
                <a:lnTo>
                  <a:pt x="1520" y="3959"/>
                </a:lnTo>
                <a:cubicBezTo>
                  <a:pt x="1615" y="3547"/>
                  <a:pt x="1774" y="3136"/>
                  <a:pt x="2027" y="2787"/>
                </a:cubicBezTo>
                <a:lnTo>
                  <a:pt x="2090" y="2661"/>
                </a:lnTo>
                <a:lnTo>
                  <a:pt x="1330" y="1932"/>
                </a:lnTo>
                <a:cubicBezTo>
                  <a:pt x="1299" y="1869"/>
                  <a:pt x="1299" y="1806"/>
                  <a:pt x="1330" y="1742"/>
                </a:cubicBezTo>
                <a:lnTo>
                  <a:pt x="1742" y="1331"/>
                </a:lnTo>
                <a:cubicBezTo>
                  <a:pt x="1774" y="1315"/>
                  <a:pt x="1805" y="1307"/>
                  <a:pt x="1837" y="1307"/>
                </a:cubicBezTo>
                <a:cubicBezTo>
                  <a:pt x="1869" y="1307"/>
                  <a:pt x="1900" y="1315"/>
                  <a:pt x="1932" y="1331"/>
                </a:cubicBezTo>
                <a:lnTo>
                  <a:pt x="2660" y="2091"/>
                </a:lnTo>
                <a:lnTo>
                  <a:pt x="2787" y="2027"/>
                </a:lnTo>
                <a:cubicBezTo>
                  <a:pt x="3135" y="1774"/>
                  <a:pt x="3547" y="1616"/>
                  <a:pt x="3959" y="1521"/>
                </a:cubicBezTo>
                <a:lnTo>
                  <a:pt x="4085" y="1489"/>
                </a:lnTo>
                <a:lnTo>
                  <a:pt x="4085" y="444"/>
                </a:lnTo>
                <a:cubicBezTo>
                  <a:pt x="4085" y="381"/>
                  <a:pt x="4149" y="317"/>
                  <a:pt x="4212" y="317"/>
                </a:cubicBezTo>
                <a:close/>
                <a:moveTo>
                  <a:pt x="4212" y="0"/>
                </a:moveTo>
                <a:cubicBezTo>
                  <a:pt x="3959" y="0"/>
                  <a:pt x="3769" y="190"/>
                  <a:pt x="3769" y="444"/>
                </a:cubicBezTo>
                <a:lnTo>
                  <a:pt x="3769" y="1236"/>
                </a:lnTo>
                <a:cubicBezTo>
                  <a:pt x="3389" y="1331"/>
                  <a:pt x="3040" y="1457"/>
                  <a:pt x="2724" y="1679"/>
                </a:cubicBezTo>
                <a:lnTo>
                  <a:pt x="2154" y="1109"/>
                </a:lnTo>
                <a:cubicBezTo>
                  <a:pt x="2074" y="1030"/>
                  <a:pt x="1964" y="990"/>
                  <a:pt x="1849" y="990"/>
                </a:cubicBezTo>
                <a:cubicBezTo>
                  <a:pt x="1734" y="990"/>
                  <a:pt x="1615" y="1030"/>
                  <a:pt x="1520" y="1109"/>
                </a:cubicBezTo>
                <a:lnTo>
                  <a:pt x="1109" y="1521"/>
                </a:lnTo>
                <a:cubicBezTo>
                  <a:pt x="950" y="1711"/>
                  <a:pt x="950" y="1996"/>
                  <a:pt x="1109" y="2154"/>
                </a:cubicBezTo>
                <a:lnTo>
                  <a:pt x="1679" y="2724"/>
                </a:lnTo>
                <a:cubicBezTo>
                  <a:pt x="1457" y="3041"/>
                  <a:pt x="1330" y="3389"/>
                  <a:pt x="1235" y="3769"/>
                </a:cubicBezTo>
                <a:lnTo>
                  <a:pt x="444" y="3769"/>
                </a:lnTo>
                <a:cubicBezTo>
                  <a:pt x="190" y="3769"/>
                  <a:pt x="0" y="3959"/>
                  <a:pt x="0" y="4212"/>
                </a:cubicBezTo>
                <a:lnTo>
                  <a:pt x="0" y="4782"/>
                </a:lnTo>
                <a:cubicBezTo>
                  <a:pt x="0" y="5036"/>
                  <a:pt x="190" y="5226"/>
                  <a:pt x="444" y="5226"/>
                </a:cubicBezTo>
                <a:lnTo>
                  <a:pt x="1235" y="5226"/>
                </a:lnTo>
                <a:cubicBezTo>
                  <a:pt x="1330" y="5606"/>
                  <a:pt x="1489" y="5986"/>
                  <a:pt x="1679" y="6303"/>
                </a:cubicBezTo>
                <a:lnTo>
                  <a:pt x="1109" y="6841"/>
                </a:lnTo>
                <a:cubicBezTo>
                  <a:pt x="950" y="7031"/>
                  <a:pt x="950" y="7316"/>
                  <a:pt x="1109" y="7474"/>
                </a:cubicBezTo>
                <a:lnTo>
                  <a:pt x="1520" y="7886"/>
                </a:lnTo>
                <a:cubicBezTo>
                  <a:pt x="1615" y="7981"/>
                  <a:pt x="1734" y="8029"/>
                  <a:pt x="1849" y="8029"/>
                </a:cubicBezTo>
                <a:cubicBezTo>
                  <a:pt x="1964" y="8029"/>
                  <a:pt x="2074" y="7981"/>
                  <a:pt x="2154" y="7886"/>
                </a:cubicBezTo>
                <a:lnTo>
                  <a:pt x="2724" y="7348"/>
                </a:lnTo>
                <a:cubicBezTo>
                  <a:pt x="3040" y="7538"/>
                  <a:pt x="3389" y="7696"/>
                  <a:pt x="3769" y="7759"/>
                </a:cubicBezTo>
                <a:lnTo>
                  <a:pt x="3769" y="8551"/>
                </a:lnTo>
                <a:cubicBezTo>
                  <a:pt x="3769" y="8804"/>
                  <a:pt x="3959" y="8994"/>
                  <a:pt x="4212" y="8994"/>
                </a:cubicBezTo>
                <a:lnTo>
                  <a:pt x="4814" y="8994"/>
                </a:lnTo>
                <a:cubicBezTo>
                  <a:pt x="5036" y="8994"/>
                  <a:pt x="5226" y="8804"/>
                  <a:pt x="5257" y="8551"/>
                </a:cubicBezTo>
                <a:lnTo>
                  <a:pt x="5257" y="7759"/>
                </a:lnTo>
                <a:cubicBezTo>
                  <a:pt x="5606" y="7696"/>
                  <a:pt x="5986" y="7538"/>
                  <a:pt x="6302" y="7348"/>
                </a:cubicBezTo>
                <a:lnTo>
                  <a:pt x="6872" y="7886"/>
                </a:lnTo>
                <a:cubicBezTo>
                  <a:pt x="6952" y="7981"/>
                  <a:pt x="7062" y="8029"/>
                  <a:pt x="7173" y="8029"/>
                </a:cubicBezTo>
                <a:cubicBezTo>
                  <a:pt x="7284" y="8029"/>
                  <a:pt x="7395" y="7981"/>
                  <a:pt x="7474" y="7886"/>
                </a:cubicBezTo>
                <a:lnTo>
                  <a:pt x="7886" y="7474"/>
                </a:lnTo>
                <a:cubicBezTo>
                  <a:pt x="8076" y="7316"/>
                  <a:pt x="8076" y="7031"/>
                  <a:pt x="7886" y="6841"/>
                </a:cubicBezTo>
                <a:lnTo>
                  <a:pt x="7347" y="6303"/>
                </a:lnTo>
                <a:cubicBezTo>
                  <a:pt x="7537" y="5954"/>
                  <a:pt x="7696" y="5606"/>
                  <a:pt x="7759" y="5226"/>
                </a:cubicBezTo>
                <a:lnTo>
                  <a:pt x="8551" y="5226"/>
                </a:lnTo>
                <a:cubicBezTo>
                  <a:pt x="8804" y="5226"/>
                  <a:pt x="8994" y="5036"/>
                  <a:pt x="8994" y="4782"/>
                </a:cubicBezTo>
                <a:lnTo>
                  <a:pt x="8994" y="4212"/>
                </a:lnTo>
                <a:cubicBezTo>
                  <a:pt x="8994" y="3959"/>
                  <a:pt x="8804" y="3769"/>
                  <a:pt x="8551" y="3769"/>
                </a:cubicBezTo>
                <a:lnTo>
                  <a:pt x="7759" y="3769"/>
                </a:lnTo>
                <a:cubicBezTo>
                  <a:pt x="7696" y="3389"/>
                  <a:pt x="7537" y="3041"/>
                  <a:pt x="7347" y="2724"/>
                </a:cubicBezTo>
                <a:lnTo>
                  <a:pt x="7886" y="2154"/>
                </a:lnTo>
                <a:cubicBezTo>
                  <a:pt x="8076" y="1996"/>
                  <a:pt x="8076" y="1711"/>
                  <a:pt x="7886" y="1521"/>
                </a:cubicBezTo>
                <a:lnTo>
                  <a:pt x="7474" y="1109"/>
                </a:lnTo>
                <a:cubicBezTo>
                  <a:pt x="7395" y="1030"/>
                  <a:pt x="7284" y="990"/>
                  <a:pt x="7173" y="990"/>
                </a:cubicBezTo>
                <a:cubicBezTo>
                  <a:pt x="7062" y="990"/>
                  <a:pt x="6952" y="1030"/>
                  <a:pt x="6872" y="1109"/>
                </a:cubicBezTo>
                <a:lnTo>
                  <a:pt x="6302" y="1679"/>
                </a:lnTo>
                <a:cubicBezTo>
                  <a:pt x="5986" y="1457"/>
                  <a:pt x="5606" y="1331"/>
                  <a:pt x="5257" y="1236"/>
                </a:cubicBezTo>
                <a:lnTo>
                  <a:pt x="5257" y="444"/>
                </a:lnTo>
                <a:cubicBezTo>
                  <a:pt x="5257" y="190"/>
                  <a:pt x="5036" y="0"/>
                  <a:pt x="4814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0"/>
          <p:cNvSpPr/>
          <p:nvPr/>
        </p:nvSpPr>
        <p:spPr>
          <a:xfrm>
            <a:off x="3975317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0"/>
          <p:cNvSpPr/>
          <p:nvPr/>
        </p:nvSpPr>
        <p:spPr>
          <a:xfrm>
            <a:off x="3975317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0"/>
          <p:cNvSpPr/>
          <p:nvPr/>
        </p:nvSpPr>
        <p:spPr>
          <a:xfrm>
            <a:off x="3975317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0"/>
          <p:cNvSpPr/>
          <p:nvPr/>
        </p:nvSpPr>
        <p:spPr>
          <a:xfrm>
            <a:off x="3976344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0"/>
          <p:cNvSpPr/>
          <p:nvPr/>
        </p:nvSpPr>
        <p:spPr>
          <a:xfrm>
            <a:off x="3976344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0"/>
          <p:cNvSpPr/>
          <p:nvPr/>
        </p:nvSpPr>
        <p:spPr>
          <a:xfrm>
            <a:off x="3976344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0"/>
          <p:cNvSpPr/>
          <p:nvPr/>
        </p:nvSpPr>
        <p:spPr>
          <a:xfrm>
            <a:off x="3976344" y="1669474"/>
            <a:ext cx="1059" cy="12231"/>
          </a:xfrm>
          <a:custGeom>
            <a:rect b="b" l="l" r="r" t="t"/>
            <a:pathLst>
              <a:path extrusionOk="0" h="381" w="33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0"/>
          <p:cNvSpPr/>
          <p:nvPr/>
        </p:nvSpPr>
        <p:spPr>
          <a:xfrm>
            <a:off x="3977371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0"/>
          <p:cNvSpPr/>
          <p:nvPr/>
        </p:nvSpPr>
        <p:spPr>
          <a:xfrm>
            <a:off x="3977371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0"/>
          <p:cNvSpPr/>
          <p:nvPr/>
        </p:nvSpPr>
        <p:spPr>
          <a:xfrm>
            <a:off x="3977371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0"/>
          <p:cNvSpPr/>
          <p:nvPr/>
        </p:nvSpPr>
        <p:spPr>
          <a:xfrm>
            <a:off x="3978367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0"/>
          <p:cNvSpPr/>
          <p:nvPr/>
        </p:nvSpPr>
        <p:spPr>
          <a:xfrm>
            <a:off x="3978367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0"/>
          <p:cNvSpPr/>
          <p:nvPr/>
        </p:nvSpPr>
        <p:spPr>
          <a:xfrm>
            <a:off x="3978367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0"/>
          <p:cNvSpPr/>
          <p:nvPr/>
        </p:nvSpPr>
        <p:spPr>
          <a:xfrm>
            <a:off x="3978367" y="166947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3" y="380"/>
                </a:lnTo>
                <a:lnTo>
                  <a:pt x="33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0"/>
          <p:cNvSpPr/>
          <p:nvPr/>
        </p:nvSpPr>
        <p:spPr>
          <a:xfrm>
            <a:off x="3979394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0"/>
          <p:cNvSpPr/>
          <p:nvPr/>
        </p:nvSpPr>
        <p:spPr>
          <a:xfrm>
            <a:off x="3979394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0"/>
          <p:cNvSpPr/>
          <p:nvPr/>
        </p:nvSpPr>
        <p:spPr>
          <a:xfrm>
            <a:off x="3979394" y="166947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0"/>
          <p:cNvSpPr/>
          <p:nvPr/>
        </p:nvSpPr>
        <p:spPr>
          <a:xfrm>
            <a:off x="3980421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0"/>
          <p:cNvSpPr/>
          <p:nvPr/>
        </p:nvSpPr>
        <p:spPr>
          <a:xfrm>
            <a:off x="3980421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0"/>
          <p:cNvSpPr/>
          <p:nvPr/>
        </p:nvSpPr>
        <p:spPr>
          <a:xfrm>
            <a:off x="3980421" y="1669474"/>
            <a:ext cx="1027" cy="12231"/>
          </a:xfrm>
          <a:custGeom>
            <a:rect b="b" l="l" r="r" t="t"/>
            <a:pathLst>
              <a:path extrusionOk="0" h="381" w="32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0"/>
          <p:cNvSpPr/>
          <p:nvPr/>
        </p:nvSpPr>
        <p:spPr>
          <a:xfrm>
            <a:off x="3981416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0"/>
          <p:cNvSpPr/>
          <p:nvPr/>
        </p:nvSpPr>
        <p:spPr>
          <a:xfrm>
            <a:off x="3981416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0"/>
          <p:cNvSpPr/>
          <p:nvPr/>
        </p:nvSpPr>
        <p:spPr>
          <a:xfrm>
            <a:off x="3981416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0"/>
          <p:cNvSpPr/>
          <p:nvPr/>
        </p:nvSpPr>
        <p:spPr>
          <a:xfrm>
            <a:off x="3981416" y="166947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3" y="380"/>
                </a:lnTo>
                <a:lnTo>
                  <a:pt x="33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0"/>
          <p:cNvSpPr/>
          <p:nvPr/>
        </p:nvSpPr>
        <p:spPr>
          <a:xfrm>
            <a:off x="3982444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0"/>
          <p:cNvSpPr/>
          <p:nvPr/>
        </p:nvSpPr>
        <p:spPr>
          <a:xfrm>
            <a:off x="3982444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0"/>
          <p:cNvSpPr/>
          <p:nvPr/>
        </p:nvSpPr>
        <p:spPr>
          <a:xfrm>
            <a:off x="3982444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0"/>
          <p:cNvSpPr/>
          <p:nvPr/>
        </p:nvSpPr>
        <p:spPr>
          <a:xfrm>
            <a:off x="3983471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0"/>
          <p:cNvSpPr/>
          <p:nvPr/>
        </p:nvSpPr>
        <p:spPr>
          <a:xfrm>
            <a:off x="3983471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30"/>
          <p:cNvSpPr/>
          <p:nvPr/>
        </p:nvSpPr>
        <p:spPr>
          <a:xfrm>
            <a:off x="3983471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0"/>
          <p:cNvSpPr/>
          <p:nvPr/>
        </p:nvSpPr>
        <p:spPr>
          <a:xfrm>
            <a:off x="3983471" y="1669474"/>
            <a:ext cx="1027" cy="12231"/>
          </a:xfrm>
          <a:custGeom>
            <a:rect b="b" l="l" r="r" t="t"/>
            <a:pathLst>
              <a:path extrusionOk="0" h="381" w="32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0"/>
          <p:cNvSpPr/>
          <p:nvPr/>
        </p:nvSpPr>
        <p:spPr>
          <a:xfrm>
            <a:off x="3984466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0"/>
          <p:cNvSpPr/>
          <p:nvPr/>
        </p:nvSpPr>
        <p:spPr>
          <a:xfrm>
            <a:off x="3984466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0"/>
          <p:cNvSpPr/>
          <p:nvPr/>
        </p:nvSpPr>
        <p:spPr>
          <a:xfrm>
            <a:off x="3984466" y="166947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3" y="380"/>
                </a:lnTo>
                <a:lnTo>
                  <a:pt x="33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0"/>
          <p:cNvSpPr/>
          <p:nvPr/>
        </p:nvSpPr>
        <p:spPr>
          <a:xfrm>
            <a:off x="3985493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0"/>
          <p:cNvSpPr/>
          <p:nvPr/>
        </p:nvSpPr>
        <p:spPr>
          <a:xfrm>
            <a:off x="3985493" y="166947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0"/>
          <p:cNvSpPr/>
          <p:nvPr/>
        </p:nvSpPr>
        <p:spPr>
          <a:xfrm>
            <a:off x="3985493" y="166947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0"/>
          <p:cNvSpPr/>
          <p:nvPr/>
        </p:nvSpPr>
        <p:spPr>
          <a:xfrm>
            <a:off x="3985493" y="166947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0"/>
          <p:cNvSpPr/>
          <p:nvPr/>
        </p:nvSpPr>
        <p:spPr>
          <a:xfrm>
            <a:off x="3986521" y="166947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0"/>
          <p:cNvSpPr/>
          <p:nvPr/>
        </p:nvSpPr>
        <p:spPr>
          <a:xfrm>
            <a:off x="4054642" y="1701993"/>
            <a:ext cx="0" cy="13258"/>
          </a:xfrm>
          <a:custGeom>
            <a:rect b="b" l="l" r="r" t="t"/>
            <a:pathLst>
              <a:path extrusionOk="0" h="413" w="0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0"/>
          <p:cNvSpPr/>
          <p:nvPr/>
        </p:nvSpPr>
        <p:spPr>
          <a:xfrm>
            <a:off x="4054642" y="1701993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0"/>
          <p:cNvSpPr/>
          <p:nvPr/>
        </p:nvSpPr>
        <p:spPr>
          <a:xfrm>
            <a:off x="4054642" y="1701993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0"/>
          <p:cNvSpPr/>
          <p:nvPr/>
        </p:nvSpPr>
        <p:spPr>
          <a:xfrm>
            <a:off x="4055637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0"/>
          <p:cNvSpPr/>
          <p:nvPr/>
        </p:nvSpPr>
        <p:spPr>
          <a:xfrm>
            <a:off x="4055637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0"/>
          <p:cNvSpPr/>
          <p:nvPr/>
        </p:nvSpPr>
        <p:spPr>
          <a:xfrm>
            <a:off x="4055637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0"/>
          <p:cNvSpPr/>
          <p:nvPr/>
        </p:nvSpPr>
        <p:spPr>
          <a:xfrm>
            <a:off x="4056665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0"/>
          <p:cNvSpPr/>
          <p:nvPr/>
        </p:nvSpPr>
        <p:spPr>
          <a:xfrm>
            <a:off x="4056665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0"/>
          <p:cNvSpPr/>
          <p:nvPr/>
        </p:nvSpPr>
        <p:spPr>
          <a:xfrm>
            <a:off x="4056665" y="1701993"/>
            <a:ext cx="1059" cy="13258"/>
          </a:xfrm>
          <a:custGeom>
            <a:rect b="b" l="l" r="r" t="t"/>
            <a:pathLst>
              <a:path extrusionOk="0" h="413" w="33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0"/>
          <p:cNvSpPr/>
          <p:nvPr/>
        </p:nvSpPr>
        <p:spPr>
          <a:xfrm>
            <a:off x="4057692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0"/>
          <p:cNvSpPr/>
          <p:nvPr/>
        </p:nvSpPr>
        <p:spPr>
          <a:xfrm>
            <a:off x="4057692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0"/>
          <p:cNvSpPr/>
          <p:nvPr/>
        </p:nvSpPr>
        <p:spPr>
          <a:xfrm>
            <a:off x="4057692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0"/>
          <p:cNvSpPr/>
          <p:nvPr/>
        </p:nvSpPr>
        <p:spPr>
          <a:xfrm>
            <a:off x="4057692" y="1701993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0"/>
          <p:cNvSpPr/>
          <p:nvPr/>
        </p:nvSpPr>
        <p:spPr>
          <a:xfrm>
            <a:off x="4058687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0"/>
          <p:cNvSpPr/>
          <p:nvPr/>
        </p:nvSpPr>
        <p:spPr>
          <a:xfrm>
            <a:off x="4058687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0"/>
          <p:cNvSpPr/>
          <p:nvPr/>
        </p:nvSpPr>
        <p:spPr>
          <a:xfrm>
            <a:off x="4058687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0"/>
          <p:cNvSpPr/>
          <p:nvPr/>
        </p:nvSpPr>
        <p:spPr>
          <a:xfrm>
            <a:off x="4059714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30"/>
          <p:cNvSpPr/>
          <p:nvPr/>
        </p:nvSpPr>
        <p:spPr>
          <a:xfrm>
            <a:off x="4059714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0"/>
          <p:cNvSpPr/>
          <p:nvPr/>
        </p:nvSpPr>
        <p:spPr>
          <a:xfrm>
            <a:off x="4059714" y="1701993"/>
            <a:ext cx="1059" cy="13258"/>
          </a:xfrm>
          <a:custGeom>
            <a:rect b="b" l="l" r="r" t="t"/>
            <a:pathLst>
              <a:path extrusionOk="0" h="413" w="33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0"/>
          <p:cNvSpPr/>
          <p:nvPr/>
        </p:nvSpPr>
        <p:spPr>
          <a:xfrm>
            <a:off x="4059714" y="1701993"/>
            <a:ext cx="1059" cy="13258"/>
          </a:xfrm>
          <a:custGeom>
            <a:rect b="b" l="l" r="r" t="t"/>
            <a:pathLst>
              <a:path extrusionOk="0" h="413" w="33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0"/>
          <p:cNvSpPr/>
          <p:nvPr/>
        </p:nvSpPr>
        <p:spPr>
          <a:xfrm>
            <a:off x="4060742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0"/>
          <p:cNvSpPr/>
          <p:nvPr/>
        </p:nvSpPr>
        <p:spPr>
          <a:xfrm>
            <a:off x="4060742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0"/>
          <p:cNvSpPr/>
          <p:nvPr/>
        </p:nvSpPr>
        <p:spPr>
          <a:xfrm>
            <a:off x="4060742" y="1701993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0"/>
          <p:cNvSpPr/>
          <p:nvPr/>
        </p:nvSpPr>
        <p:spPr>
          <a:xfrm>
            <a:off x="4061737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0"/>
          <p:cNvSpPr/>
          <p:nvPr/>
        </p:nvSpPr>
        <p:spPr>
          <a:xfrm>
            <a:off x="4061737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0"/>
          <p:cNvSpPr/>
          <p:nvPr/>
        </p:nvSpPr>
        <p:spPr>
          <a:xfrm>
            <a:off x="4061737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0"/>
          <p:cNvSpPr/>
          <p:nvPr/>
        </p:nvSpPr>
        <p:spPr>
          <a:xfrm>
            <a:off x="4062764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0"/>
          <p:cNvSpPr/>
          <p:nvPr/>
        </p:nvSpPr>
        <p:spPr>
          <a:xfrm>
            <a:off x="4062764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0"/>
          <p:cNvSpPr/>
          <p:nvPr/>
        </p:nvSpPr>
        <p:spPr>
          <a:xfrm>
            <a:off x="4062764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0"/>
          <p:cNvSpPr/>
          <p:nvPr/>
        </p:nvSpPr>
        <p:spPr>
          <a:xfrm>
            <a:off x="406379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30"/>
          <p:cNvSpPr/>
          <p:nvPr/>
        </p:nvSpPr>
        <p:spPr>
          <a:xfrm>
            <a:off x="406379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0"/>
          <p:cNvSpPr/>
          <p:nvPr/>
        </p:nvSpPr>
        <p:spPr>
          <a:xfrm>
            <a:off x="406379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0"/>
          <p:cNvSpPr/>
          <p:nvPr/>
        </p:nvSpPr>
        <p:spPr>
          <a:xfrm>
            <a:off x="4063791" y="1701993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0"/>
          <p:cNvSpPr/>
          <p:nvPr/>
        </p:nvSpPr>
        <p:spPr>
          <a:xfrm>
            <a:off x="406478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0"/>
          <p:cNvSpPr/>
          <p:nvPr/>
        </p:nvSpPr>
        <p:spPr>
          <a:xfrm>
            <a:off x="406478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0"/>
          <p:cNvSpPr/>
          <p:nvPr/>
        </p:nvSpPr>
        <p:spPr>
          <a:xfrm>
            <a:off x="406478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0"/>
          <p:cNvSpPr/>
          <p:nvPr/>
        </p:nvSpPr>
        <p:spPr>
          <a:xfrm>
            <a:off x="4065814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0"/>
          <p:cNvSpPr/>
          <p:nvPr/>
        </p:nvSpPr>
        <p:spPr>
          <a:xfrm>
            <a:off x="4065814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0"/>
          <p:cNvSpPr/>
          <p:nvPr/>
        </p:nvSpPr>
        <p:spPr>
          <a:xfrm>
            <a:off x="4065814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0"/>
          <p:cNvSpPr/>
          <p:nvPr/>
        </p:nvSpPr>
        <p:spPr>
          <a:xfrm>
            <a:off x="406684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0"/>
          <p:cNvSpPr/>
          <p:nvPr/>
        </p:nvSpPr>
        <p:spPr>
          <a:xfrm>
            <a:off x="406684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0"/>
          <p:cNvSpPr/>
          <p:nvPr/>
        </p:nvSpPr>
        <p:spPr>
          <a:xfrm>
            <a:off x="4088189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0"/>
          <p:cNvSpPr/>
          <p:nvPr/>
        </p:nvSpPr>
        <p:spPr>
          <a:xfrm>
            <a:off x="4088189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0"/>
          <p:cNvSpPr/>
          <p:nvPr/>
        </p:nvSpPr>
        <p:spPr>
          <a:xfrm>
            <a:off x="4088189" y="1782314"/>
            <a:ext cx="1027" cy="12231"/>
          </a:xfrm>
          <a:custGeom>
            <a:rect b="b" l="l" r="r" t="t"/>
            <a:pathLst>
              <a:path extrusionOk="0" h="381" w="32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0"/>
          <p:cNvSpPr/>
          <p:nvPr/>
        </p:nvSpPr>
        <p:spPr>
          <a:xfrm>
            <a:off x="408918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30"/>
          <p:cNvSpPr/>
          <p:nvPr/>
        </p:nvSpPr>
        <p:spPr>
          <a:xfrm>
            <a:off x="408918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0"/>
          <p:cNvSpPr/>
          <p:nvPr/>
        </p:nvSpPr>
        <p:spPr>
          <a:xfrm>
            <a:off x="4089184" y="178231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0"/>
          <p:cNvSpPr/>
          <p:nvPr/>
        </p:nvSpPr>
        <p:spPr>
          <a:xfrm>
            <a:off x="4090212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0"/>
          <p:cNvSpPr/>
          <p:nvPr/>
        </p:nvSpPr>
        <p:spPr>
          <a:xfrm>
            <a:off x="4090212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0"/>
          <p:cNvSpPr/>
          <p:nvPr/>
        </p:nvSpPr>
        <p:spPr>
          <a:xfrm>
            <a:off x="4090212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0"/>
          <p:cNvSpPr/>
          <p:nvPr/>
        </p:nvSpPr>
        <p:spPr>
          <a:xfrm>
            <a:off x="4090212" y="1782314"/>
            <a:ext cx="1059" cy="12231"/>
          </a:xfrm>
          <a:custGeom>
            <a:rect b="b" l="l" r="r" t="t"/>
            <a:pathLst>
              <a:path extrusionOk="0" h="381" w="33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0"/>
          <p:cNvSpPr/>
          <p:nvPr/>
        </p:nvSpPr>
        <p:spPr>
          <a:xfrm>
            <a:off x="4091239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0"/>
          <p:cNvSpPr/>
          <p:nvPr/>
        </p:nvSpPr>
        <p:spPr>
          <a:xfrm>
            <a:off x="4091239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0"/>
          <p:cNvSpPr/>
          <p:nvPr/>
        </p:nvSpPr>
        <p:spPr>
          <a:xfrm>
            <a:off x="4091239" y="1782314"/>
            <a:ext cx="1027" cy="12231"/>
          </a:xfrm>
          <a:custGeom>
            <a:rect b="b" l="l" r="r" t="t"/>
            <a:pathLst>
              <a:path extrusionOk="0" h="381" w="32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30"/>
          <p:cNvSpPr/>
          <p:nvPr/>
        </p:nvSpPr>
        <p:spPr>
          <a:xfrm>
            <a:off x="409223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0"/>
          <p:cNvSpPr/>
          <p:nvPr/>
        </p:nvSpPr>
        <p:spPr>
          <a:xfrm>
            <a:off x="409223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0"/>
          <p:cNvSpPr/>
          <p:nvPr/>
        </p:nvSpPr>
        <p:spPr>
          <a:xfrm>
            <a:off x="4092234" y="178231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0"/>
          <p:cNvSpPr/>
          <p:nvPr/>
        </p:nvSpPr>
        <p:spPr>
          <a:xfrm>
            <a:off x="4092234" y="178231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30"/>
          <p:cNvSpPr/>
          <p:nvPr/>
        </p:nvSpPr>
        <p:spPr>
          <a:xfrm>
            <a:off x="4093261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30"/>
          <p:cNvSpPr/>
          <p:nvPr/>
        </p:nvSpPr>
        <p:spPr>
          <a:xfrm>
            <a:off x="4093261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0"/>
          <p:cNvSpPr/>
          <p:nvPr/>
        </p:nvSpPr>
        <p:spPr>
          <a:xfrm>
            <a:off x="4093261" y="1782314"/>
            <a:ext cx="1059" cy="12231"/>
          </a:xfrm>
          <a:custGeom>
            <a:rect b="b" l="l" r="r" t="t"/>
            <a:pathLst>
              <a:path extrusionOk="0" h="381" w="33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0"/>
          <p:cNvSpPr/>
          <p:nvPr/>
        </p:nvSpPr>
        <p:spPr>
          <a:xfrm>
            <a:off x="4094289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0"/>
          <p:cNvSpPr/>
          <p:nvPr/>
        </p:nvSpPr>
        <p:spPr>
          <a:xfrm>
            <a:off x="4094289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0"/>
          <p:cNvSpPr/>
          <p:nvPr/>
        </p:nvSpPr>
        <p:spPr>
          <a:xfrm>
            <a:off x="4094289" y="1782314"/>
            <a:ext cx="1027" cy="12231"/>
          </a:xfrm>
          <a:custGeom>
            <a:rect b="b" l="l" r="r" t="t"/>
            <a:pathLst>
              <a:path extrusionOk="0" h="381" w="32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0"/>
          <p:cNvSpPr/>
          <p:nvPr/>
        </p:nvSpPr>
        <p:spPr>
          <a:xfrm>
            <a:off x="409528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0"/>
          <p:cNvSpPr/>
          <p:nvPr/>
        </p:nvSpPr>
        <p:spPr>
          <a:xfrm>
            <a:off x="409528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30"/>
          <p:cNvSpPr/>
          <p:nvPr/>
        </p:nvSpPr>
        <p:spPr>
          <a:xfrm>
            <a:off x="409528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0"/>
          <p:cNvSpPr/>
          <p:nvPr/>
        </p:nvSpPr>
        <p:spPr>
          <a:xfrm>
            <a:off x="4096311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0"/>
          <p:cNvSpPr/>
          <p:nvPr/>
        </p:nvSpPr>
        <p:spPr>
          <a:xfrm>
            <a:off x="4096311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0"/>
          <p:cNvSpPr/>
          <p:nvPr/>
        </p:nvSpPr>
        <p:spPr>
          <a:xfrm>
            <a:off x="4096311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0"/>
          <p:cNvSpPr/>
          <p:nvPr/>
        </p:nvSpPr>
        <p:spPr>
          <a:xfrm>
            <a:off x="4096311" y="1782314"/>
            <a:ext cx="1059" cy="12231"/>
          </a:xfrm>
          <a:custGeom>
            <a:rect b="b" l="l" r="r" t="t"/>
            <a:pathLst>
              <a:path extrusionOk="0" h="381" w="33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0"/>
          <p:cNvSpPr/>
          <p:nvPr/>
        </p:nvSpPr>
        <p:spPr>
          <a:xfrm>
            <a:off x="4097338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0"/>
          <p:cNvSpPr/>
          <p:nvPr/>
        </p:nvSpPr>
        <p:spPr>
          <a:xfrm>
            <a:off x="4097338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0"/>
          <p:cNvSpPr/>
          <p:nvPr/>
        </p:nvSpPr>
        <p:spPr>
          <a:xfrm>
            <a:off x="4097338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30"/>
          <p:cNvSpPr/>
          <p:nvPr/>
        </p:nvSpPr>
        <p:spPr>
          <a:xfrm>
            <a:off x="409833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0"/>
          <p:cNvSpPr/>
          <p:nvPr/>
        </p:nvSpPr>
        <p:spPr>
          <a:xfrm>
            <a:off x="409833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0"/>
          <p:cNvSpPr/>
          <p:nvPr/>
        </p:nvSpPr>
        <p:spPr>
          <a:xfrm>
            <a:off x="4098334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0"/>
          <p:cNvSpPr/>
          <p:nvPr/>
        </p:nvSpPr>
        <p:spPr>
          <a:xfrm>
            <a:off x="4099361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0"/>
          <p:cNvSpPr/>
          <p:nvPr/>
        </p:nvSpPr>
        <p:spPr>
          <a:xfrm>
            <a:off x="4099361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30"/>
          <p:cNvSpPr/>
          <p:nvPr/>
        </p:nvSpPr>
        <p:spPr>
          <a:xfrm>
            <a:off x="4099361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30"/>
          <p:cNvSpPr/>
          <p:nvPr/>
        </p:nvSpPr>
        <p:spPr>
          <a:xfrm>
            <a:off x="4054642" y="1861607"/>
            <a:ext cx="0" cy="13258"/>
          </a:xfrm>
          <a:custGeom>
            <a:rect b="b" l="l" r="r" t="t"/>
            <a:pathLst>
              <a:path extrusionOk="0" h="413" w="0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0"/>
          <p:cNvSpPr/>
          <p:nvPr/>
        </p:nvSpPr>
        <p:spPr>
          <a:xfrm>
            <a:off x="4054642" y="1861607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30"/>
          <p:cNvSpPr/>
          <p:nvPr/>
        </p:nvSpPr>
        <p:spPr>
          <a:xfrm>
            <a:off x="4054642" y="1861607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30"/>
          <p:cNvSpPr/>
          <p:nvPr/>
        </p:nvSpPr>
        <p:spPr>
          <a:xfrm>
            <a:off x="4055637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0"/>
          <p:cNvSpPr/>
          <p:nvPr/>
        </p:nvSpPr>
        <p:spPr>
          <a:xfrm>
            <a:off x="4055637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30"/>
          <p:cNvSpPr/>
          <p:nvPr/>
        </p:nvSpPr>
        <p:spPr>
          <a:xfrm>
            <a:off x="4055637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30"/>
          <p:cNvSpPr/>
          <p:nvPr/>
        </p:nvSpPr>
        <p:spPr>
          <a:xfrm>
            <a:off x="4056665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30"/>
          <p:cNvSpPr/>
          <p:nvPr/>
        </p:nvSpPr>
        <p:spPr>
          <a:xfrm>
            <a:off x="4056665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0"/>
          <p:cNvSpPr/>
          <p:nvPr/>
        </p:nvSpPr>
        <p:spPr>
          <a:xfrm>
            <a:off x="4056665" y="1861607"/>
            <a:ext cx="1059" cy="13258"/>
          </a:xfrm>
          <a:custGeom>
            <a:rect b="b" l="l" r="r" t="t"/>
            <a:pathLst>
              <a:path extrusionOk="0" h="413" w="33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30"/>
          <p:cNvSpPr/>
          <p:nvPr/>
        </p:nvSpPr>
        <p:spPr>
          <a:xfrm>
            <a:off x="4057692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0"/>
          <p:cNvSpPr/>
          <p:nvPr/>
        </p:nvSpPr>
        <p:spPr>
          <a:xfrm>
            <a:off x="4057692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0"/>
          <p:cNvSpPr/>
          <p:nvPr/>
        </p:nvSpPr>
        <p:spPr>
          <a:xfrm>
            <a:off x="4057692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0"/>
          <p:cNvSpPr/>
          <p:nvPr/>
        </p:nvSpPr>
        <p:spPr>
          <a:xfrm>
            <a:off x="4057692" y="1861607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0"/>
          <p:cNvSpPr/>
          <p:nvPr/>
        </p:nvSpPr>
        <p:spPr>
          <a:xfrm>
            <a:off x="4058687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30"/>
          <p:cNvSpPr/>
          <p:nvPr/>
        </p:nvSpPr>
        <p:spPr>
          <a:xfrm>
            <a:off x="4058687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0"/>
          <p:cNvSpPr/>
          <p:nvPr/>
        </p:nvSpPr>
        <p:spPr>
          <a:xfrm>
            <a:off x="4058687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0"/>
          <p:cNvSpPr/>
          <p:nvPr/>
        </p:nvSpPr>
        <p:spPr>
          <a:xfrm>
            <a:off x="4059714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30"/>
          <p:cNvSpPr/>
          <p:nvPr/>
        </p:nvSpPr>
        <p:spPr>
          <a:xfrm>
            <a:off x="4059714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30"/>
          <p:cNvSpPr/>
          <p:nvPr/>
        </p:nvSpPr>
        <p:spPr>
          <a:xfrm>
            <a:off x="4059714" y="1861607"/>
            <a:ext cx="1059" cy="13258"/>
          </a:xfrm>
          <a:custGeom>
            <a:rect b="b" l="l" r="r" t="t"/>
            <a:pathLst>
              <a:path extrusionOk="0" h="413" w="33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0"/>
          <p:cNvSpPr/>
          <p:nvPr/>
        </p:nvSpPr>
        <p:spPr>
          <a:xfrm>
            <a:off x="4059714" y="1861607"/>
            <a:ext cx="1059" cy="13258"/>
          </a:xfrm>
          <a:custGeom>
            <a:rect b="b" l="l" r="r" t="t"/>
            <a:pathLst>
              <a:path extrusionOk="0" h="413" w="33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0"/>
          <p:cNvSpPr/>
          <p:nvPr/>
        </p:nvSpPr>
        <p:spPr>
          <a:xfrm>
            <a:off x="4060742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0"/>
          <p:cNvSpPr/>
          <p:nvPr/>
        </p:nvSpPr>
        <p:spPr>
          <a:xfrm>
            <a:off x="4060742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30"/>
          <p:cNvSpPr/>
          <p:nvPr/>
        </p:nvSpPr>
        <p:spPr>
          <a:xfrm>
            <a:off x="4060742" y="1861607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30"/>
          <p:cNvSpPr/>
          <p:nvPr/>
        </p:nvSpPr>
        <p:spPr>
          <a:xfrm>
            <a:off x="4061737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0"/>
          <p:cNvSpPr/>
          <p:nvPr/>
        </p:nvSpPr>
        <p:spPr>
          <a:xfrm>
            <a:off x="4061737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0"/>
          <p:cNvSpPr/>
          <p:nvPr/>
        </p:nvSpPr>
        <p:spPr>
          <a:xfrm>
            <a:off x="4061737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30"/>
          <p:cNvSpPr/>
          <p:nvPr/>
        </p:nvSpPr>
        <p:spPr>
          <a:xfrm>
            <a:off x="4062764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30"/>
          <p:cNvSpPr/>
          <p:nvPr/>
        </p:nvSpPr>
        <p:spPr>
          <a:xfrm>
            <a:off x="4062764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0"/>
          <p:cNvSpPr/>
          <p:nvPr/>
        </p:nvSpPr>
        <p:spPr>
          <a:xfrm>
            <a:off x="4062764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0"/>
          <p:cNvSpPr/>
          <p:nvPr/>
        </p:nvSpPr>
        <p:spPr>
          <a:xfrm>
            <a:off x="406379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0"/>
          <p:cNvSpPr/>
          <p:nvPr/>
        </p:nvSpPr>
        <p:spPr>
          <a:xfrm>
            <a:off x="406379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30"/>
          <p:cNvSpPr/>
          <p:nvPr/>
        </p:nvSpPr>
        <p:spPr>
          <a:xfrm>
            <a:off x="406379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0"/>
          <p:cNvSpPr/>
          <p:nvPr/>
        </p:nvSpPr>
        <p:spPr>
          <a:xfrm>
            <a:off x="4063791" y="1861607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30"/>
          <p:cNvSpPr/>
          <p:nvPr/>
        </p:nvSpPr>
        <p:spPr>
          <a:xfrm>
            <a:off x="406478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30"/>
          <p:cNvSpPr/>
          <p:nvPr/>
        </p:nvSpPr>
        <p:spPr>
          <a:xfrm>
            <a:off x="406478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30"/>
          <p:cNvSpPr/>
          <p:nvPr/>
        </p:nvSpPr>
        <p:spPr>
          <a:xfrm>
            <a:off x="406478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0"/>
          <p:cNvSpPr/>
          <p:nvPr/>
        </p:nvSpPr>
        <p:spPr>
          <a:xfrm>
            <a:off x="4065814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0"/>
          <p:cNvSpPr/>
          <p:nvPr/>
        </p:nvSpPr>
        <p:spPr>
          <a:xfrm>
            <a:off x="4065814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0"/>
          <p:cNvSpPr/>
          <p:nvPr/>
        </p:nvSpPr>
        <p:spPr>
          <a:xfrm>
            <a:off x="4065814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0"/>
          <p:cNvSpPr/>
          <p:nvPr/>
        </p:nvSpPr>
        <p:spPr>
          <a:xfrm>
            <a:off x="406684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0"/>
          <p:cNvSpPr/>
          <p:nvPr/>
        </p:nvSpPr>
        <p:spPr>
          <a:xfrm>
            <a:off x="406684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0"/>
          <p:cNvSpPr/>
          <p:nvPr/>
        </p:nvSpPr>
        <p:spPr>
          <a:xfrm>
            <a:off x="3975317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0"/>
          <p:cNvSpPr/>
          <p:nvPr/>
        </p:nvSpPr>
        <p:spPr>
          <a:xfrm>
            <a:off x="3975317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0"/>
          <p:cNvSpPr/>
          <p:nvPr/>
        </p:nvSpPr>
        <p:spPr>
          <a:xfrm>
            <a:off x="3975317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0"/>
          <p:cNvSpPr/>
          <p:nvPr/>
        </p:nvSpPr>
        <p:spPr>
          <a:xfrm>
            <a:off x="3976344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0"/>
          <p:cNvSpPr/>
          <p:nvPr/>
        </p:nvSpPr>
        <p:spPr>
          <a:xfrm>
            <a:off x="3976344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30"/>
          <p:cNvSpPr/>
          <p:nvPr/>
        </p:nvSpPr>
        <p:spPr>
          <a:xfrm>
            <a:off x="3976344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0"/>
          <p:cNvSpPr/>
          <p:nvPr/>
        </p:nvSpPr>
        <p:spPr>
          <a:xfrm>
            <a:off x="3976344" y="1896181"/>
            <a:ext cx="1059" cy="11204"/>
          </a:xfrm>
          <a:custGeom>
            <a:rect b="b" l="l" r="r" t="t"/>
            <a:pathLst>
              <a:path extrusionOk="0" h="349" w="33">
                <a:moveTo>
                  <a:pt x="0" y="0"/>
                </a:moveTo>
                <a:lnTo>
                  <a:pt x="0" y="349"/>
                </a:lnTo>
                <a:lnTo>
                  <a:pt x="32" y="349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30"/>
          <p:cNvSpPr/>
          <p:nvPr/>
        </p:nvSpPr>
        <p:spPr>
          <a:xfrm>
            <a:off x="3977371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0"/>
          <p:cNvSpPr/>
          <p:nvPr/>
        </p:nvSpPr>
        <p:spPr>
          <a:xfrm>
            <a:off x="3977371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0"/>
          <p:cNvSpPr/>
          <p:nvPr/>
        </p:nvSpPr>
        <p:spPr>
          <a:xfrm>
            <a:off x="3977371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0"/>
          <p:cNvSpPr/>
          <p:nvPr/>
        </p:nvSpPr>
        <p:spPr>
          <a:xfrm>
            <a:off x="3978367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0"/>
          <p:cNvSpPr/>
          <p:nvPr/>
        </p:nvSpPr>
        <p:spPr>
          <a:xfrm>
            <a:off x="3978367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0"/>
          <p:cNvSpPr/>
          <p:nvPr/>
        </p:nvSpPr>
        <p:spPr>
          <a:xfrm>
            <a:off x="3978367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30"/>
          <p:cNvSpPr/>
          <p:nvPr/>
        </p:nvSpPr>
        <p:spPr>
          <a:xfrm>
            <a:off x="3978367" y="1896181"/>
            <a:ext cx="1059" cy="11204"/>
          </a:xfrm>
          <a:custGeom>
            <a:rect b="b" l="l" r="r" t="t"/>
            <a:pathLst>
              <a:path extrusionOk="0" h="349" w="33">
                <a:moveTo>
                  <a:pt x="1" y="0"/>
                </a:moveTo>
                <a:lnTo>
                  <a:pt x="1" y="349"/>
                </a:lnTo>
                <a:lnTo>
                  <a:pt x="33" y="349"/>
                </a:lnTo>
                <a:lnTo>
                  <a:pt x="33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30"/>
          <p:cNvSpPr/>
          <p:nvPr/>
        </p:nvSpPr>
        <p:spPr>
          <a:xfrm>
            <a:off x="3979394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30"/>
          <p:cNvSpPr/>
          <p:nvPr/>
        </p:nvSpPr>
        <p:spPr>
          <a:xfrm>
            <a:off x="3979394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0"/>
          <p:cNvSpPr/>
          <p:nvPr/>
        </p:nvSpPr>
        <p:spPr>
          <a:xfrm>
            <a:off x="3979394" y="1896181"/>
            <a:ext cx="1059" cy="11204"/>
          </a:xfrm>
          <a:custGeom>
            <a:rect b="b" l="l" r="r" t="t"/>
            <a:pathLst>
              <a:path extrusionOk="0" h="349" w="33">
                <a:moveTo>
                  <a:pt x="1" y="0"/>
                </a:moveTo>
                <a:lnTo>
                  <a:pt x="1" y="349"/>
                </a:lnTo>
                <a:lnTo>
                  <a:pt x="32" y="349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30"/>
          <p:cNvSpPr/>
          <p:nvPr/>
        </p:nvSpPr>
        <p:spPr>
          <a:xfrm>
            <a:off x="3980421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0"/>
          <p:cNvSpPr/>
          <p:nvPr/>
        </p:nvSpPr>
        <p:spPr>
          <a:xfrm>
            <a:off x="3980421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0"/>
          <p:cNvSpPr/>
          <p:nvPr/>
        </p:nvSpPr>
        <p:spPr>
          <a:xfrm>
            <a:off x="3980421" y="1896181"/>
            <a:ext cx="1027" cy="11204"/>
          </a:xfrm>
          <a:custGeom>
            <a:rect b="b" l="l" r="r" t="t"/>
            <a:pathLst>
              <a:path extrusionOk="0" h="349" w="32">
                <a:moveTo>
                  <a:pt x="0" y="0"/>
                </a:moveTo>
                <a:lnTo>
                  <a:pt x="0" y="349"/>
                </a:lnTo>
                <a:lnTo>
                  <a:pt x="32" y="349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0"/>
          <p:cNvSpPr/>
          <p:nvPr/>
        </p:nvSpPr>
        <p:spPr>
          <a:xfrm>
            <a:off x="3981416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30"/>
          <p:cNvSpPr/>
          <p:nvPr/>
        </p:nvSpPr>
        <p:spPr>
          <a:xfrm>
            <a:off x="3981416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0"/>
          <p:cNvSpPr/>
          <p:nvPr/>
        </p:nvSpPr>
        <p:spPr>
          <a:xfrm>
            <a:off x="3981416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0"/>
          <p:cNvSpPr/>
          <p:nvPr/>
        </p:nvSpPr>
        <p:spPr>
          <a:xfrm>
            <a:off x="3981416" y="1896181"/>
            <a:ext cx="1059" cy="11204"/>
          </a:xfrm>
          <a:custGeom>
            <a:rect b="b" l="l" r="r" t="t"/>
            <a:pathLst>
              <a:path extrusionOk="0" h="349" w="33">
                <a:moveTo>
                  <a:pt x="1" y="0"/>
                </a:moveTo>
                <a:lnTo>
                  <a:pt x="1" y="349"/>
                </a:lnTo>
                <a:lnTo>
                  <a:pt x="33" y="349"/>
                </a:lnTo>
                <a:lnTo>
                  <a:pt x="33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0"/>
          <p:cNvSpPr/>
          <p:nvPr/>
        </p:nvSpPr>
        <p:spPr>
          <a:xfrm>
            <a:off x="3982444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0"/>
          <p:cNvSpPr/>
          <p:nvPr/>
        </p:nvSpPr>
        <p:spPr>
          <a:xfrm>
            <a:off x="3982444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0"/>
          <p:cNvSpPr/>
          <p:nvPr/>
        </p:nvSpPr>
        <p:spPr>
          <a:xfrm>
            <a:off x="3982444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0"/>
          <p:cNvSpPr/>
          <p:nvPr/>
        </p:nvSpPr>
        <p:spPr>
          <a:xfrm>
            <a:off x="3983471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30"/>
          <p:cNvSpPr/>
          <p:nvPr/>
        </p:nvSpPr>
        <p:spPr>
          <a:xfrm>
            <a:off x="3983471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0"/>
          <p:cNvSpPr/>
          <p:nvPr/>
        </p:nvSpPr>
        <p:spPr>
          <a:xfrm>
            <a:off x="3983471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30"/>
          <p:cNvSpPr/>
          <p:nvPr/>
        </p:nvSpPr>
        <p:spPr>
          <a:xfrm>
            <a:off x="3983471" y="1896181"/>
            <a:ext cx="1027" cy="11204"/>
          </a:xfrm>
          <a:custGeom>
            <a:rect b="b" l="l" r="r" t="t"/>
            <a:pathLst>
              <a:path extrusionOk="0" h="349" w="32">
                <a:moveTo>
                  <a:pt x="0" y="0"/>
                </a:moveTo>
                <a:lnTo>
                  <a:pt x="0" y="349"/>
                </a:lnTo>
                <a:lnTo>
                  <a:pt x="32" y="349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30"/>
          <p:cNvSpPr/>
          <p:nvPr/>
        </p:nvSpPr>
        <p:spPr>
          <a:xfrm>
            <a:off x="3984466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30"/>
          <p:cNvSpPr/>
          <p:nvPr/>
        </p:nvSpPr>
        <p:spPr>
          <a:xfrm>
            <a:off x="3984466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30"/>
          <p:cNvSpPr/>
          <p:nvPr/>
        </p:nvSpPr>
        <p:spPr>
          <a:xfrm>
            <a:off x="3984466" y="1896181"/>
            <a:ext cx="1059" cy="11204"/>
          </a:xfrm>
          <a:custGeom>
            <a:rect b="b" l="l" r="r" t="t"/>
            <a:pathLst>
              <a:path extrusionOk="0" h="349" w="33">
                <a:moveTo>
                  <a:pt x="1" y="0"/>
                </a:moveTo>
                <a:lnTo>
                  <a:pt x="1" y="349"/>
                </a:lnTo>
                <a:lnTo>
                  <a:pt x="33" y="349"/>
                </a:lnTo>
                <a:lnTo>
                  <a:pt x="33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0"/>
          <p:cNvSpPr/>
          <p:nvPr/>
        </p:nvSpPr>
        <p:spPr>
          <a:xfrm>
            <a:off x="3985493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0"/>
          <p:cNvSpPr/>
          <p:nvPr/>
        </p:nvSpPr>
        <p:spPr>
          <a:xfrm>
            <a:off x="3985493" y="1896181"/>
            <a:ext cx="32" cy="11204"/>
          </a:xfrm>
          <a:custGeom>
            <a:rect b="b" l="l" r="r" t="t"/>
            <a:pathLst>
              <a:path extrusionOk="0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30"/>
          <p:cNvSpPr/>
          <p:nvPr/>
        </p:nvSpPr>
        <p:spPr>
          <a:xfrm>
            <a:off x="3985493" y="1896181"/>
            <a:ext cx="1059" cy="11204"/>
          </a:xfrm>
          <a:custGeom>
            <a:rect b="b" l="l" r="r" t="t"/>
            <a:pathLst>
              <a:path extrusionOk="0" h="349" w="33">
                <a:moveTo>
                  <a:pt x="1" y="0"/>
                </a:moveTo>
                <a:lnTo>
                  <a:pt x="1" y="349"/>
                </a:lnTo>
                <a:lnTo>
                  <a:pt x="32" y="349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30"/>
          <p:cNvSpPr/>
          <p:nvPr/>
        </p:nvSpPr>
        <p:spPr>
          <a:xfrm>
            <a:off x="3985493" y="1896181"/>
            <a:ext cx="1059" cy="11204"/>
          </a:xfrm>
          <a:custGeom>
            <a:rect b="b" l="l" r="r" t="t"/>
            <a:pathLst>
              <a:path extrusionOk="0" h="349" w="33">
                <a:moveTo>
                  <a:pt x="1" y="0"/>
                </a:moveTo>
                <a:lnTo>
                  <a:pt x="1" y="349"/>
                </a:lnTo>
                <a:lnTo>
                  <a:pt x="32" y="349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30"/>
          <p:cNvSpPr/>
          <p:nvPr/>
        </p:nvSpPr>
        <p:spPr>
          <a:xfrm>
            <a:off x="3986521" y="1896181"/>
            <a:ext cx="32" cy="11204"/>
          </a:xfrm>
          <a:custGeom>
            <a:rect b="b" l="l" r="r" t="t"/>
            <a:pathLst>
              <a:path extrusionOk="0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30"/>
          <p:cNvSpPr/>
          <p:nvPr/>
        </p:nvSpPr>
        <p:spPr>
          <a:xfrm>
            <a:off x="3894001" y="1861607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30"/>
          <p:cNvSpPr/>
          <p:nvPr/>
        </p:nvSpPr>
        <p:spPr>
          <a:xfrm>
            <a:off x="389499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30"/>
          <p:cNvSpPr/>
          <p:nvPr/>
        </p:nvSpPr>
        <p:spPr>
          <a:xfrm>
            <a:off x="3894996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3" y="412"/>
                </a:lnTo>
                <a:lnTo>
                  <a:pt x="33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0"/>
          <p:cNvSpPr/>
          <p:nvPr/>
        </p:nvSpPr>
        <p:spPr>
          <a:xfrm>
            <a:off x="3896024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30"/>
          <p:cNvSpPr/>
          <p:nvPr/>
        </p:nvSpPr>
        <p:spPr>
          <a:xfrm>
            <a:off x="3896024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30"/>
          <p:cNvSpPr/>
          <p:nvPr/>
        </p:nvSpPr>
        <p:spPr>
          <a:xfrm>
            <a:off x="3896024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30"/>
          <p:cNvSpPr/>
          <p:nvPr/>
        </p:nvSpPr>
        <p:spPr>
          <a:xfrm>
            <a:off x="3896024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30"/>
          <p:cNvSpPr/>
          <p:nvPr/>
        </p:nvSpPr>
        <p:spPr>
          <a:xfrm>
            <a:off x="389705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30"/>
          <p:cNvSpPr/>
          <p:nvPr/>
        </p:nvSpPr>
        <p:spPr>
          <a:xfrm>
            <a:off x="389705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0"/>
          <p:cNvSpPr/>
          <p:nvPr/>
        </p:nvSpPr>
        <p:spPr>
          <a:xfrm>
            <a:off x="389705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30"/>
          <p:cNvSpPr/>
          <p:nvPr/>
        </p:nvSpPr>
        <p:spPr>
          <a:xfrm>
            <a:off x="389804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0"/>
          <p:cNvSpPr/>
          <p:nvPr/>
        </p:nvSpPr>
        <p:spPr>
          <a:xfrm>
            <a:off x="389804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30"/>
          <p:cNvSpPr/>
          <p:nvPr/>
        </p:nvSpPr>
        <p:spPr>
          <a:xfrm>
            <a:off x="3898046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3" y="412"/>
                </a:lnTo>
                <a:lnTo>
                  <a:pt x="33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30"/>
          <p:cNvSpPr/>
          <p:nvPr/>
        </p:nvSpPr>
        <p:spPr>
          <a:xfrm>
            <a:off x="3898046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3" y="412"/>
                </a:lnTo>
                <a:lnTo>
                  <a:pt x="33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0"/>
          <p:cNvSpPr/>
          <p:nvPr/>
        </p:nvSpPr>
        <p:spPr>
          <a:xfrm>
            <a:off x="3899073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30"/>
          <p:cNvSpPr/>
          <p:nvPr/>
        </p:nvSpPr>
        <p:spPr>
          <a:xfrm>
            <a:off x="3899073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30"/>
          <p:cNvSpPr/>
          <p:nvPr/>
        </p:nvSpPr>
        <p:spPr>
          <a:xfrm>
            <a:off x="3899073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30"/>
          <p:cNvSpPr/>
          <p:nvPr/>
        </p:nvSpPr>
        <p:spPr>
          <a:xfrm>
            <a:off x="390010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0"/>
          <p:cNvSpPr/>
          <p:nvPr/>
        </p:nvSpPr>
        <p:spPr>
          <a:xfrm>
            <a:off x="3900101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0"/>
          <p:cNvSpPr/>
          <p:nvPr/>
        </p:nvSpPr>
        <p:spPr>
          <a:xfrm>
            <a:off x="3900101" y="1861607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0"/>
          <p:cNvSpPr/>
          <p:nvPr/>
        </p:nvSpPr>
        <p:spPr>
          <a:xfrm>
            <a:off x="390109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30"/>
          <p:cNvSpPr/>
          <p:nvPr/>
        </p:nvSpPr>
        <p:spPr>
          <a:xfrm>
            <a:off x="390109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30"/>
          <p:cNvSpPr/>
          <p:nvPr/>
        </p:nvSpPr>
        <p:spPr>
          <a:xfrm>
            <a:off x="390109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30"/>
          <p:cNvSpPr/>
          <p:nvPr/>
        </p:nvSpPr>
        <p:spPr>
          <a:xfrm>
            <a:off x="3902123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0"/>
          <p:cNvSpPr/>
          <p:nvPr/>
        </p:nvSpPr>
        <p:spPr>
          <a:xfrm>
            <a:off x="3902123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30"/>
          <p:cNvSpPr/>
          <p:nvPr/>
        </p:nvSpPr>
        <p:spPr>
          <a:xfrm>
            <a:off x="3902123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30"/>
          <p:cNvSpPr/>
          <p:nvPr/>
        </p:nvSpPr>
        <p:spPr>
          <a:xfrm>
            <a:off x="3902123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30"/>
          <p:cNvSpPr/>
          <p:nvPr/>
        </p:nvSpPr>
        <p:spPr>
          <a:xfrm>
            <a:off x="3903150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30"/>
          <p:cNvSpPr/>
          <p:nvPr/>
        </p:nvSpPr>
        <p:spPr>
          <a:xfrm>
            <a:off x="3903150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0"/>
          <p:cNvSpPr/>
          <p:nvPr/>
        </p:nvSpPr>
        <p:spPr>
          <a:xfrm>
            <a:off x="3903150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0"/>
          <p:cNvSpPr/>
          <p:nvPr/>
        </p:nvSpPr>
        <p:spPr>
          <a:xfrm>
            <a:off x="3903150" y="1861607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0"/>
          <p:cNvSpPr/>
          <p:nvPr/>
        </p:nvSpPr>
        <p:spPr>
          <a:xfrm>
            <a:off x="390414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0"/>
          <p:cNvSpPr/>
          <p:nvPr/>
        </p:nvSpPr>
        <p:spPr>
          <a:xfrm>
            <a:off x="3904146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0"/>
          <p:cNvSpPr/>
          <p:nvPr/>
        </p:nvSpPr>
        <p:spPr>
          <a:xfrm>
            <a:off x="3904146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3" y="412"/>
                </a:lnTo>
                <a:lnTo>
                  <a:pt x="33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0"/>
          <p:cNvSpPr/>
          <p:nvPr/>
        </p:nvSpPr>
        <p:spPr>
          <a:xfrm>
            <a:off x="3905173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30"/>
          <p:cNvSpPr/>
          <p:nvPr/>
        </p:nvSpPr>
        <p:spPr>
          <a:xfrm>
            <a:off x="3905173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0"/>
          <p:cNvSpPr/>
          <p:nvPr/>
        </p:nvSpPr>
        <p:spPr>
          <a:xfrm>
            <a:off x="3905173" y="1861607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30"/>
          <p:cNvSpPr/>
          <p:nvPr/>
        </p:nvSpPr>
        <p:spPr>
          <a:xfrm>
            <a:off x="3906200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30"/>
          <p:cNvSpPr/>
          <p:nvPr/>
        </p:nvSpPr>
        <p:spPr>
          <a:xfrm>
            <a:off x="3906200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30"/>
          <p:cNvSpPr/>
          <p:nvPr/>
        </p:nvSpPr>
        <p:spPr>
          <a:xfrm>
            <a:off x="3906200" y="1861607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30"/>
          <p:cNvSpPr/>
          <p:nvPr/>
        </p:nvSpPr>
        <p:spPr>
          <a:xfrm>
            <a:off x="3907195" y="1861607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30"/>
          <p:cNvSpPr/>
          <p:nvPr/>
        </p:nvSpPr>
        <p:spPr>
          <a:xfrm>
            <a:off x="3861449" y="178231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3" y="380"/>
                </a:lnTo>
                <a:lnTo>
                  <a:pt x="33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30"/>
          <p:cNvSpPr/>
          <p:nvPr/>
        </p:nvSpPr>
        <p:spPr>
          <a:xfrm>
            <a:off x="3862477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30"/>
          <p:cNvSpPr/>
          <p:nvPr/>
        </p:nvSpPr>
        <p:spPr>
          <a:xfrm>
            <a:off x="3862477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30"/>
          <p:cNvSpPr/>
          <p:nvPr/>
        </p:nvSpPr>
        <p:spPr>
          <a:xfrm>
            <a:off x="3862477" y="178231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30"/>
          <p:cNvSpPr/>
          <p:nvPr/>
        </p:nvSpPr>
        <p:spPr>
          <a:xfrm>
            <a:off x="3863504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30"/>
          <p:cNvSpPr/>
          <p:nvPr/>
        </p:nvSpPr>
        <p:spPr>
          <a:xfrm>
            <a:off x="3863504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30"/>
          <p:cNvSpPr/>
          <p:nvPr/>
        </p:nvSpPr>
        <p:spPr>
          <a:xfrm>
            <a:off x="3863504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30"/>
          <p:cNvSpPr/>
          <p:nvPr/>
        </p:nvSpPr>
        <p:spPr>
          <a:xfrm>
            <a:off x="3863504" y="1782314"/>
            <a:ext cx="1027" cy="12231"/>
          </a:xfrm>
          <a:custGeom>
            <a:rect b="b" l="l" r="r" t="t"/>
            <a:pathLst>
              <a:path extrusionOk="0" h="381" w="32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30"/>
          <p:cNvSpPr/>
          <p:nvPr/>
        </p:nvSpPr>
        <p:spPr>
          <a:xfrm>
            <a:off x="3864499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30"/>
          <p:cNvSpPr/>
          <p:nvPr/>
        </p:nvSpPr>
        <p:spPr>
          <a:xfrm>
            <a:off x="3864499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30"/>
          <p:cNvSpPr/>
          <p:nvPr/>
        </p:nvSpPr>
        <p:spPr>
          <a:xfrm>
            <a:off x="3864499" y="178231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3" y="380"/>
                </a:lnTo>
                <a:lnTo>
                  <a:pt x="33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30"/>
          <p:cNvSpPr/>
          <p:nvPr/>
        </p:nvSpPr>
        <p:spPr>
          <a:xfrm>
            <a:off x="3865526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30"/>
          <p:cNvSpPr/>
          <p:nvPr/>
        </p:nvSpPr>
        <p:spPr>
          <a:xfrm>
            <a:off x="3865526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30"/>
          <p:cNvSpPr/>
          <p:nvPr/>
        </p:nvSpPr>
        <p:spPr>
          <a:xfrm>
            <a:off x="3865526" y="178231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30"/>
          <p:cNvSpPr/>
          <p:nvPr/>
        </p:nvSpPr>
        <p:spPr>
          <a:xfrm>
            <a:off x="3865526" y="178231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0"/>
          <p:cNvSpPr/>
          <p:nvPr/>
        </p:nvSpPr>
        <p:spPr>
          <a:xfrm>
            <a:off x="3866554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0"/>
          <p:cNvSpPr/>
          <p:nvPr/>
        </p:nvSpPr>
        <p:spPr>
          <a:xfrm>
            <a:off x="3866554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30"/>
          <p:cNvSpPr/>
          <p:nvPr/>
        </p:nvSpPr>
        <p:spPr>
          <a:xfrm>
            <a:off x="3866554" y="1782314"/>
            <a:ext cx="1027" cy="12231"/>
          </a:xfrm>
          <a:custGeom>
            <a:rect b="b" l="l" r="r" t="t"/>
            <a:pathLst>
              <a:path extrusionOk="0" h="381" w="32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0"/>
          <p:cNvSpPr/>
          <p:nvPr/>
        </p:nvSpPr>
        <p:spPr>
          <a:xfrm>
            <a:off x="3867549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30"/>
          <p:cNvSpPr/>
          <p:nvPr/>
        </p:nvSpPr>
        <p:spPr>
          <a:xfrm>
            <a:off x="3867549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30"/>
          <p:cNvSpPr/>
          <p:nvPr/>
        </p:nvSpPr>
        <p:spPr>
          <a:xfrm>
            <a:off x="3867549" y="1782314"/>
            <a:ext cx="1059" cy="12231"/>
          </a:xfrm>
          <a:custGeom>
            <a:rect b="b" l="l" r="r" t="t"/>
            <a:pathLst>
              <a:path extrusionOk="0" h="381" w="33">
                <a:moveTo>
                  <a:pt x="1" y="0"/>
                </a:moveTo>
                <a:lnTo>
                  <a:pt x="1" y="380"/>
                </a:lnTo>
                <a:lnTo>
                  <a:pt x="33" y="380"/>
                </a:lnTo>
                <a:lnTo>
                  <a:pt x="33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30"/>
          <p:cNvSpPr/>
          <p:nvPr/>
        </p:nvSpPr>
        <p:spPr>
          <a:xfrm>
            <a:off x="3868576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30"/>
          <p:cNvSpPr/>
          <p:nvPr/>
        </p:nvSpPr>
        <p:spPr>
          <a:xfrm>
            <a:off x="3868576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30"/>
          <p:cNvSpPr/>
          <p:nvPr/>
        </p:nvSpPr>
        <p:spPr>
          <a:xfrm>
            <a:off x="3868576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30"/>
          <p:cNvSpPr/>
          <p:nvPr/>
        </p:nvSpPr>
        <p:spPr>
          <a:xfrm>
            <a:off x="3869603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30"/>
          <p:cNvSpPr/>
          <p:nvPr/>
        </p:nvSpPr>
        <p:spPr>
          <a:xfrm>
            <a:off x="3869603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30"/>
          <p:cNvSpPr/>
          <p:nvPr/>
        </p:nvSpPr>
        <p:spPr>
          <a:xfrm>
            <a:off x="3869603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30"/>
          <p:cNvSpPr/>
          <p:nvPr/>
        </p:nvSpPr>
        <p:spPr>
          <a:xfrm>
            <a:off x="3869603" y="1782314"/>
            <a:ext cx="1027" cy="12231"/>
          </a:xfrm>
          <a:custGeom>
            <a:rect b="b" l="l" r="r" t="t"/>
            <a:pathLst>
              <a:path extrusionOk="0" h="381" w="32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30"/>
          <p:cNvSpPr/>
          <p:nvPr/>
        </p:nvSpPr>
        <p:spPr>
          <a:xfrm>
            <a:off x="3870598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30"/>
          <p:cNvSpPr/>
          <p:nvPr/>
        </p:nvSpPr>
        <p:spPr>
          <a:xfrm>
            <a:off x="3870598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30"/>
          <p:cNvSpPr/>
          <p:nvPr/>
        </p:nvSpPr>
        <p:spPr>
          <a:xfrm>
            <a:off x="3870598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30"/>
          <p:cNvSpPr/>
          <p:nvPr/>
        </p:nvSpPr>
        <p:spPr>
          <a:xfrm>
            <a:off x="3871626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30"/>
          <p:cNvSpPr/>
          <p:nvPr/>
        </p:nvSpPr>
        <p:spPr>
          <a:xfrm>
            <a:off x="3871626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30"/>
          <p:cNvSpPr/>
          <p:nvPr/>
        </p:nvSpPr>
        <p:spPr>
          <a:xfrm>
            <a:off x="3871626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30"/>
          <p:cNvSpPr/>
          <p:nvPr/>
        </p:nvSpPr>
        <p:spPr>
          <a:xfrm>
            <a:off x="3872653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0"/>
          <p:cNvSpPr/>
          <p:nvPr/>
        </p:nvSpPr>
        <p:spPr>
          <a:xfrm>
            <a:off x="3872653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0"/>
          <p:cNvSpPr/>
          <p:nvPr/>
        </p:nvSpPr>
        <p:spPr>
          <a:xfrm>
            <a:off x="3872653" y="1782314"/>
            <a:ext cx="32" cy="12231"/>
          </a:xfrm>
          <a:custGeom>
            <a:rect b="b" l="l" r="r" t="t"/>
            <a:pathLst>
              <a:path extrusionOk="0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30"/>
          <p:cNvSpPr/>
          <p:nvPr/>
        </p:nvSpPr>
        <p:spPr>
          <a:xfrm>
            <a:off x="3872653" y="1782314"/>
            <a:ext cx="1027" cy="12231"/>
          </a:xfrm>
          <a:custGeom>
            <a:rect b="b" l="l" r="r" t="t"/>
            <a:pathLst>
              <a:path extrusionOk="0" h="381" w="32">
                <a:moveTo>
                  <a:pt x="0" y="0"/>
                </a:moveTo>
                <a:lnTo>
                  <a:pt x="0" y="380"/>
                </a:lnTo>
                <a:lnTo>
                  <a:pt x="32" y="380"/>
                </a:lnTo>
                <a:lnTo>
                  <a:pt x="3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30"/>
          <p:cNvSpPr/>
          <p:nvPr/>
        </p:nvSpPr>
        <p:spPr>
          <a:xfrm>
            <a:off x="3873648" y="1782314"/>
            <a:ext cx="32" cy="12231"/>
          </a:xfrm>
          <a:custGeom>
            <a:rect b="b" l="l" r="r" t="t"/>
            <a:pathLst>
              <a:path extrusionOk="0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0"/>
          <p:cNvSpPr/>
          <p:nvPr/>
        </p:nvSpPr>
        <p:spPr>
          <a:xfrm>
            <a:off x="3894001" y="1701993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30"/>
          <p:cNvSpPr/>
          <p:nvPr/>
        </p:nvSpPr>
        <p:spPr>
          <a:xfrm>
            <a:off x="389499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30"/>
          <p:cNvSpPr/>
          <p:nvPr/>
        </p:nvSpPr>
        <p:spPr>
          <a:xfrm>
            <a:off x="3894996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3" y="412"/>
                </a:lnTo>
                <a:lnTo>
                  <a:pt x="33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30"/>
          <p:cNvSpPr/>
          <p:nvPr/>
        </p:nvSpPr>
        <p:spPr>
          <a:xfrm>
            <a:off x="3896024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30"/>
          <p:cNvSpPr/>
          <p:nvPr/>
        </p:nvSpPr>
        <p:spPr>
          <a:xfrm>
            <a:off x="3896024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30"/>
          <p:cNvSpPr/>
          <p:nvPr/>
        </p:nvSpPr>
        <p:spPr>
          <a:xfrm>
            <a:off x="3896024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30"/>
          <p:cNvSpPr/>
          <p:nvPr/>
        </p:nvSpPr>
        <p:spPr>
          <a:xfrm>
            <a:off x="3896024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30"/>
          <p:cNvSpPr/>
          <p:nvPr/>
        </p:nvSpPr>
        <p:spPr>
          <a:xfrm>
            <a:off x="389705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30"/>
          <p:cNvSpPr/>
          <p:nvPr/>
        </p:nvSpPr>
        <p:spPr>
          <a:xfrm>
            <a:off x="389705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30"/>
          <p:cNvSpPr/>
          <p:nvPr/>
        </p:nvSpPr>
        <p:spPr>
          <a:xfrm>
            <a:off x="389705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0"/>
          <p:cNvSpPr/>
          <p:nvPr/>
        </p:nvSpPr>
        <p:spPr>
          <a:xfrm>
            <a:off x="389804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0"/>
          <p:cNvSpPr/>
          <p:nvPr/>
        </p:nvSpPr>
        <p:spPr>
          <a:xfrm>
            <a:off x="389804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0"/>
          <p:cNvSpPr/>
          <p:nvPr/>
        </p:nvSpPr>
        <p:spPr>
          <a:xfrm>
            <a:off x="3898046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3" y="412"/>
                </a:lnTo>
                <a:lnTo>
                  <a:pt x="33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0"/>
          <p:cNvSpPr/>
          <p:nvPr/>
        </p:nvSpPr>
        <p:spPr>
          <a:xfrm>
            <a:off x="3898046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3" y="412"/>
                </a:lnTo>
                <a:lnTo>
                  <a:pt x="33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0"/>
          <p:cNvSpPr/>
          <p:nvPr/>
        </p:nvSpPr>
        <p:spPr>
          <a:xfrm>
            <a:off x="3899073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0"/>
          <p:cNvSpPr/>
          <p:nvPr/>
        </p:nvSpPr>
        <p:spPr>
          <a:xfrm>
            <a:off x="3899073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30"/>
          <p:cNvSpPr/>
          <p:nvPr/>
        </p:nvSpPr>
        <p:spPr>
          <a:xfrm>
            <a:off x="3899073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30"/>
          <p:cNvSpPr/>
          <p:nvPr/>
        </p:nvSpPr>
        <p:spPr>
          <a:xfrm>
            <a:off x="390010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30"/>
          <p:cNvSpPr/>
          <p:nvPr/>
        </p:nvSpPr>
        <p:spPr>
          <a:xfrm>
            <a:off x="3900101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30"/>
          <p:cNvSpPr/>
          <p:nvPr/>
        </p:nvSpPr>
        <p:spPr>
          <a:xfrm>
            <a:off x="3900101" y="1701993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30"/>
          <p:cNvSpPr/>
          <p:nvPr/>
        </p:nvSpPr>
        <p:spPr>
          <a:xfrm>
            <a:off x="390109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30"/>
          <p:cNvSpPr/>
          <p:nvPr/>
        </p:nvSpPr>
        <p:spPr>
          <a:xfrm>
            <a:off x="390109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30"/>
          <p:cNvSpPr/>
          <p:nvPr/>
        </p:nvSpPr>
        <p:spPr>
          <a:xfrm>
            <a:off x="390109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30"/>
          <p:cNvSpPr/>
          <p:nvPr/>
        </p:nvSpPr>
        <p:spPr>
          <a:xfrm>
            <a:off x="3902123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30"/>
          <p:cNvSpPr/>
          <p:nvPr/>
        </p:nvSpPr>
        <p:spPr>
          <a:xfrm>
            <a:off x="3902123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30"/>
          <p:cNvSpPr/>
          <p:nvPr/>
        </p:nvSpPr>
        <p:spPr>
          <a:xfrm>
            <a:off x="3902123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30"/>
          <p:cNvSpPr/>
          <p:nvPr/>
        </p:nvSpPr>
        <p:spPr>
          <a:xfrm>
            <a:off x="3902123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30"/>
          <p:cNvSpPr/>
          <p:nvPr/>
        </p:nvSpPr>
        <p:spPr>
          <a:xfrm>
            <a:off x="3903150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30"/>
          <p:cNvSpPr/>
          <p:nvPr/>
        </p:nvSpPr>
        <p:spPr>
          <a:xfrm>
            <a:off x="3903150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0"/>
          <p:cNvSpPr/>
          <p:nvPr/>
        </p:nvSpPr>
        <p:spPr>
          <a:xfrm>
            <a:off x="3903150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30"/>
          <p:cNvSpPr/>
          <p:nvPr/>
        </p:nvSpPr>
        <p:spPr>
          <a:xfrm>
            <a:off x="3903150" y="1701993"/>
            <a:ext cx="1027" cy="13258"/>
          </a:xfrm>
          <a:custGeom>
            <a:rect b="b" l="l" r="r" t="t"/>
            <a:pathLst>
              <a:path extrusionOk="0" h="413" w="32">
                <a:moveTo>
                  <a:pt x="0" y="1"/>
                </a:moveTo>
                <a:lnTo>
                  <a:pt x="0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30"/>
          <p:cNvSpPr/>
          <p:nvPr/>
        </p:nvSpPr>
        <p:spPr>
          <a:xfrm>
            <a:off x="390414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30"/>
          <p:cNvSpPr/>
          <p:nvPr/>
        </p:nvSpPr>
        <p:spPr>
          <a:xfrm>
            <a:off x="3904146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30"/>
          <p:cNvSpPr/>
          <p:nvPr/>
        </p:nvSpPr>
        <p:spPr>
          <a:xfrm>
            <a:off x="3904146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3" y="412"/>
                </a:lnTo>
                <a:lnTo>
                  <a:pt x="33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30"/>
          <p:cNvSpPr/>
          <p:nvPr/>
        </p:nvSpPr>
        <p:spPr>
          <a:xfrm>
            <a:off x="3905173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30"/>
          <p:cNvSpPr/>
          <p:nvPr/>
        </p:nvSpPr>
        <p:spPr>
          <a:xfrm>
            <a:off x="3905173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30"/>
          <p:cNvSpPr/>
          <p:nvPr/>
        </p:nvSpPr>
        <p:spPr>
          <a:xfrm>
            <a:off x="3905173" y="1701993"/>
            <a:ext cx="1059" cy="13258"/>
          </a:xfrm>
          <a:custGeom>
            <a:rect b="b" l="l" r="r" t="t"/>
            <a:pathLst>
              <a:path extrusionOk="0" h="413" w="33">
                <a:moveTo>
                  <a:pt x="1" y="1"/>
                </a:moveTo>
                <a:lnTo>
                  <a:pt x="1" y="412"/>
                </a:lnTo>
                <a:lnTo>
                  <a:pt x="32" y="412"/>
                </a:lnTo>
                <a:lnTo>
                  <a:pt x="3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30"/>
          <p:cNvSpPr/>
          <p:nvPr/>
        </p:nvSpPr>
        <p:spPr>
          <a:xfrm>
            <a:off x="3906200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30"/>
          <p:cNvSpPr/>
          <p:nvPr/>
        </p:nvSpPr>
        <p:spPr>
          <a:xfrm>
            <a:off x="3906200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30"/>
          <p:cNvSpPr/>
          <p:nvPr/>
        </p:nvSpPr>
        <p:spPr>
          <a:xfrm>
            <a:off x="3906200" y="1701993"/>
            <a:ext cx="32" cy="13258"/>
          </a:xfrm>
          <a:custGeom>
            <a:rect b="b" l="l" r="r" t="t"/>
            <a:pathLst>
              <a:path extrusionOk="0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30"/>
          <p:cNvSpPr/>
          <p:nvPr/>
        </p:nvSpPr>
        <p:spPr>
          <a:xfrm>
            <a:off x="3907195" y="1701993"/>
            <a:ext cx="32" cy="13258"/>
          </a:xfrm>
          <a:custGeom>
            <a:rect b="b" l="l" r="r" t="t"/>
            <a:pathLst>
              <a:path extrusionOk="0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30"/>
          <p:cNvSpPr/>
          <p:nvPr/>
        </p:nvSpPr>
        <p:spPr>
          <a:xfrm>
            <a:off x="3836056" y="1644048"/>
            <a:ext cx="288762" cy="288762"/>
          </a:xfrm>
          <a:custGeom>
            <a:rect b="b" l="l" r="r" t="t"/>
            <a:pathLst>
              <a:path extrusionOk="0" fill="none" h="8995" w="8995">
                <a:moveTo>
                  <a:pt x="4814" y="8994"/>
                </a:moveTo>
                <a:lnTo>
                  <a:pt x="4212" y="8994"/>
                </a:lnTo>
                <a:cubicBezTo>
                  <a:pt x="3959" y="8994"/>
                  <a:pt x="3769" y="8804"/>
                  <a:pt x="3769" y="8551"/>
                </a:cubicBezTo>
                <a:lnTo>
                  <a:pt x="3769" y="7759"/>
                </a:lnTo>
                <a:cubicBezTo>
                  <a:pt x="3389" y="7696"/>
                  <a:pt x="3040" y="7538"/>
                  <a:pt x="2724" y="7348"/>
                </a:cubicBezTo>
                <a:lnTo>
                  <a:pt x="2154" y="7886"/>
                </a:lnTo>
                <a:cubicBezTo>
                  <a:pt x="1995" y="8076"/>
                  <a:pt x="1710" y="8076"/>
                  <a:pt x="1520" y="7886"/>
                </a:cubicBezTo>
                <a:lnTo>
                  <a:pt x="1109" y="7474"/>
                </a:lnTo>
                <a:cubicBezTo>
                  <a:pt x="950" y="7316"/>
                  <a:pt x="950" y="7031"/>
                  <a:pt x="1109" y="6841"/>
                </a:cubicBezTo>
                <a:lnTo>
                  <a:pt x="1679" y="6303"/>
                </a:lnTo>
                <a:cubicBezTo>
                  <a:pt x="1489" y="5986"/>
                  <a:pt x="1330" y="5606"/>
                  <a:pt x="1235" y="5226"/>
                </a:cubicBezTo>
                <a:lnTo>
                  <a:pt x="444" y="5226"/>
                </a:lnTo>
                <a:cubicBezTo>
                  <a:pt x="190" y="5226"/>
                  <a:pt x="0" y="5036"/>
                  <a:pt x="0" y="4782"/>
                </a:cubicBezTo>
                <a:lnTo>
                  <a:pt x="0" y="4212"/>
                </a:lnTo>
                <a:cubicBezTo>
                  <a:pt x="0" y="3959"/>
                  <a:pt x="190" y="3769"/>
                  <a:pt x="444" y="3769"/>
                </a:cubicBezTo>
                <a:lnTo>
                  <a:pt x="1235" y="3769"/>
                </a:lnTo>
                <a:cubicBezTo>
                  <a:pt x="1330" y="3389"/>
                  <a:pt x="1457" y="3041"/>
                  <a:pt x="1679" y="2724"/>
                </a:cubicBezTo>
                <a:lnTo>
                  <a:pt x="1109" y="2154"/>
                </a:lnTo>
                <a:cubicBezTo>
                  <a:pt x="950" y="1996"/>
                  <a:pt x="950" y="1711"/>
                  <a:pt x="1109" y="1521"/>
                </a:cubicBezTo>
                <a:lnTo>
                  <a:pt x="1520" y="1109"/>
                </a:lnTo>
                <a:cubicBezTo>
                  <a:pt x="1710" y="951"/>
                  <a:pt x="1995" y="951"/>
                  <a:pt x="2154" y="1109"/>
                </a:cubicBezTo>
                <a:lnTo>
                  <a:pt x="2724" y="1679"/>
                </a:lnTo>
                <a:cubicBezTo>
                  <a:pt x="3040" y="1457"/>
                  <a:pt x="3389" y="1331"/>
                  <a:pt x="3769" y="1236"/>
                </a:cubicBezTo>
                <a:lnTo>
                  <a:pt x="3769" y="444"/>
                </a:lnTo>
                <a:cubicBezTo>
                  <a:pt x="3769" y="190"/>
                  <a:pt x="3959" y="0"/>
                  <a:pt x="4212" y="0"/>
                </a:cubicBezTo>
                <a:lnTo>
                  <a:pt x="4814" y="0"/>
                </a:lnTo>
                <a:cubicBezTo>
                  <a:pt x="5036" y="0"/>
                  <a:pt x="5257" y="190"/>
                  <a:pt x="5257" y="444"/>
                </a:cubicBezTo>
                <a:lnTo>
                  <a:pt x="5257" y="1236"/>
                </a:lnTo>
                <a:cubicBezTo>
                  <a:pt x="5606" y="1331"/>
                  <a:pt x="5986" y="1457"/>
                  <a:pt x="6302" y="1679"/>
                </a:cubicBezTo>
                <a:lnTo>
                  <a:pt x="6872" y="1109"/>
                </a:lnTo>
                <a:cubicBezTo>
                  <a:pt x="7031" y="951"/>
                  <a:pt x="7316" y="951"/>
                  <a:pt x="7474" y="1109"/>
                </a:cubicBezTo>
                <a:lnTo>
                  <a:pt x="7886" y="1521"/>
                </a:lnTo>
                <a:cubicBezTo>
                  <a:pt x="8076" y="1711"/>
                  <a:pt x="8076" y="1996"/>
                  <a:pt x="7886" y="2154"/>
                </a:cubicBezTo>
                <a:lnTo>
                  <a:pt x="7347" y="2724"/>
                </a:lnTo>
                <a:cubicBezTo>
                  <a:pt x="7537" y="3041"/>
                  <a:pt x="7696" y="3389"/>
                  <a:pt x="7759" y="3769"/>
                </a:cubicBezTo>
                <a:lnTo>
                  <a:pt x="8551" y="3769"/>
                </a:lnTo>
                <a:cubicBezTo>
                  <a:pt x="8804" y="3769"/>
                  <a:pt x="8994" y="3959"/>
                  <a:pt x="8994" y="4212"/>
                </a:cubicBezTo>
                <a:lnTo>
                  <a:pt x="8994" y="4782"/>
                </a:lnTo>
                <a:cubicBezTo>
                  <a:pt x="8994" y="5036"/>
                  <a:pt x="8804" y="5226"/>
                  <a:pt x="8551" y="5226"/>
                </a:cubicBezTo>
                <a:lnTo>
                  <a:pt x="7759" y="5226"/>
                </a:lnTo>
                <a:cubicBezTo>
                  <a:pt x="7696" y="5606"/>
                  <a:pt x="7537" y="5954"/>
                  <a:pt x="7347" y="6303"/>
                </a:cubicBezTo>
                <a:lnTo>
                  <a:pt x="7886" y="6841"/>
                </a:lnTo>
                <a:cubicBezTo>
                  <a:pt x="8076" y="7031"/>
                  <a:pt x="8076" y="7316"/>
                  <a:pt x="7886" y="7474"/>
                </a:cubicBezTo>
                <a:lnTo>
                  <a:pt x="7474" y="7886"/>
                </a:lnTo>
                <a:cubicBezTo>
                  <a:pt x="7316" y="8076"/>
                  <a:pt x="7031" y="8076"/>
                  <a:pt x="6872" y="7886"/>
                </a:cubicBezTo>
                <a:lnTo>
                  <a:pt x="6302" y="7348"/>
                </a:lnTo>
                <a:cubicBezTo>
                  <a:pt x="5986" y="7538"/>
                  <a:pt x="5606" y="7696"/>
                  <a:pt x="5257" y="7759"/>
                </a:cubicBezTo>
                <a:lnTo>
                  <a:pt x="5257" y="8551"/>
                </a:lnTo>
                <a:cubicBezTo>
                  <a:pt x="5226" y="8804"/>
                  <a:pt x="5036" y="8994"/>
                  <a:pt x="4814" y="8994"/>
                </a:cubicBezTo>
                <a:close/>
                <a:moveTo>
                  <a:pt x="2692" y="6904"/>
                </a:moveTo>
                <a:lnTo>
                  <a:pt x="2787" y="6999"/>
                </a:lnTo>
                <a:cubicBezTo>
                  <a:pt x="3135" y="7253"/>
                  <a:pt x="3547" y="7411"/>
                  <a:pt x="3959" y="7474"/>
                </a:cubicBezTo>
                <a:lnTo>
                  <a:pt x="4085" y="7506"/>
                </a:lnTo>
                <a:lnTo>
                  <a:pt x="4085" y="8551"/>
                </a:lnTo>
                <a:cubicBezTo>
                  <a:pt x="4085" y="8614"/>
                  <a:pt x="4149" y="8678"/>
                  <a:pt x="4212" y="8678"/>
                </a:cubicBezTo>
                <a:lnTo>
                  <a:pt x="4814" y="8678"/>
                </a:lnTo>
                <a:cubicBezTo>
                  <a:pt x="4877" y="8678"/>
                  <a:pt x="4941" y="8614"/>
                  <a:pt x="4941" y="8551"/>
                </a:cubicBezTo>
                <a:lnTo>
                  <a:pt x="4941" y="7506"/>
                </a:lnTo>
                <a:lnTo>
                  <a:pt x="5067" y="7474"/>
                </a:lnTo>
                <a:cubicBezTo>
                  <a:pt x="5479" y="7411"/>
                  <a:pt x="5891" y="7221"/>
                  <a:pt x="6239" y="6999"/>
                </a:cubicBezTo>
                <a:lnTo>
                  <a:pt x="6334" y="6904"/>
                </a:lnTo>
                <a:lnTo>
                  <a:pt x="7094" y="7664"/>
                </a:lnTo>
                <a:cubicBezTo>
                  <a:pt x="7126" y="7728"/>
                  <a:pt x="7221" y="7728"/>
                  <a:pt x="7252" y="7664"/>
                </a:cubicBezTo>
                <a:lnTo>
                  <a:pt x="7664" y="7253"/>
                </a:lnTo>
                <a:cubicBezTo>
                  <a:pt x="7727" y="7221"/>
                  <a:pt x="7727" y="7126"/>
                  <a:pt x="7664" y="7094"/>
                </a:cubicBezTo>
                <a:lnTo>
                  <a:pt x="6936" y="6334"/>
                </a:lnTo>
                <a:lnTo>
                  <a:pt x="6999" y="6239"/>
                </a:lnTo>
                <a:cubicBezTo>
                  <a:pt x="7252" y="5859"/>
                  <a:pt x="7411" y="5479"/>
                  <a:pt x="7474" y="5036"/>
                </a:cubicBezTo>
                <a:lnTo>
                  <a:pt x="7506" y="4909"/>
                </a:lnTo>
                <a:lnTo>
                  <a:pt x="8551" y="4909"/>
                </a:lnTo>
                <a:cubicBezTo>
                  <a:pt x="8646" y="4909"/>
                  <a:pt x="8677" y="4877"/>
                  <a:pt x="8677" y="4782"/>
                </a:cubicBezTo>
                <a:lnTo>
                  <a:pt x="8677" y="4212"/>
                </a:lnTo>
                <a:cubicBezTo>
                  <a:pt x="8677" y="4149"/>
                  <a:pt x="8646" y="4086"/>
                  <a:pt x="8551" y="4086"/>
                </a:cubicBezTo>
                <a:lnTo>
                  <a:pt x="7506" y="4086"/>
                </a:lnTo>
                <a:lnTo>
                  <a:pt x="7474" y="3959"/>
                </a:lnTo>
                <a:cubicBezTo>
                  <a:pt x="7411" y="3547"/>
                  <a:pt x="7252" y="3136"/>
                  <a:pt x="6999" y="2787"/>
                </a:cubicBezTo>
                <a:lnTo>
                  <a:pt x="6936" y="2661"/>
                </a:lnTo>
                <a:lnTo>
                  <a:pt x="7664" y="1932"/>
                </a:lnTo>
                <a:cubicBezTo>
                  <a:pt x="7727" y="1869"/>
                  <a:pt x="7727" y="1806"/>
                  <a:pt x="7664" y="1742"/>
                </a:cubicBezTo>
                <a:lnTo>
                  <a:pt x="7252" y="1331"/>
                </a:lnTo>
                <a:cubicBezTo>
                  <a:pt x="7221" y="1299"/>
                  <a:pt x="7126" y="1299"/>
                  <a:pt x="7094" y="1331"/>
                </a:cubicBezTo>
                <a:lnTo>
                  <a:pt x="6334" y="2091"/>
                </a:lnTo>
                <a:lnTo>
                  <a:pt x="6239" y="2027"/>
                </a:lnTo>
                <a:cubicBezTo>
                  <a:pt x="5859" y="1774"/>
                  <a:pt x="5479" y="1616"/>
                  <a:pt x="5036" y="1521"/>
                </a:cubicBezTo>
                <a:lnTo>
                  <a:pt x="4909" y="1489"/>
                </a:lnTo>
                <a:lnTo>
                  <a:pt x="4909" y="444"/>
                </a:lnTo>
                <a:cubicBezTo>
                  <a:pt x="4909" y="381"/>
                  <a:pt x="4877" y="317"/>
                  <a:pt x="4782" y="317"/>
                </a:cubicBezTo>
                <a:lnTo>
                  <a:pt x="4212" y="317"/>
                </a:lnTo>
                <a:cubicBezTo>
                  <a:pt x="4149" y="317"/>
                  <a:pt x="4085" y="381"/>
                  <a:pt x="4085" y="444"/>
                </a:cubicBezTo>
                <a:lnTo>
                  <a:pt x="4085" y="1489"/>
                </a:lnTo>
                <a:lnTo>
                  <a:pt x="3959" y="1521"/>
                </a:lnTo>
                <a:cubicBezTo>
                  <a:pt x="3547" y="1616"/>
                  <a:pt x="3135" y="1774"/>
                  <a:pt x="2787" y="2027"/>
                </a:cubicBezTo>
                <a:lnTo>
                  <a:pt x="2660" y="2091"/>
                </a:lnTo>
                <a:lnTo>
                  <a:pt x="1932" y="1331"/>
                </a:lnTo>
                <a:cubicBezTo>
                  <a:pt x="1869" y="1299"/>
                  <a:pt x="1805" y="1299"/>
                  <a:pt x="1742" y="1331"/>
                </a:cubicBezTo>
                <a:lnTo>
                  <a:pt x="1330" y="1742"/>
                </a:lnTo>
                <a:cubicBezTo>
                  <a:pt x="1299" y="1806"/>
                  <a:pt x="1299" y="1869"/>
                  <a:pt x="1330" y="1932"/>
                </a:cubicBezTo>
                <a:lnTo>
                  <a:pt x="2090" y="2661"/>
                </a:lnTo>
                <a:lnTo>
                  <a:pt x="2027" y="2787"/>
                </a:lnTo>
                <a:cubicBezTo>
                  <a:pt x="1774" y="3136"/>
                  <a:pt x="1615" y="3547"/>
                  <a:pt x="1520" y="3959"/>
                </a:cubicBezTo>
                <a:lnTo>
                  <a:pt x="1520" y="4086"/>
                </a:lnTo>
                <a:lnTo>
                  <a:pt x="444" y="4086"/>
                </a:lnTo>
                <a:cubicBezTo>
                  <a:pt x="380" y="4086"/>
                  <a:pt x="317" y="4149"/>
                  <a:pt x="317" y="4212"/>
                </a:cubicBezTo>
                <a:lnTo>
                  <a:pt x="317" y="4782"/>
                </a:lnTo>
                <a:cubicBezTo>
                  <a:pt x="317" y="4846"/>
                  <a:pt x="380" y="4909"/>
                  <a:pt x="444" y="4909"/>
                </a:cubicBezTo>
                <a:lnTo>
                  <a:pt x="1520" y="4909"/>
                </a:lnTo>
                <a:lnTo>
                  <a:pt x="1520" y="5036"/>
                </a:lnTo>
                <a:cubicBezTo>
                  <a:pt x="1615" y="5479"/>
                  <a:pt x="1774" y="5859"/>
                  <a:pt x="2027" y="6239"/>
                </a:cubicBezTo>
                <a:lnTo>
                  <a:pt x="2090" y="6334"/>
                </a:lnTo>
                <a:lnTo>
                  <a:pt x="1330" y="7094"/>
                </a:lnTo>
                <a:cubicBezTo>
                  <a:pt x="1299" y="7126"/>
                  <a:pt x="1299" y="7221"/>
                  <a:pt x="1330" y="7253"/>
                </a:cubicBezTo>
                <a:lnTo>
                  <a:pt x="1742" y="7664"/>
                </a:lnTo>
                <a:cubicBezTo>
                  <a:pt x="1805" y="7728"/>
                  <a:pt x="1869" y="7728"/>
                  <a:pt x="1932" y="7664"/>
                </a:cubicBezTo>
                <a:close/>
                <a:moveTo>
                  <a:pt x="4497" y="6651"/>
                </a:moveTo>
                <a:cubicBezTo>
                  <a:pt x="3325" y="6651"/>
                  <a:pt x="2375" y="5669"/>
                  <a:pt x="2375" y="4497"/>
                </a:cubicBezTo>
                <a:cubicBezTo>
                  <a:pt x="2375" y="3326"/>
                  <a:pt x="3325" y="2376"/>
                  <a:pt x="4497" y="2376"/>
                </a:cubicBezTo>
                <a:cubicBezTo>
                  <a:pt x="5701" y="2376"/>
                  <a:pt x="6651" y="3326"/>
                  <a:pt x="6651" y="4497"/>
                </a:cubicBezTo>
                <a:cubicBezTo>
                  <a:pt x="6651" y="5669"/>
                  <a:pt x="5701" y="6651"/>
                  <a:pt x="4497" y="6651"/>
                </a:cubicBezTo>
                <a:close/>
                <a:moveTo>
                  <a:pt x="4497" y="2692"/>
                </a:moveTo>
                <a:cubicBezTo>
                  <a:pt x="3515" y="2692"/>
                  <a:pt x="2692" y="3516"/>
                  <a:pt x="2692" y="4497"/>
                </a:cubicBezTo>
                <a:cubicBezTo>
                  <a:pt x="2692" y="5511"/>
                  <a:pt x="3515" y="6334"/>
                  <a:pt x="4497" y="6334"/>
                </a:cubicBezTo>
                <a:cubicBezTo>
                  <a:pt x="5511" y="6334"/>
                  <a:pt x="6334" y="5511"/>
                  <a:pt x="6334" y="4497"/>
                </a:cubicBezTo>
                <a:cubicBezTo>
                  <a:pt x="6334" y="3516"/>
                  <a:pt x="5511" y="2692"/>
                  <a:pt x="4497" y="2692"/>
                </a:cubicBez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30"/>
          <p:cNvSpPr/>
          <p:nvPr/>
        </p:nvSpPr>
        <p:spPr>
          <a:xfrm>
            <a:off x="3975317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30"/>
          <p:cNvSpPr/>
          <p:nvPr/>
        </p:nvSpPr>
        <p:spPr>
          <a:xfrm>
            <a:off x="3975317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30"/>
          <p:cNvSpPr/>
          <p:nvPr/>
        </p:nvSpPr>
        <p:spPr>
          <a:xfrm>
            <a:off x="3975317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30"/>
          <p:cNvSpPr/>
          <p:nvPr/>
        </p:nvSpPr>
        <p:spPr>
          <a:xfrm>
            <a:off x="3975317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30"/>
          <p:cNvSpPr/>
          <p:nvPr/>
        </p:nvSpPr>
        <p:spPr>
          <a:xfrm>
            <a:off x="3976344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30"/>
          <p:cNvSpPr/>
          <p:nvPr/>
        </p:nvSpPr>
        <p:spPr>
          <a:xfrm>
            <a:off x="3976344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30"/>
          <p:cNvSpPr/>
          <p:nvPr/>
        </p:nvSpPr>
        <p:spPr>
          <a:xfrm>
            <a:off x="3976344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30"/>
          <p:cNvSpPr/>
          <p:nvPr/>
        </p:nvSpPr>
        <p:spPr>
          <a:xfrm>
            <a:off x="3976344" y="1669474"/>
            <a:ext cx="1059" cy="12231"/>
          </a:xfrm>
          <a:custGeom>
            <a:rect b="b" l="l" r="r" t="t"/>
            <a:pathLst>
              <a:path extrusionOk="0" fill="none" h="381" w="33">
                <a:moveTo>
                  <a:pt x="0" y="0"/>
                </a:moveTo>
                <a:lnTo>
                  <a:pt x="32" y="0"/>
                </a:lnTo>
                <a:lnTo>
                  <a:pt x="32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30"/>
          <p:cNvSpPr/>
          <p:nvPr/>
        </p:nvSpPr>
        <p:spPr>
          <a:xfrm>
            <a:off x="3977371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30"/>
          <p:cNvSpPr/>
          <p:nvPr/>
        </p:nvSpPr>
        <p:spPr>
          <a:xfrm>
            <a:off x="3977371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30"/>
          <p:cNvSpPr/>
          <p:nvPr/>
        </p:nvSpPr>
        <p:spPr>
          <a:xfrm>
            <a:off x="3977371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30"/>
          <p:cNvSpPr/>
          <p:nvPr/>
        </p:nvSpPr>
        <p:spPr>
          <a:xfrm>
            <a:off x="3978367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30"/>
          <p:cNvSpPr/>
          <p:nvPr/>
        </p:nvSpPr>
        <p:spPr>
          <a:xfrm>
            <a:off x="3978367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30"/>
          <p:cNvSpPr/>
          <p:nvPr/>
        </p:nvSpPr>
        <p:spPr>
          <a:xfrm>
            <a:off x="3978367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30"/>
          <p:cNvSpPr/>
          <p:nvPr/>
        </p:nvSpPr>
        <p:spPr>
          <a:xfrm>
            <a:off x="3978367" y="1669474"/>
            <a:ext cx="1059" cy="12231"/>
          </a:xfrm>
          <a:custGeom>
            <a:rect b="b" l="l" r="r" t="t"/>
            <a:pathLst>
              <a:path extrusionOk="0" fill="none" h="381" w="33">
                <a:moveTo>
                  <a:pt x="1" y="0"/>
                </a:moveTo>
                <a:lnTo>
                  <a:pt x="33" y="0"/>
                </a:lnTo>
                <a:lnTo>
                  <a:pt x="33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30"/>
          <p:cNvSpPr/>
          <p:nvPr/>
        </p:nvSpPr>
        <p:spPr>
          <a:xfrm>
            <a:off x="3979394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30"/>
          <p:cNvSpPr/>
          <p:nvPr/>
        </p:nvSpPr>
        <p:spPr>
          <a:xfrm>
            <a:off x="3979394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30"/>
          <p:cNvSpPr/>
          <p:nvPr/>
        </p:nvSpPr>
        <p:spPr>
          <a:xfrm>
            <a:off x="3979394" y="1669474"/>
            <a:ext cx="1059" cy="12231"/>
          </a:xfrm>
          <a:custGeom>
            <a:rect b="b" l="l" r="r" t="t"/>
            <a:pathLst>
              <a:path extrusionOk="0" fill="none" h="381" w="33">
                <a:moveTo>
                  <a:pt x="1" y="0"/>
                </a:moveTo>
                <a:lnTo>
                  <a:pt x="32" y="0"/>
                </a:lnTo>
                <a:lnTo>
                  <a:pt x="32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30"/>
          <p:cNvSpPr/>
          <p:nvPr/>
        </p:nvSpPr>
        <p:spPr>
          <a:xfrm>
            <a:off x="3980421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30"/>
          <p:cNvSpPr/>
          <p:nvPr/>
        </p:nvSpPr>
        <p:spPr>
          <a:xfrm>
            <a:off x="3980421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30"/>
          <p:cNvSpPr/>
          <p:nvPr/>
        </p:nvSpPr>
        <p:spPr>
          <a:xfrm>
            <a:off x="3980421" y="1669474"/>
            <a:ext cx="1027" cy="12231"/>
          </a:xfrm>
          <a:custGeom>
            <a:rect b="b" l="l" r="r" t="t"/>
            <a:pathLst>
              <a:path extrusionOk="0" fill="none" h="381" w="32">
                <a:moveTo>
                  <a:pt x="0" y="0"/>
                </a:moveTo>
                <a:lnTo>
                  <a:pt x="32" y="0"/>
                </a:lnTo>
                <a:lnTo>
                  <a:pt x="32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30"/>
          <p:cNvSpPr/>
          <p:nvPr/>
        </p:nvSpPr>
        <p:spPr>
          <a:xfrm>
            <a:off x="3981416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30"/>
          <p:cNvSpPr/>
          <p:nvPr/>
        </p:nvSpPr>
        <p:spPr>
          <a:xfrm>
            <a:off x="3981416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30"/>
          <p:cNvSpPr/>
          <p:nvPr/>
        </p:nvSpPr>
        <p:spPr>
          <a:xfrm>
            <a:off x="3981416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30"/>
          <p:cNvSpPr/>
          <p:nvPr/>
        </p:nvSpPr>
        <p:spPr>
          <a:xfrm>
            <a:off x="3981416" y="1669474"/>
            <a:ext cx="1059" cy="12231"/>
          </a:xfrm>
          <a:custGeom>
            <a:rect b="b" l="l" r="r" t="t"/>
            <a:pathLst>
              <a:path extrusionOk="0" fill="none" h="381" w="33">
                <a:moveTo>
                  <a:pt x="1" y="0"/>
                </a:moveTo>
                <a:lnTo>
                  <a:pt x="33" y="0"/>
                </a:lnTo>
                <a:lnTo>
                  <a:pt x="33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30"/>
          <p:cNvSpPr/>
          <p:nvPr/>
        </p:nvSpPr>
        <p:spPr>
          <a:xfrm>
            <a:off x="3982444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30"/>
          <p:cNvSpPr/>
          <p:nvPr/>
        </p:nvSpPr>
        <p:spPr>
          <a:xfrm>
            <a:off x="3982444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30"/>
          <p:cNvSpPr/>
          <p:nvPr/>
        </p:nvSpPr>
        <p:spPr>
          <a:xfrm>
            <a:off x="3982444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30"/>
          <p:cNvSpPr/>
          <p:nvPr/>
        </p:nvSpPr>
        <p:spPr>
          <a:xfrm>
            <a:off x="3983471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30"/>
          <p:cNvSpPr/>
          <p:nvPr/>
        </p:nvSpPr>
        <p:spPr>
          <a:xfrm>
            <a:off x="3983471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30"/>
          <p:cNvSpPr/>
          <p:nvPr/>
        </p:nvSpPr>
        <p:spPr>
          <a:xfrm>
            <a:off x="3983471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30"/>
          <p:cNvSpPr/>
          <p:nvPr/>
        </p:nvSpPr>
        <p:spPr>
          <a:xfrm>
            <a:off x="3983471" y="1669474"/>
            <a:ext cx="1027" cy="12231"/>
          </a:xfrm>
          <a:custGeom>
            <a:rect b="b" l="l" r="r" t="t"/>
            <a:pathLst>
              <a:path extrusionOk="0" fill="none" h="381" w="32">
                <a:moveTo>
                  <a:pt x="0" y="0"/>
                </a:moveTo>
                <a:lnTo>
                  <a:pt x="32" y="0"/>
                </a:lnTo>
                <a:lnTo>
                  <a:pt x="32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30"/>
          <p:cNvSpPr/>
          <p:nvPr/>
        </p:nvSpPr>
        <p:spPr>
          <a:xfrm>
            <a:off x="3984466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30"/>
          <p:cNvSpPr/>
          <p:nvPr/>
        </p:nvSpPr>
        <p:spPr>
          <a:xfrm>
            <a:off x="3984466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30"/>
          <p:cNvSpPr/>
          <p:nvPr/>
        </p:nvSpPr>
        <p:spPr>
          <a:xfrm>
            <a:off x="3984466" y="1669474"/>
            <a:ext cx="1059" cy="12231"/>
          </a:xfrm>
          <a:custGeom>
            <a:rect b="b" l="l" r="r" t="t"/>
            <a:pathLst>
              <a:path extrusionOk="0" fill="none" h="381" w="33">
                <a:moveTo>
                  <a:pt x="1" y="0"/>
                </a:moveTo>
                <a:lnTo>
                  <a:pt x="33" y="0"/>
                </a:lnTo>
                <a:lnTo>
                  <a:pt x="33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30"/>
          <p:cNvSpPr/>
          <p:nvPr/>
        </p:nvSpPr>
        <p:spPr>
          <a:xfrm>
            <a:off x="3985493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30"/>
          <p:cNvSpPr/>
          <p:nvPr/>
        </p:nvSpPr>
        <p:spPr>
          <a:xfrm>
            <a:off x="3985493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30"/>
          <p:cNvSpPr/>
          <p:nvPr/>
        </p:nvSpPr>
        <p:spPr>
          <a:xfrm>
            <a:off x="3985493" y="1669474"/>
            <a:ext cx="1059" cy="12231"/>
          </a:xfrm>
          <a:custGeom>
            <a:rect b="b" l="l" r="r" t="t"/>
            <a:pathLst>
              <a:path extrusionOk="0" fill="none" h="381" w="33">
                <a:moveTo>
                  <a:pt x="1" y="0"/>
                </a:moveTo>
                <a:lnTo>
                  <a:pt x="32" y="0"/>
                </a:lnTo>
                <a:lnTo>
                  <a:pt x="32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30"/>
          <p:cNvSpPr/>
          <p:nvPr/>
        </p:nvSpPr>
        <p:spPr>
          <a:xfrm>
            <a:off x="3985493" y="1669474"/>
            <a:ext cx="1059" cy="12231"/>
          </a:xfrm>
          <a:custGeom>
            <a:rect b="b" l="l" r="r" t="t"/>
            <a:pathLst>
              <a:path extrusionOk="0" fill="none" h="381" w="33">
                <a:moveTo>
                  <a:pt x="1" y="0"/>
                </a:moveTo>
                <a:lnTo>
                  <a:pt x="32" y="0"/>
                </a:lnTo>
                <a:lnTo>
                  <a:pt x="32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30"/>
          <p:cNvSpPr/>
          <p:nvPr/>
        </p:nvSpPr>
        <p:spPr>
          <a:xfrm>
            <a:off x="3986521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30"/>
          <p:cNvSpPr/>
          <p:nvPr/>
        </p:nvSpPr>
        <p:spPr>
          <a:xfrm>
            <a:off x="3986521" y="166947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380"/>
                </a:moveTo>
                <a:lnTo>
                  <a:pt x="0" y="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30"/>
          <p:cNvSpPr/>
          <p:nvPr/>
        </p:nvSpPr>
        <p:spPr>
          <a:xfrm>
            <a:off x="4054642" y="1701993"/>
            <a:ext cx="0" cy="13258"/>
          </a:xfrm>
          <a:custGeom>
            <a:rect b="b" l="l" r="r" t="t"/>
            <a:pathLst>
              <a:path extrusionOk="0" fill="none" h="413" w="0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30"/>
          <p:cNvSpPr/>
          <p:nvPr/>
        </p:nvSpPr>
        <p:spPr>
          <a:xfrm>
            <a:off x="4054642" y="1701993"/>
            <a:ext cx="1027" cy="13258"/>
          </a:xfrm>
          <a:custGeom>
            <a:rect b="b" l="l" r="r" t="t"/>
            <a:pathLst>
              <a:path extrusionOk="0" fill="none" h="413" w="32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30"/>
          <p:cNvSpPr/>
          <p:nvPr/>
        </p:nvSpPr>
        <p:spPr>
          <a:xfrm>
            <a:off x="4054642" y="1701993"/>
            <a:ext cx="1027" cy="13258"/>
          </a:xfrm>
          <a:custGeom>
            <a:rect b="b" l="l" r="r" t="t"/>
            <a:pathLst>
              <a:path extrusionOk="0" fill="none" h="413" w="32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30"/>
          <p:cNvSpPr/>
          <p:nvPr/>
        </p:nvSpPr>
        <p:spPr>
          <a:xfrm>
            <a:off x="4055637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30"/>
          <p:cNvSpPr/>
          <p:nvPr/>
        </p:nvSpPr>
        <p:spPr>
          <a:xfrm>
            <a:off x="4055637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30"/>
          <p:cNvSpPr/>
          <p:nvPr/>
        </p:nvSpPr>
        <p:spPr>
          <a:xfrm>
            <a:off x="4055637" y="1701993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2" y="1"/>
                </a:lnTo>
                <a:lnTo>
                  <a:pt x="32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30"/>
          <p:cNvSpPr/>
          <p:nvPr/>
        </p:nvSpPr>
        <p:spPr>
          <a:xfrm>
            <a:off x="4056665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30"/>
          <p:cNvSpPr/>
          <p:nvPr/>
        </p:nvSpPr>
        <p:spPr>
          <a:xfrm>
            <a:off x="4056665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30"/>
          <p:cNvSpPr/>
          <p:nvPr/>
        </p:nvSpPr>
        <p:spPr>
          <a:xfrm>
            <a:off x="4056665" y="1701993"/>
            <a:ext cx="1059" cy="13258"/>
          </a:xfrm>
          <a:custGeom>
            <a:rect b="b" l="l" r="r" t="t"/>
            <a:pathLst>
              <a:path extrusionOk="0" fill="none" h="413" w="33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30"/>
          <p:cNvSpPr/>
          <p:nvPr/>
        </p:nvSpPr>
        <p:spPr>
          <a:xfrm>
            <a:off x="4057692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30"/>
          <p:cNvSpPr/>
          <p:nvPr/>
        </p:nvSpPr>
        <p:spPr>
          <a:xfrm>
            <a:off x="4057692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30"/>
          <p:cNvSpPr/>
          <p:nvPr/>
        </p:nvSpPr>
        <p:spPr>
          <a:xfrm>
            <a:off x="4057692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30"/>
          <p:cNvSpPr/>
          <p:nvPr/>
        </p:nvSpPr>
        <p:spPr>
          <a:xfrm>
            <a:off x="4057692" y="1701993"/>
            <a:ext cx="1027" cy="13258"/>
          </a:xfrm>
          <a:custGeom>
            <a:rect b="b" l="l" r="r" t="t"/>
            <a:pathLst>
              <a:path extrusionOk="0" fill="none" h="413" w="32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30"/>
          <p:cNvSpPr/>
          <p:nvPr/>
        </p:nvSpPr>
        <p:spPr>
          <a:xfrm>
            <a:off x="4058687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30"/>
          <p:cNvSpPr/>
          <p:nvPr/>
        </p:nvSpPr>
        <p:spPr>
          <a:xfrm>
            <a:off x="4058687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30"/>
          <p:cNvSpPr/>
          <p:nvPr/>
        </p:nvSpPr>
        <p:spPr>
          <a:xfrm>
            <a:off x="4058687" y="1701993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2" y="1"/>
                </a:lnTo>
                <a:lnTo>
                  <a:pt x="32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30"/>
          <p:cNvSpPr/>
          <p:nvPr/>
        </p:nvSpPr>
        <p:spPr>
          <a:xfrm>
            <a:off x="4059714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30"/>
          <p:cNvSpPr/>
          <p:nvPr/>
        </p:nvSpPr>
        <p:spPr>
          <a:xfrm>
            <a:off x="4059714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30"/>
          <p:cNvSpPr/>
          <p:nvPr/>
        </p:nvSpPr>
        <p:spPr>
          <a:xfrm>
            <a:off x="4059714" y="1701993"/>
            <a:ext cx="1059" cy="13258"/>
          </a:xfrm>
          <a:custGeom>
            <a:rect b="b" l="l" r="r" t="t"/>
            <a:pathLst>
              <a:path extrusionOk="0" fill="none" h="413" w="33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30"/>
          <p:cNvSpPr/>
          <p:nvPr/>
        </p:nvSpPr>
        <p:spPr>
          <a:xfrm>
            <a:off x="4059714" y="1701993"/>
            <a:ext cx="1059" cy="13258"/>
          </a:xfrm>
          <a:custGeom>
            <a:rect b="b" l="l" r="r" t="t"/>
            <a:pathLst>
              <a:path extrusionOk="0" fill="none" h="413" w="33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30"/>
          <p:cNvSpPr/>
          <p:nvPr/>
        </p:nvSpPr>
        <p:spPr>
          <a:xfrm>
            <a:off x="4060742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30"/>
          <p:cNvSpPr/>
          <p:nvPr/>
        </p:nvSpPr>
        <p:spPr>
          <a:xfrm>
            <a:off x="4060742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30"/>
          <p:cNvSpPr/>
          <p:nvPr/>
        </p:nvSpPr>
        <p:spPr>
          <a:xfrm>
            <a:off x="4060742" y="1701993"/>
            <a:ext cx="1027" cy="13258"/>
          </a:xfrm>
          <a:custGeom>
            <a:rect b="b" l="l" r="r" t="t"/>
            <a:pathLst>
              <a:path extrusionOk="0" fill="none" h="413" w="32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30"/>
          <p:cNvSpPr/>
          <p:nvPr/>
        </p:nvSpPr>
        <p:spPr>
          <a:xfrm>
            <a:off x="4061737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30"/>
          <p:cNvSpPr/>
          <p:nvPr/>
        </p:nvSpPr>
        <p:spPr>
          <a:xfrm>
            <a:off x="4061737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30"/>
          <p:cNvSpPr/>
          <p:nvPr/>
        </p:nvSpPr>
        <p:spPr>
          <a:xfrm>
            <a:off x="4061737" y="1701993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2" y="1"/>
                </a:lnTo>
                <a:lnTo>
                  <a:pt x="32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30"/>
          <p:cNvSpPr/>
          <p:nvPr/>
        </p:nvSpPr>
        <p:spPr>
          <a:xfrm>
            <a:off x="4062764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30"/>
          <p:cNvSpPr/>
          <p:nvPr/>
        </p:nvSpPr>
        <p:spPr>
          <a:xfrm>
            <a:off x="4062764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30"/>
          <p:cNvSpPr/>
          <p:nvPr/>
        </p:nvSpPr>
        <p:spPr>
          <a:xfrm>
            <a:off x="4062764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30"/>
          <p:cNvSpPr/>
          <p:nvPr/>
        </p:nvSpPr>
        <p:spPr>
          <a:xfrm>
            <a:off x="4063791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30"/>
          <p:cNvSpPr/>
          <p:nvPr/>
        </p:nvSpPr>
        <p:spPr>
          <a:xfrm>
            <a:off x="4063791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30"/>
          <p:cNvSpPr/>
          <p:nvPr/>
        </p:nvSpPr>
        <p:spPr>
          <a:xfrm>
            <a:off x="4063791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30"/>
          <p:cNvSpPr/>
          <p:nvPr/>
        </p:nvSpPr>
        <p:spPr>
          <a:xfrm>
            <a:off x="4063791" y="1701993"/>
            <a:ext cx="1027" cy="13258"/>
          </a:xfrm>
          <a:custGeom>
            <a:rect b="b" l="l" r="r" t="t"/>
            <a:pathLst>
              <a:path extrusionOk="0" fill="none" h="413" w="32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30"/>
          <p:cNvSpPr/>
          <p:nvPr/>
        </p:nvSpPr>
        <p:spPr>
          <a:xfrm>
            <a:off x="4064786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30"/>
          <p:cNvSpPr/>
          <p:nvPr/>
        </p:nvSpPr>
        <p:spPr>
          <a:xfrm>
            <a:off x="4064786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30"/>
          <p:cNvSpPr/>
          <p:nvPr/>
        </p:nvSpPr>
        <p:spPr>
          <a:xfrm>
            <a:off x="4064786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30"/>
          <p:cNvSpPr/>
          <p:nvPr/>
        </p:nvSpPr>
        <p:spPr>
          <a:xfrm>
            <a:off x="4065814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30"/>
          <p:cNvSpPr/>
          <p:nvPr/>
        </p:nvSpPr>
        <p:spPr>
          <a:xfrm>
            <a:off x="4065814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30"/>
          <p:cNvSpPr/>
          <p:nvPr/>
        </p:nvSpPr>
        <p:spPr>
          <a:xfrm>
            <a:off x="4065814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30"/>
          <p:cNvSpPr/>
          <p:nvPr/>
        </p:nvSpPr>
        <p:spPr>
          <a:xfrm>
            <a:off x="4066841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30"/>
          <p:cNvSpPr/>
          <p:nvPr/>
        </p:nvSpPr>
        <p:spPr>
          <a:xfrm>
            <a:off x="4066841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30"/>
          <p:cNvSpPr/>
          <p:nvPr/>
        </p:nvSpPr>
        <p:spPr>
          <a:xfrm>
            <a:off x="4088189" y="1783341"/>
            <a:ext cx="32" cy="11204"/>
          </a:xfrm>
          <a:custGeom>
            <a:rect b="b" l="l" r="r" t="t"/>
            <a:pathLst>
              <a:path extrusionOk="0" fill="none" h="349" w="1">
                <a:moveTo>
                  <a:pt x="0" y="0"/>
                </a:moveTo>
                <a:lnTo>
                  <a:pt x="0" y="348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30"/>
          <p:cNvSpPr/>
          <p:nvPr/>
        </p:nvSpPr>
        <p:spPr>
          <a:xfrm>
            <a:off x="4088189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30"/>
          <p:cNvSpPr/>
          <p:nvPr/>
        </p:nvSpPr>
        <p:spPr>
          <a:xfrm>
            <a:off x="4088189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30"/>
          <p:cNvSpPr/>
          <p:nvPr/>
        </p:nvSpPr>
        <p:spPr>
          <a:xfrm>
            <a:off x="4088189" y="1782314"/>
            <a:ext cx="1027" cy="12231"/>
          </a:xfrm>
          <a:custGeom>
            <a:rect b="b" l="l" r="r" t="t"/>
            <a:pathLst>
              <a:path extrusionOk="0" fill="none" h="381" w="32">
                <a:moveTo>
                  <a:pt x="0" y="0"/>
                </a:moveTo>
                <a:lnTo>
                  <a:pt x="32" y="0"/>
                </a:lnTo>
                <a:lnTo>
                  <a:pt x="32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30"/>
          <p:cNvSpPr/>
          <p:nvPr/>
        </p:nvSpPr>
        <p:spPr>
          <a:xfrm>
            <a:off x="4089184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30"/>
          <p:cNvSpPr/>
          <p:nvPr/>
        </p:nvSpPr>
        <p:spPr>
          <a:xfrm>
            <a:off x="4089184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30"/>
          <p:cNvSpPr/>
          <p:nvPr/>
        </p:nvSpPr>
        <p:spPr>
          <a:xfrm>
            <a:off x="4089184" y="1782314"/>
            <a:ext cx="1059" cy="12231"/>
          </a:xfrm>
          <a:custGeom>
            <a:rect b="b" l="l" r="r" t="t"/>
            <a:pathLst>
              <a:path extrusionOk="0" fill="none" h="381" w="33">
                <a:moveTo>
                  <a:pt x="1" y="0"/>
                </a:moveTo>
                <a:lnTo>
                  <a:pt x="32" y="0"/>
                </a:lnTo>
                <a:lnTo>
                  <a:pt x="32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30"/>
          <p:cNvSpPr/>
          <p:nvPr/>
        </p:nvSpPr>
        <p:spPr>
          <a:xfrm>
            <a:off x="4090212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30"/>
          <p:cNvSpPr/>
          <p:nvPr/>
        </p:nvSpPr>
        <p:spPr>
          <a:xfrm>
            <a:off x="4090212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30"/>
          <p:cNvSpPr/>
          <p:nvPr/>
        </p:nvSpPr>
        <p:spPr>
          <a:xfrm>
            <a:off x="4090212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30"/>
          <p:cNvSpPr/>
          <p:nvPr/>
        </p:nvSpPr>
        <p:spPr>
          <a:xfrm>
            <a:off x="4090212" y="1782314"/>
            <a:ext cx="1059" cy="12231"/>
          </a:xfrm>
          <a:custGeom>
            <a:rect b="b" l="l" r="r" t="t"/>
            <a:pathLst>
              <a:path extrusionOk="0" fill="none" h="381" w="33">
                <a:moveTo>
                  <a:pt x="0" y="0"/>
                </a:moveTo>
                <a:lnTo>
                  <a:pt x="32" y="0"/>
                </a:lnTo>
                <a:lnTo>
                  <a:pt x="32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30"/>
          <p:cNvSpPr/>
          <p:nvPr/>
        </p:nvSpPr>
        <p:spPr>
          <a:xfrm>
            <a:off x="4091239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30"/>
          <p:cNvSpPr/>
          <p:nvPr/>
        </p:nvSpPr>
        <p:spPr>
          <a:xfrm>
            <a:off x="4091239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30"/>
          <p:cNvSpPr/>
          <p:nvPr/>
        </p:nvSpPr>
        <p:spPr>
          <a:xfrm>
            <a:off x="4091239" y="1782314"/>
            <a:ext cx="1027" cy="12231"/>
          </a:xfrm>
          <a:custGeom>
            <a:rect b="b" l="l" r="r" t="t"/>
            <a:pathLst>
              <a:path extrusionOk="0" fill="none" h="381" w="32">
                <a:moveTo>
                  <a:pt x="0" y="0"/>
                </a:moveTo>
                <a:lnTo>
                  <a:pt x="32" y="0"/>
                </a:lnTo>
                <a:lnTo>
                  <a:pt x="32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30"/>
          <p:cNvSpPr/>
          <p:nvPr/>
        </p:nvSpPr>
        <p:spPr>
          <a:xfrm>
            <a:off x="4092234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30"/>
          <p:cNvSpPr/>
          <p:nvPr/>
        </p:nvSpPr>
        <p:spPr>
          <a:xfrm>
            <a:off x="4092234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30"/>
          <p:cNvSpPr/>
          <p:nvPr/>
        </p:nvSpPr>
        <p:spPr>
          <a:xfrm>
            <a:off x="4092234" y="1782314"/>
            <a:ext cx="1059" cy="12231"/>
          </a:xfrm>
          <a:custGeom>
            <a:rect b="b" l="l" r="r" t="t"/>
            <a:pathLst>
              <a:path extrusionOk="0" fill="none" h="381" w="33">
                <a:moveTo>
                  <a:pt x="1" y="0"/>
                </a:moveTo>
                <a:lnTo>
                  <a:pt x="32" y="0"/>
                </a:lnTo>
                <a:lnTo>
                  <a:pt x="32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30"/>
          <p:cNvSpPr/>
          <p:nvPr/>
        </p:nvSpPr>
        <p:spPr>
          <a:xfrm>
            <a:off x="4092234" y="1782314"/>
            <a:ext cx="1059" cy="12231"/>
          </a:xfrm>
          <a:custGeom>
            <a:rect b="b" l="l" r="r" t="t"/>
            <a:pathLst>
              <a:path extrusionOk="0" fill="none" h="381" w="33">
                <a:moveTo>
                  <a:pt x="1" y="0"/>
                </a:moveTo>
                <a:lnTo>
                  <a:pt x="32" y="0"/>
                </a:lnTo>
                <a:lnTo>
                  <a:pt x="32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30"/>
          <p:cNvSpPr/>
          <p:nvPr/>
        </p:nvSpPr>
        <p:spPr>
          <a:xfrm>
            <a:off x="4093261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30"/>
          <p:cNvSpPr/>
          <p:nvPr/>
        </p:nvSpPr>
        <p:spPr>
          <a:xfrm>
            <a:off x="4093261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30"/>
          <p:cNvSpPr/>
          <p:nvPr/>
        </p:nvSpPr>
        <p:spPr>
          <a:xfrm>
            <a:off x="4093261" y="1782314"/>
            <a:ext cx="1059" cy="12231"/>
          </a:xfrm>
          <a:custGeom>
            <a:rect b="b" l="l" r="r" t="t"/>
            <a:pathLst>
              <a:path extrusionOk="0" fill="none" h="381" w="33">
                <a:moveTo>
                  <a:pt x="0" y="0"/>
                </a:moveTo>
                <a:lnTo>
                  <a:pt x="32" y="0"/>
                </a:lnTo>
                <a:lnTo>
                  <a:pt x="32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30"/>
          <p:cNvSpPr/>
          <p:nvPr/>
        </p:nvSpPr>
        <p:spPr>
          <a:xfrm>
            <a:off x="4094289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30"/>
          <p:cNvSpPr/>
          <p:nvPr/>
        </p:nvSpPr>
        <p:spPr>
          <a:xfrm>
            <a:off x="4094289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30"/>
          <p:cNvSpPr/>
          <p:nvPr/>
        </p:nvSpPr>
        <p:spPr>
          <a:xfrm>
            <a:off x="4094289" y="1782314"/>
            <a:ext cx="1027" cy="12231"/>
          </a:xfrm>
          <a:custGeom>
            <a:rect b="b" l="l" r="r" t="t"/>
            <a:pathLst>
              <a:path extrusionOk="0" fill="none" h="381" w="32">
                <a:moveTo>
                  <a:pt x="0" y="0"/>
                </a:moveTo>
                <a:lnTo>
                  <a:pt x="32" y="0"/>
                </a:lnTo>
                <a:lnTo>
                  <a:pt x="32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30"/>
          <p:cNvSpPr/>
          <p:nvPr/>
        </p:nvSpPr>
        <p:spPr>
          <a:xfrm>
            <a:off x="4095284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30"/>
          <p:cNvSpPr/>
          <p:nvPr/>
        </p:nvSpPr>
        <p:spPr>
          <a:xfrm>
            <a:off x="4095284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30"/>
          <p:cNvSpPr/>
          <p:nvPr/>
        </p:nvSpPr>
        <p:spPr>
          <a:xfrm>
            <a:off x="4095284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30"/>
          <p:cNvSpPr/>
          <p:nvPr/>
        </p:nvSpPr>
        <p:spPr>
          <a:xfrm>
            <a:off x="4096311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30"/>
          <p:cNvSpPr/>
          <p:nvPr/>
        </p:nvSpPr>
        <p:spPr>
          <a:xfrm>
            <a:off x="4096311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30"/>
          <p:cNvSpPr/>
          <p:nvPr/>
        </p:nvSpPr>
        <p:spPr>
          <a:xfrm>
            <a:off x="4096311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30"/>
          <p:cNvSpPr/>
          <p:nvPr/>
        </p:nvSpPr>
        <p:spPr>
          <a:xfrm>
            <a:off x="4096311" y="1782314"/>
            <a:ext cx="1059" cy="12231"/>
          </a:xfrm>
          <a:custGeom>
            <a:rect b="b" l="l" r="r" t="t"/>
            <a:pathLst>
              <a:path extrusionOk="0" fill="none" h="381" w="33">
                <a:moveTo>
                  <a:pt x="0" y="0"/>
                </a:moveTo>
                <a:lnTo>
                  <a:pt x="32" y="0"/>
                </a:lnTo>
                <a:lnTo>
                  <a:pt x="32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30"/>
          <p:cNvSpPr/>
          <p:nvPr/>
        </p:nvSpPr>
        <p:spPr>
          <a:xfrm>
            <a:off x="4097338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30"/>
          <p:cNvSpPr/>
          <p:nvPr/>
        </p:nvSpPr>
        <p:spPr>
          <a:xfrm>
            <a:off x="4097338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30"/>
          <p:cNvSpPr/>
          <p:nvPr/>
        </p:nvSpPr>
        <p:spPr>
          <a:xfrm>
            <a:off x="4097338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30"/>
          <p:cNvSpPr/>
          <p:nvPr/>
        </p:nvSpPr>
        <p:spPr>
          <a:xfrm>
            <a:off x="4098334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30"/>
          <p:cNvSpPr/>
          <p:nvPr/>
        </p:nvSpPr>
        <p:spPr>
          <a:xfrm>
            <a:off x="4098334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30"/>
          <p:cNvSpPr/>
          <p:nvPr/>
        </p:nvSpPr>
        <p:spPr>
          <a:xfrm>
            <a:off x="4098334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30"/>
          <p:cNvSpPr/>
          <p:nvPr/>
        </p:nvSpPr>
        <p:spPr>
          <a:xfrm>
            <a:off x="4099361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30"/>
          <p:cNvSpPr/>
          <p:nvPr/>
        </p:nvSpPr>
        <p:spPr>
          <a:xfrm>
            <a:off x="4099361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30"/>
          <p:cNvSpPr/>
          <p:nvPr/>
        </p:nvSpPr>
        <p:spPr>
          <a:xfrm>
            <a:off x="4099361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30"/>
          <p:cNvSpPr/>
          <p:nvPr/>
        </p:nvSpPr>
        <p:spPr>
          <a:xfrm>
            <a:off x="4099361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380"/>
                </a:moveTo>
                <a:lnTo>
                  <a:pt x="0" y="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30"/>
          <p:cNvSpPr/>
          <p:nvPr/>
        </p:nvSpPr>
        <p:spPr>
          <a:xfrm>
            <a:off x="4054642" y="1861607"/>
            <a:ext cx="0" cy="13258"/>
          </a:xfrm>
          <a:custGeom>
            <a:rect b="b" l="l" r="r" t="t"/>
            <a:pathLst>
              <a:path extrusionOk="0" fill="none" h="413" w="0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30"/>
          <p:cNvSpPr/>
          <p:nvPr/>
        </p:nvSpPr>
        <p:spPr>
          <a:xfrm>
            <a:off x="4054642" y="1861607"/>
            <a:ext cx="1027" cy="13258"/>
          </a:xfrm>
          <a:custGeom>
            <a:rect b="b" l="l" r="r" t="t"/>
            <a:pathLst>
              <a:path extrusionOk="0" fill="none" h="413" w="32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30"/>
          <p:cNvSpPr/>
          <p:nvPr/>
        </p:nvSpPr>
        <p:spPr>
          <a:xfrm>
            <a:off x="4054642" y="1861607"/>
            <a:ext cx="1027" cy="13258"/>
          </a:xfrm>
          <a:custGeom>
            <a:rect b="b" l="l" r="r" t="t"/>
            <a:pathLst>
              <a:path extrusionOk="0" fill="none" h="413" w="32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30"/>
          <p:cNvSpPr/>
          <p:nvPr/>
        </p:nvSpPr>
        <p:spPr>
          <a:xfrm>
            <a:off x="4055637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30"/>
          <p:cNvSpPr/>
          <p:nvPr/>
        </p:nvSpPr>
        <p:spPr>
          <a:xfrm>
            <a:off x="4055637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30"/>
          <p:cNvSpPr/>
          <p:nvPr/>
        </p:nvSpPr>
        <p:spPr>
          <a:xfrm>
            <a:off x="4055637" y="1861607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2" y="1"/>
                </a:lnTo>
                <a:lnTo>
                  <a:pt x="32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30"/>
          <p:cNvSpPr/>
          <p:nvPr/>
        </p:nvSpPr>
        <p:spPr>
          <a:xfrm>
            <a:off x="4056665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30"/>
          <p:cNvSpPr/>
          <p:nvPr/>
        </p:nvSpPr>
        <p:spPr>
          <a:xfrm>
            <a:off x="4056665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30"/>
          <p:cNvSpPr/>
          <p:nvPr/>
        </p:nvSpPr>
        <p:spPr>
          <a:xfrm>
            <a:off x="4056665" y="1861607"/>
            <a:ext cx="1059" cy="13258"/>
          </a:xfrm>
          <a:custGeom>
            <a:rect b="b" l="l" r="r" t="t"/>
            <a:pathLst>
              <a:path extrusionOk="0" fill="none" h="413" w="33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30"/>
          <p:cNvSpPr/>
          <p:nvPr/>
        </p:nvSpPr>
        <p:spPr>
          <a:xfrm>
            <a:off x="4057692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30"/>
          <p:cNvSpPr/>
          <p:nvPr/>
        </p:nvSpPr>
        <p:spPr>
          <a:xfrm>
            <a:off x="4057692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30"/>
          <p:cNvSpPr/>
          <p:nvPr/>
        </p:nvSpPr>
        <p:spPr>
          <a:xfrm>
            <a:off x="4057692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30"/>
          <p:cNvSpPr/>
          <p:nvPr/>
        </p:nvSpPr>
        <p:spPr>
          <a:xfrm>
            <a:off x="4057692" y="1861607"/>
            <a:ext cx="1027" cy="13258"/>
          </a:xfrm>
          <a:custGeom>
            <a:rect b="b" l="l" r="r" t="t"/>
            <a:pathLst>
              <a:path extrusionOk="0" fill="none" h="413" w="32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30"/>
          <p:cNvSpPr/>
          <p:nvPr/>
        </p:nvSpPr>
        <p:spPr>
          <a:xfrm>
            <a:off x="4058687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30"/>
          <p:cNvSpPr/>
          <p:nvPr/>
        </p:nvSpPr>
        <p:spPr>
          <a:xfrm>
            <a:off x="4058687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30"/>
          <p:cNvSpPr/>
          <p:nvPr/>
        </p:nvSpPr>
        <p:spPr>
          <a:xfrm>
            <a:off x="4058687" y="1861607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2" y="1"/>
                </a:lnTo>
                <a:lnTo>
                  <a:pt x="32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30"/>
          <p:cNvSpPr/>
          <p:nvPr/>
        </p:nvSpPr>
        <p:spPr>
          <a:xfrm>
            <a:off x="4059714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30"/>
          <p:cNvSpPr/>
          <p:nvPr/>
        </p:nvSpPr>
        <p:spPr>
          <a:xfrm>
            <a:off x="4059714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30"/>
          <p:cNvSpPr/>
          <p:nvPr/>
        </p:nvSpPr>
        <p:spPr>
          <a:xfrm>
            <a:off x="4059714" y="1861607"/>
            <a:ext cx="1059" cy="13258"/>
          </a:xfrm>
          <a:custGeom>
            <a:rect b="b" l="l" r="r" t="t"/>
            <a:pathLst>
              <a:path extrusionOk="0" fill="none" h="413" w="33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30"/>
          <p:cNvSpPr/>
          <p:nvPr/>
        </p:nvSpPr>
        <p:spPr>
          <a:xfrm>
            <a:off x="4059714" y="1861607"/>
            <a:ext cx="1059" cy="13258"/>
          </a:xfrm>
          <a:custGeom>
            <a:rect b="b" l="l" r="r" t="t"/>
            <a:pathLst>
              <a:path extrusionOk="0" fill="none" h="413" w="33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30"/>
          <p:cNvSpPr/>
          <p:nvPr/>
        </p:nvSpPr>
        <p:spPr>
          <a:xfrm>
            <a:off x="4060742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30"/>
          <p:cNvSpPr/>
          <p:nvPr/>
        </p:nvSpPr>
        <p:spPr>
          <a:xfrm>
            <a:off x="4060742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30"/>
          <p:cNvSpPr/>
          <p:nvPr/>
        </p:nvSpPr>
        <p:spPr>
          <a:xfrm>
            <a:off x="4060742" y="1861607"/>
            <a:ext cx="1027" cy="13258"/>
          </a:xfrm>
          <a:custGeom>
            <a:rect b="b" l="l" r="r" t="t"/>
            <a:pathLst>
              <a:path extrusionOk="0" fill="none" h="413" w="32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30"/>
          <p:cNvSpPr/>
          <p:nvPr/>
        </p:nvSpPr>
        <p:spPr>
          <a:xfrm>
            <a:off x="4061737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30"/>
          <p:cNvSpPr/>
          <p:nvPr/>
        </p:nvSpPr>
        <p:spPr>
          <a:xfrm>
            <a:off x="4061737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30"/>
          <p:cNvSpPr/>
          <p:nvPr/>
        </p:nvSpPr>
        <p:spPr>
          <a:xfrm>
            <a:off x="4061737" y="1861607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2" y="1"/>
                </a:lnTo>
                <a:lnTo>
                  <a:pt x="32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30"/>
          <p:cNvSpPr/>
          <p:nvPr/>
        </p:nvSpPr>
        <p:spPr>
          <a:xfrm>
            <a:off x="4062764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30"/>
          <p:cNvSpPr/>
          <p:nvPr/>
        </p:nvSpPr>
        <p:spPr>
          <a:xfrm>
            <a:off x="4062764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30"/>
          <p:cNvSpPr/>
          <p:nvPr/>
        </p:nvSpPr>
        <p:spPr>
          <a:xfrm>
            <a:off x="4062764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30"/>
          <p:cNvSpPr/>
          <p:nvPr/>
        </p:nvSpPr>
        <p:spPr>
          <a:xfrm>
            <a:off x="4063791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30"/>
          <p:cNvSpPr/>
          <p:nvPr/>
        </p:nvSpPr>
        <p:spPr>
          <a:xfrm>
            <a:off x="4063791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30"/>
          <p:cNvSpPr/>
          <p:nvPr/>
        </p:nvSpPr>
        <p:spPr>
          <a:xfrm>
            <a:off x="4063791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30"/>
          <p:cNvSpPr/>
          <p:nvPr/>
        </p:nvSpPr>
        <p:spPr>
          <a:xfrm>
            <a:off x="4063791" y="1861607"/>
            <a:ext cx="1027" cy="13258"/>
          </a:xfrm>
          <a:custGeom>
            <a:rect b="b" l="l" r="r" t="t"/>
            <a:pathLst>
              <a:path extrusionOk="0" fill="none" h="413" w="32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30"/>
          <p:cNvSpPr/>
          <p:nvPr/>
        </p:nvSpPr>
        <p:spPr>
          <a:xfrm>
            <a:off x="4064786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30"/>
          <p:cNvSpPr/>
          <p:nvPr/>
        </p:nvSpPr>
        <p:spPr>
          <a:xfrm>
            <a:off x="4064786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30"/>
          <p:cNvSpPr/>
          <p:nvPr/>
        </p:nvSpPr>
        <p:spPr>
          <a:xfrm>
            <a:off x="4064786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30"/>
          <p:cNvSpPr/>
          <p:nvPr/>
        </p:nvSpPr>
        <p:spPr>
          <a:xfrm>
            <a:off x="4065814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30"/>
          <p:cNvSpPr/>
          <p:nvPr/>
        </p:nvSpPr>
        <p:spPr>
          <a:xfrm>
            <a:off x="4065814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30"/>
          <p:cNvSpPr/>
          <p:nvPr/>
        </p:nvSpPr>
        <p:spPr>
          <a:xfrm>
            <a:off x="4065814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30"/>
          <p:cNvSpPr/>
          <p:nvPr/>
        </p:nvSpPr>
        <p:spPr>
          <a:xfrm>
            <a:off x="4066841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30"/>
          <p:cNvSpPr/>
          <p:nvPr/>
        </p:nvSpPr>
        <p:spPr>
          <a:xfrm>
            <a:off x="4066841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30"/>
          <p:cNvSpPr/>
          <p:nvPr/>
        </p:nvSpPr>
        <p:spPr>
          <a:xfrm>
            <a:off x="3975317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30"/>
          <p:cNvSpPr/>
          <p:nvPr/>
        </p:nvSpPr>
        <p:spPr>
          <a:xfrm>
            <a:off x="3975317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30"/>
          <p:cNvSpPr/>
          <p:nvPr/>
        </p:nvSpPr>
        <p:spPr>
          <a:xfrm>
            <a:off x="3975317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30"/>
          <p:cNvSpPr/>
          <p:nvPr/>
        </p:nvSpPr>
        <p:spPr>
          <a:xfrm>
            <a:off x="3975317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30"/>
          <p:cNvSpPr/>
          <p:nvPr/>
        </p:nvSpPr>
        <p:spPr>
          <a:xfrm>
            <a:off x="3976344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30"/>
          <p:cNvSpPr/>
          <p:nvPr/>
        </p:nvSpPr>
        <p:spPr>
          <a:xfrm>
            <a:off x="3976344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30"/>
          <p:cNvSpPr/>
          <p:nvPr/>
        </p:nvSpPr>
        <p:spPr>
          <a:xfrm>
            <a:off x="3976344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30"/>
          <p:cNvSpPr/>
          <p:nvPr/>
        </p:nvSpPr>
        <p:spPr>
          <a:xfrm>
            <a:off x="3976344" y="1896181"/>
            <a:ext cx="1059" cy="11204"/>
          </a:xfrm>
          <a:custGeom>
            <a:rect b="b" l="l" r="r" t="t"/>
            <a:pathLst>
              <a:path extrusionOk="0" fill="none" h="349" w="33">
                <a:moveTo>
                  <a:pt x="0" y="0"/>
                </a:moveTo>
                <a:lnTo>
                  <a:pt x="32" y="0"/>
                </a:lnTo>
                <a:lnTo>
                  <a:pt x="32" y="349"/>
                </a:lnTo>
                <a:lnTo>
                  <a:pt x="0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30"/>
          <p:cNvSpPr/>
          <p:nvPr/>
        </p:nvSpPr>
        <p:spPr>
          <a:xfrm>
            <a:off x="3977371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30"/>
          <p:cNvSpPr/>
          <p:nvPr/>
        </p:nvSpPr>
        <p:spPr>
          <a:xfrm>
            <a:off x="3977371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30"/>
          <p:cNvSpPr/>
          <p:nvPr/>
        </p:nvSpPr>
        <p:spPr>
          <a:xfrm>
            <a:off x="3977371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30"/>
          <p:cNvSpPr/>
          <p:nvPr/>
        </p:nvSpPr>
        <p:spPr>
          <a:xfrm>
            <a:off x="3978367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30"/>
          <p:cNvSpPr/>
          <p:nvPr/>
        </p:nvSpPr>
        <p:spPr>
          <a:xfrm>
            <a:off x="3978367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30"/>
          <p:cNvSpPr/>
          <p:nvPr/>
        </p:nvSpPr>
        <p:spPr>
          <a:xfrm>
            <a:off x="3978367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30"/>
          <p:cNvSpPr/>
          <p:nvPr/>
        </p:nvSpPr>
        <p:spPr>
          <a:xfrm>
            <a:off x="3978367" y="1896181"/>
            <a:ext cx="1059" cy="11204"/>
          </a:xfrm>
          <a:custGeom>
            <a:rect b="b" l="l" r="r" t="t"/>
            <a:pathLst>
              <a:path extrusionOk="0" fill="none" h="349" w="33">
                <a:moveTo>
                  <a:pt x="1" y="0"/>
                </a:moveTo>
                <a:lnTo>
                  <a:pt x="33" y="0"/>
                </a:lnTo>
                <a:lnTo>
                  <a:pt x="33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30"/>
          <p:cNvSpPr/>
          <p:nvPr/>
        </p:nvSpPr>
        <p:spPr>
          <a:xfrm>
            <a:off x="3979394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30"/>
          <p:cNvSpPr/>
          <p:nvPr/>
        </p:nvSpPr>
        <p:spPr>
          <a:xfrm>
            <a:off x="3979394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30"/>
          <p:cNvSpPr/>
          <p:nvPr/>
        </p:nvSpPr>
        <p:spPr>
          <a:xfrm>
            <a:off x="3979394" y="1896181"/>
            <a:ext cx="1059" cy="11204"/>
          </a:xfrm>
          <a:custGeom>
            <a:rect b="b" l="l" r="r" t="t"/>
            <a:pathLst>
              <a:path extrusionOk="0" fill="none" h="349" w="33">
                <a:moveTo>
                  <a:pt x="1" y="0"/>
                </a:moveTo>
                <a:lnTo>
                  <a:pt x="32" y="0"/>
                </a:lnTo>
                <a:lnTo>
                  <a:pt x="32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30"/>
          <p:cNvSpPr/>
          <p:nvPr/>
        </p:nvSpPr>
        <p:spPr>
          <a:xfrm>
            <a:off x="3980421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30"/>
          <p:cNvSpPr/>
          <p:nvPr/>
        </p:nvSpPr>
        <p:spPr>
          <a:xfrm>
            <a:off x="3980421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30"/>
          <p:cNvSpPr/>
          <p:nvPr/>
        </p:nvSpPr>
        <p:spPr>
          <a:xfrm>
            <a:off x="3980421" y="1896181"/>
            <a:ext cx="1027" cy="11204"/>
          </a:xfrm>
          <a:custGeom>
            <a:rect b="b" l="l" r="r" t="t"/>
            <a:pathLst>
              <a:path extrusionOk="0" fill="none" h="349" w="32">
                <a:moveTo>
                  <a:pt x="0" y="0"/>
                </a:moveTo>
                <a:lnTo>
                  <a:pt x="32" y="0"/>
                </a:lnTo>
                <a:lnTo>
                  <a:pt x="32" y="349"/>
                </a:lnTo>
                <a:lnTo>
                  <a:pt x="0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30"/>
          <p:cNvSpPr/>
          <p:nvPr/>
        </p:nvSpPr>
        <p:spPr>
          <a:xfrm>
            <a:off x="3981416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30"/>
          <p:cNvSpPr/>
          <p:nvPr/>
        </p:nvSpPr>
        <p:spPr>
          <a:xfrm>
            <a:off x="3981416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30"/>
          <p:cNvSpPr/>
          <p:nvPr/>
        </p:nvSpPr>
        <p:spPr>
          <a:xfrm>
            <a:off x="3981416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30"/>
          <p:cNvSpPr/>
          <p:nvPr/>
        </p:nvSpPr>
        <p:spPr>
          <a:xfrm>
            <a:off x="3981416" y="1896181"/>
            <a:ext cx="1059" cy="11204"/>
          </a:xfrm>
          <a:custGeom>
            <a:rect b="b" l="l" r="r" t="t"/>
            <a:pathLst>
              <a:path extrusionOk="0" fill="none" h="349" w="33">
                <a:moveTo>
                  <a:pt x="1" y="0"/>
                </a:moveTo>
                <a:lnTo>
                  <a:pt x="33" y="0"/>
                </a:lnTo>
                <a:lnTo>
                  <a:pt x="33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30"/>
          <p:cNvSpPr/>
          <p:nvPr/>
        </p:nvSpPr>
        <p:spPr>
          <a:xfrm>
            <a:off x="3982444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30"/>
          <p:cNvSpPr/>
          <p:nvPr/>
        </p:nvSpPr>
        <p:spPr>
          <a:xfrm>
            <a:off x="3982444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30"/>
          <p:cNvSpPr/>
          <p:nvPr/>
        </p:nvSpPr>
        <p:spPr>
          <a:xfrm>
            <a:off x="3982444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30"/>
          <p:cNvSpPr/>
          <p:nvPr/>
        </p:nvSpPr>
        <p:spPr>
          <a:xfrm>
            <a:off x="3983471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30"/>
          <p:cNvSpPr/>
          <p:nvPr/>
        </p:nvSpPr>
        <p:spPr>
          <a:xfrm>
            <a:off x="3983471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30"/>
          <p:cNvSpPr/>
          <p:nvPr/>
        </p:nvSpPr>
        <p:spPr>
          <a:xfrm>
            <a:off x="3983471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30"/>
          <p:cNvSpPr/>
          <p:nvPr/>
        </p:nvSpPr>
        <p:spPr>
          <a:xfrm>
            <a:off x="3983471" y="1896181"/>
            <a:ext cx="1027" cy="11204"/>
          </a:xfrm>
          <a:custGeom>
            <a:rect b="b" l="l" r="r" t="t"/>
            <a:pathLst>
              <a:path extrusionOk="0" fill="none" h="349" w="32">
                <a:moveTo>
                  <a:pt x="0" y="0"/>
                </a:moveTo>
                <a:lnTo>
                  <a:pt x="32" y="0"/>
                </a:lnTo>
                <a:lnTo>
                  <a:pt x="32" y="349"/>
                </a:lnTo>
                <a:lnTo>
                  <a:pt x="0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30"/>
          <p:cNvSpPr/>
          <p:nvPr/>
        </p:nvSpPr>
        <p:spPr>
          <a:xfrm>
            <a:off x="3984466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30"/>
          <p:cNvSpPr/>
          <p:nvPr/>
        </p:nvSpPr>
        <p:spPr>
          <a:xfrm>
            <a:off x="3984466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30"/>
          <p:cNvSpPr/>
          <p:nvPr/>
        </p:nvSpPr>
        <p:spPr>
          <a:xfrm>
            <a:off x="3984466" y="1896181"/>
            <a:ext cx="1059" cy="11204"/>
          </a:xfrm>
          <a:custGeom>
            <a:rect b="b" l="l" r="r" t="t"/>
            <a:pathLst>
              <a:path extrusionOk="0" fill="none" h="349" w="33">
                <a:moveTo>
                  <a:pt x="1" y="0"/>
                </a:moveTo>
                <a:lnTo>
                  <a:pt x="33" y="0"/>
                </a:lnTo>
                <a:lnTo>
                  <a:pt x="33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30"/>
          <p:cNvSpPr/>
          <p:nvPr/>
        </p:nvSpPr>
        <p:spPr>
          <a:xfrm>
            <a:off x="3985493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30"/>
          <p:cNvSpPr/>
          <p:nvPr/>
        </p:nvSpPr>
        <p:spPr>
          <a:xfrm>
            <a:off x="3985493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0"/>
                </a:lnTo>
                <a:lnTo>
                  <a:pt x="1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30"/>
          <p:cNvSpPr/>
          <p:nvPr/>
        </p:nvSpPr>
        <p:spPr>
          <a:xfrm>
            <a:off x="3985493" y="1896181"/>
            <a:ext cx="1059" cy="11204"/>
          </a:xfrm>
          <a:custGeom>
            <a:rect b="b" l="l" r="r" t="t"/>
            <a:pathLst>
              <a:path extrusionOk="0" fill="none" h="349" w="33">
                <a:moveTo>
                  <a:pt x="1" y="0"/>
                </a:moveTo>
                <a:lnTo>
                  <a:pt x="32" y="0"/>
                </a:lnTo>
                <a:lnTo>
                  <a:pt x="32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30"/>
          <p:cNvSpPr/>
          <p:nvPr/>
        </p:nvSpPr>
        <p:spPr>
          <a:xfrm>
            <a:off x="3985493" y="1896181"/>
            <a:ext cx="1059" cy="11204"/>
          </a:xfrm>
          <a:custGeom>
            <a:rect b="b" l="l" r="r" t="t"/>
            <a:pathLst>
              <a:path extrusionOk="0" fill="none" h="349" w="33">
                <a:moveTo>
                  <a:pt x="1" y="0"/>
                </a:moveTo>
                <a:lnTo>
                  <a:pt x="32" y="0"/>
                </a:lnTo>
                <a:lnTo>
                  <a:pt x="32" y="349"/>
                </a:lnTo>
                <a:lnTo>
                  <a:pt x="1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30"/>
          <p:cNvSpPr/>
          <p:nvPr/>
        </p:nvSpPr>
        <p:spPr>
          <a:xfrm>
            <a:off x="3986521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0" y="0"/>
                </a:moveTo>
                <a:lnTo>
                  <a:pt x="0" y="0"/>
                </a:lnTo>
                <a:lnTo>
                  <a:pt x="0" y="349"/>
                </a:lnTo>
                <a:lnTo>
                  <a:pt x="0" y="349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30"/>
          <p:cNvSpPr/>
          <p:nvPr/>
        </p:nvSpPr>
        <p:spPr>
          <a:xfrm>
            <a:off x="3986521" y="1896181"/>
            <a:ext cx="32" cy="11204"/>
          </a:xfrm>
          <a:custGeom>
            <a:rect b="b" l="l" r="r" t="t"/>
            <a:pathLst>
              <a:path extrusionOk="0" fill="none" h="349" w="1">
                <a:moveTo>
                  <a:pt x="0" y="349"/>
                </a:moveTo>
                <a:lnTo>
                  <a:pt x="0" y="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30"/>
          <p:cNvSpPr/>
          <p:nvPr/>
        </p:nvSpPr>
        <p:spPr>
          <a:xfrm>
            <a:off x="3894001" y="1861607"/>
            <a:ext cx="1027" cy="13258"/>
          </a:xfrm>
          <a:custGeom>
            <a:rect b="b" l="l" r="r" t="t"/>
            <a:pathLst>
              <a:path extrusionOk="0" fill="none" h="413" w="32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30"/>
          <p:cNvSpPr/>
          <p:nvPr/>
        </p:nvSpPr>
        <p:spPr>
          <a:xfrm>
            <a:off x="3894996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30"/>
          <p:cNvSpPr/>
          <p:nvPr/>
        </p:nvSpPr>
        <p:spPr>
          <a:xfrm>
            <a:off x="3894996" y="1861607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3" y="1"/>
                </a:lnTo>
                <a:lnTo>
                  <a:pt x="33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30"/>
          <p:cNvSpPr/>
          <p:nvPr/>
        </p:nvSpPr>
        <p:spPr>
          <a:xfrm>
            <a:off x="3896024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30"/>
          <p:cNvSpPr/>
          <p:nvPr/>
        </p:nvSpPr>
        <p:spPr>
          <a:xfrm>
            <a:off x="3896024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30"/>
          <p:cNvSpPr/>
          <p:nvPr/>
        </p:nvSpPr>
        <p:spPr>
          <a:xfrm>
            <a:off x="3896024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30"/>
          <p:cNvSpPr/>
          <p:nvPr/>
        </p:nvSpPr>
        <p:spPr>
          <a:xfrm>
            <a:off x="3896024" y="1861607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2" y="1"/>
                </a:lnTo>
                <a:lnTo>
                  <a:pt x="32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30"/>
          <p:cNvSpPr/>
          <p:nvPr/>
        </p:nvSpPr>
        <p:spPr>
          <a:xfrm>
            <a:off x="3897051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30"/>
          <p:cNvSpPr/>
          <p:nvPr/>
        </p:nvSpPr>
        <p:spPr>
          <a:xfrm>
            <a:off x="3897051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30"/>
          <p:cNvSpPr/>
          <p:nvPr/>
        </p:nvSpPr>
        <p:spPr>
          <a:xfrm>
            <a:off x="3897051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30"/>
          <p:cNvSpPr/>
          <p:nvPr/>
        </p:nvSpPr>
        <p:spPr>
          <a:xfrm>
            <a:off x="3898046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30"/>
          <p:cNvSpPr/>
          <p:nvPr/>
        </p:nvSpPr>
        <p:spPr>
          <a:xfrm>
            <a:off x="3898046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30"/>
          <p:cNvSpPr/>
          <p:nvPr/>
        </p:nvSpPr>
        <p:spPr>
          <a:xfrm>
            <a:off x="3898046" y="1861607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3" y="1"/>
                </a:lnTo>
                <a:lnTo>
                  <a:pt x="33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30"/>
          <p:cNvSpPr/>
          <p:nvPr/>
        </p:nvSpPr>
        <p:spPr>
          <a:xfrm>
            <a:off x="3898046" y="1861607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3" y="1"/>
                </a:lnTo>
                <a:lnTo>
                  <a:pt x="33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30"/>
          <p:cNvSpPr/>
          <p:nvPr/>
        </p:nvSpPr>
        <p:spPr>
          <a:xfrm>
            <a:off x="3899073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30"/>
          <p:cNvSpPr/>
          <p:nvPr/>
        </p:nvSpPr>
        <p:spPr>
          <a:xfrm>
            <a:off x="3899073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30"/>
          <p:cNvSpPr/>
          <p:nvPr/>
        </p:nvSpPr>
        <p:spPr>
          <a:xfrm>
            <a:off x="3899073" y="1861607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2" y="1"/>
                </a:lnTo>
                <a:lnTo>
                  <a:pt x="32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30"/>
          <p:cNvSpPr/>
          <p:nvPr/>
        </p:nvSpPr>
        <p:spPr>
          <a:xfrm>
            <a:off x="3900101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30"/>
          <p:cNvSpPr/>
          <p:nvPr/>
        </p:nvSpPr>
        <p:spPr>
          <a:xfrm>
            <a:off x="3900101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30"/>
          <p:cNvSpPr/>
          <p:nvPr/>
        </p:nvSpPr>
        <p:spPr>
          <a:xfrm>
            <a:off x="3900101" y="1861607"/>
            <a:ext cx="1027" cy="13258"/>
          </a:xfrm>
          <a:custGeom>
            <a:rect b="b" l="l" r="r" t="t"/>
            <a:pathLst>
              <a:path extrusionOk="0" fill="none" h="413" w="32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30"/>
          <p:cNvSpPr/>
          <p:nvPr/>
        </p:nvSpPr>
        <p:spPr>
          <a:xfrm>
            <a:off x="3901096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30"/>
          <p:cNvSpPr/>
          <p:nvPr/>
        </p:nvSpPr>
        <p:spPr>
          <a:xfrm>
            <a:off x="3901096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30"/>
          <p:cNvSpPr/>
          <p:nvPr/>
        </p:nvSpPr>
        <p:spPr>
          <a:xfrm>
            <a:off x="3901096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30"/>
          <p:cNvSpPr/>
          <p:nvPr/>
        </p:nvSpPr>
        <p:spPr>
          <a:xfrm>
            <a:off x="3902123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30"/>
          <p:cNvSpPr/>
          <p:nvPr/>
        </p:nvSpPr>
        <p:spPr>
          <a:xfrm>
            <a:off x="3902123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30"/>
          <p:cNvSpPr/>
          <p:nvPr/>
        </p:nvSpPr>
        <p:spPr>
          <a:xfrm>
            <a:off x="3902123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30"/>
          <p:cNvSpPr/>
          <p:nvPr/>
        </p:nvSpPr>
        <p:spPr>
          <a:xfrm>
            <a:off x="3902123" y="1861607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2" y="1"/>
                </a:lnTo>
                <a:lnTo>
                  <a:pt x="32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30"/>
          <p:cNvSpPr/>
          <p:nvPr/>
        </p:nvSpPr>
        <p:spPr>
          <a:xfrm>
            <a:off x="3903150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30"/>
          <p:cNvSpPr/>
          <p:nvPr/>
        </p:nvSpPr>
        <p:spPr>
          <a:xfrm>
            <a:off x="3903150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30"/>
          <p:cNvSpPr/>
          <p:nvPr/>
        </p:nvSpPr>
        <p:spPr>
          <a:xfrm>
            <a:off x="3903150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30"/>
          <p:cNvSpPr/>
          <p:nvPr/>
        </p:nvSpPr>
        <p:spPr>
          <a:xfrm>
            <a:off x="3903150" y="1861607"/>
            <a:ext cx="1027" cy="13258"/>
          </a:xfrm>
          <a:custGeom>
            <a:rect b="b" l="l" r="r" t="t"/>
            <a:pathLst>
              <a:path extrusionOk="0" fill="none" h="413" w="32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30"/>
          <p:cNvSpPr/>
          <p:nvPr/>
        </p:nvSpPr>
        <p:spPr>
          <a:xfrm>
            <a:off x="3904146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30"/>
          <p:cNvSpPr/>
          <p:nvPr/>
        </p:nvSpPr>
        <p:spPr>
          <a:xfrm>
            <a:off x="3904146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30"/>
          <p:cNvSpPr/>
          <p:nvPr/>
        </p:nvSpPr>
        <p:spPr>
          <a:xfrm>
            <a:off x="3904146" y="1861607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3" y="1"/>
                </a:lnTo>
                <a:lnTo>
                  <a:pt x="33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30"/>
          <p:cNvSpPr/>
          <p:nvPr/>
        </p:nvSpPr>
        <p:spPr>
          <a:xfrm>
            <a:off x="3905173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30"/>
          <p:cNvSpPr/>
          <p:nvPr/>
        </p:nvSpPr>
        <p:spPr>
          <a:xfrm>
            <a:off x="3905173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30"/>
          <p:cNvSpPr/>
          <p:nvPr/>
        </p:nvSpPr>
        <p:spPr>
          <a:xfrm>
            <a:off x="3905173" y="1861607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2" y="1"/>
                </a:lnTo>
                <a:lnTo>
                  <a:pt x="32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30"/>
          <p:cNvSpPr/>
          <p:nvPr/>
        </p:nvSpPr>
        <p:spPr>
          <a:xfrm>
            <a:off x="3906200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30"/>
          <p:cNvSpPr/>
          <p:nvPr/>
        </p:nvSpPr>
        <p:spPr>
          <a:xfrm>
            <a:off x="3906200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30"/>
          <p:cNvSpPr/>
          <p:nvPr/>
        </p:nvSpPr>
        <p:spPr>
          <a:xfrm>
            <a:off x="3906200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30"/>
          <p:cNvSpPr/>
          <p:nvPr/>
        </p:nvSpPr>
        <p:spPr>
          <a:xfrm>
            <a:off x="3907195" y="1861607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30"/>
          <p:cNvSpPr/>
          <p:nvPr/>
        </p:nvSpPr>
        <p:spPr>
          <a:xfrm>
            <a:off x="3861449" y="1783341"/>
            <a:ext cx="32" cy="11204"/>
          </a:xfrm>
          <a:custGeom>
            <a:rect b="b" l="l" r="r" t="t"/>
            <a:pathLst>
              <a:path extrusionOk="0" fill="none" h="349" w="1">
                <a:moveTo>
                  <a:pt x="1" y="0"/>
                </a:moveTo>
                <a:lnTo>
                  <a:pt x="1" y="348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30"/>
          <p:cNvSpPr/>
          <p:nvPr/>
        </p:nvSpPr>
        <p:spPr>
          <a:xfrm>
            <a:off x="3861449" y="1782314"/>
            <a:ext cx="1059" cy="12231"/>
          </a:xfrm>
          <a:custGeom>
            <a:rect b="b" l="l" r="r" t="t"/>
            <a:pathLst>
              <a:path extrusionOk="0" fill="none" h="381" w="33">
                <a:moveTo>
                  <a:pt x="1" y="0"/>
                </a:moveTo>
                <a:lnTo>
                  <a:pt x="33" y="0"/>
                </a:lnTo>
                <a:lnTo>
                  <a:pt x="33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30"/>
          <p:cNvSpPr/>
          <p:nvPr/>
        </p:nvSpPr>
        <p:spPr>
          <a:xfrm>
            <a:off x="3862477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30"/>
          <p:cNvSpPr/>
          <p:nvPr/>
        </p:nvSpPr>
        <p:spPr>
          <a:xfrm>
            <a:off x="3862477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30"/>
          <p:cNvSpPr/>
          <p:nvPr/>
        </p:nvSpPr>
        <p:spPr>
          <a:xfrm>
            <a:off x="3862477" y="1782314"/>
            <a:ext cx="1059" cy="12231"/>
          </a:xfrm>
          <a:custGeom>
            <a:rect b="b" l="l" r="r" t="t"/>
            <a:pathLst>
              <a:path extrusionOk="0" fill="none" h="381" w="33">
                <a:moveTo>
                  <a:pt x="1" y="0"/>
                </a:moveTo>
                <a:lnTo>
                  <a:pt x="32" y="0"/>
                </a:lnTo>
                <a:lnTo>
                  <a:pt x="32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30"/>
          <p:cNvSpPr/>
          <p:nvPr/>
        </p:nvSpPr>
        <p:spPr>
          <a:xfrm>
            <a:off x="3863504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30"/>
          <p:cNvSpPr/>
          <p:nvPr/>
        </p:nvSpPr>
        <p:spPr>
          <a:xfrm>
            <a:off x="3863504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30"/>
          <p:cNvSpPr/>
          <p:nvPr/>
        </p:nvSpPr>
        <p:spPr>
          <a:xfrm>
            <a:off x="3863504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30"/>
          <p:cNvSpPr/>
          <p:nvPr/>
        </p:nvSpPr>
        <p:spPr>
          <a:xfrm>
            <a:off x="3863504" y="1782314"/>
            <a:ext cx="1027" cy="12231"/>
          </a:xfrm>
          <a:custGeom>
            <a:rect b="b" l="l" r="r" t="t"/>
            <a:pathLst>
              <a:path extrusionOk="0" fill="none" h="381" w="32">
                <a:moveTo>
                  <a:pt x="0" y="0"/>
                </a:moveTo>
                <a:lnTo>
                  <a:pt x="32" y="0"/>
                </a:lnTo>
                <a:lnTo>
                  <a:pt x="32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30"/>
          <p:cNvSpPr/>
          <p:nvPr/>
        </p:nvSpPr>
        <p:spPr>
          <a:xfrm>
            <a:off x="3864499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30"/>
          <p:cNvSpPr/>
          <p:nvPr/>
        </p:nvSpPr>
        <p:spPr>
          <a:xfrm>
            <a:off x="3864499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30"/>
          <p:cNvSpPr/>
          <p:nvPr/>
        </p:nvSpPr>
        <p:spPr>
          <a:xfrm>
            <a:off x="3864499" y="1782314"/>
            <a:ext cx="1059" cy="12231"/>
          </a:xfrm>
          <a:custGeom>
            <a:rect b="b" l="l" r="r" t="t"/>
            <a:pathLst>
              <a:path extrusionOk="0" fill="none" h="381" w="33">
                <a:moveTo>
                  <a:pt x="1" y="0"/>
                </a:moveTo>
                <a:lnTo>
                  <a:pt x="33" y="0"/>
                </a:lnTo>
                <a:lnTo>
                  <a:pt x="33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30"/>
          <p:cNvSpPr/>
          <p:nvPr/>
        </p:nvSpPr>
        <p:spPr>
          <a:xfrm>
            <a:off x="3865526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30"/>
          <p:cNvSpPr/>
          <p:nvPr/>
        </p:nvSpPr>
        <p:spPr>
          <a:xfrm>
            <a:off x="3865526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30"/>
          <p:cNvSpPr/>
          <p:nvPr/>
        </p:nvSpPr>
        <p:spPr>
          <a:xfrm>
            <a:off x="3865526" y="1782314"/>
            <a:ext cx="1059" cy="12231"/>
          </a:xfrm>
          <a:custGeom>
            <a:rect b="b" l="l" r="r" t="t"/>
            <a:pathLst>
              <a:path extrusionOk="0" fill="none" h="381" w="33">
                <a:moveTo>
                  <a:pt x="1" y="0"/>
                </a:moveTo>
                <a:lnTo>
                  <a:pt x="32" y="0"/>
                </a:lnTo>
                <a:lnTo>
                  <a:pt x="32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30"/>
          <p:cNvSpPr/>
          <p:nvPr/>
        </p:nvSpPr>
        <p:spPr>
          <a:xfrm>
            <a:off x="3865526" y="1782314"/>
            <a:ext cx="1059" cy="12231"/>
          </a:xfrm>
          <a:custGeom>
            <a:rect b="b" l="l" r="r" t="t"/>
            <a:pathLst>
              <a:path extrusionOk="0" fill="none" h="381" w="33">
                <a:moveTo>
                  <a:pt x="1" y="0"/>
                </a:moveTo>
                <a:lnTo>
                  <a:pt x="32" y="0"/>
                </a:lnTo>
                <a:lnTo>
                  <a:pt x="32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30"/>
          <p:cNvSpPr/>
          <p:nvPr/>
        </p:nvSpPr>
        <p:spPr>
          <a:xfrm>
            <a:off x="3866554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30"/>
          <p:cNvSpPr/>
          <p:nvPr/>
        </p:nvSpPr>
        <p:spPr>
          <a:xfrm>
            <a:off x="3866554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30"/>
          <p:cNvSpPr/>
          <p:nvPr/>
        </p:nvSpPr>
        <p:spPr>
          <a:xfrm>
            <a:off x="3866554" y="1782314"/>
            <a:ext cx="1027" cy="12231"/>
          </a:xfrm>
          <a:custGeom>
            <a:rect b="b" l="l" r="r" t="t"/>
            <a:pathLst>
              <a:path extrusionOk="0" fill="none" h="381" w="32">
                <a:moveTo>
                  <a:pt x="0" y="0"/>
                </a:moveTo>
                <a:lnTo>
                  <a:pt x="32" y="0"/>
                </a:lnTo>
                <a:lnTo>
                  <a:pt x="32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30"/>
          <p:cNvSpPr/>
          <p:nvPr/>
        </p:nvSpPr>
        <p:spPr>
          <a:xfrm>
            <a:off x="3867549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30"/>
          <p:cNvSpPr/>
          <p:nvPr/>
        </p:nvSpPr>
        <p:spPr>
          <a:xfrm>
            <a:off x="3867549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30"/>
          <p:cNvSpPr/>
          <p:nvPr/>
        </p:nvSpPr>
        <p:spPr>
          <a:xfrm>
            <a:off x="3867549" y="1782314"/>
            <a:ext cx="1059" cy="12231"/>
          </a:xfrm>
          <a:custGeom>
            <a:rect b="b" l="l" r="r" t="t"/>
            <a:pathLst>
              <a:path extrusionOk="0" fill="none" h="381" w="33">
                <a:moveTo>
                  <a:pt x="1" y="0"/>
                </a:moveTo>
                <a:lnTo>
                  <a:pt x="33" y="0"/>
                </a:lnTo>
                <a:lnTo>
                  <a:pt x="33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30"/>
          <p:cNvSpPr/>
          <p:nvPr/>
        </p:nvSpPr>
        <p:spPr>
          <a:xfrm>
            <a:off x="3868576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30"/>
          <p:cNvSpPr/>
          <p:nvPr/>
        </p:nvSpPr>
        <p:spPr>
          <a:xfrm>
            <a:off x="3868576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30"/>
          <p:cNvSpPr/>
          <p:nvPr/>
        </p:nvSpPr>
        <p:spPr>
          <a:xfrm>
            <a:off x="3868576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30"/>
          <p:cNvSpPr/>
          <p:nvPr/>
        </p:nvSpPr>
        <p:spPr>
          <a:xfrm>
            <a:off x="3869603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30"/>
          <p:cNvSpPr/>
          <p:nvPr/>
        </p:nvSpPr>
        <p:spPr>
          <a:xfrm>
            <a:off x="3869603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30"/>
          <p:cNvSpPr/>
          <p:nvPr/>
        </p:nvSpPr>
        <p:spPr>
          <a:xfrm>
            <a:off x="3869603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30"/>
          <p:cNvSpPr/>
          <p:nvPr/>
        </p:nvSpPr>
        <p:spPr>
          <a:xfrm>
            <a:off x="3869603" y="1782314"/>
            <a:ext cx="1027" cy="12231"/>
          </a:xfrm>
          <a:custGeom>
            <a:rect b="b" l="l" r="r" t="t"/>
            <a:pathLst>
              <a:path extrusionOk="0" fill="none" h="381" w="32">
                <a:moveTo>
                  <a:pt x="0" y="0"/>
                </a:moveTo>
                <a:lnTo>
                  <a:pt x="32" y="0"/>
                </a:lnTo>
                <a:lnTo>
                  <a:pt x="32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30"/>
          <p:cNvSpPr/>
          <p:nvPr/>
        </p:nvSpPr>
        <p:spPr>
          <a:xfrm>
            <a:off x="3870598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30"/>
          <p:cNvSpPr/>
          <p:nvPr/>
        </p:nvSpPr>
        <p:spPr>
          <a:xfrm>
            <a:off x="3870598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30"/>
          <p:cNvSpPr/>
          <p:nvPr/>
        </p:nvSpPr>
        <p:spPr>
          <a:xfrm>
            <a:off x="3870598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30"/>
          <p:cNvSpPr/>
          <p:nvPr/>
        </p:nvSpPr>
        <p:spPr>
          <a:xfrm>
            <a:off x="3871626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30"/>
          <p:cNvSpPr/>
          <p:nvPr/>
        </p:nvSpPr>
        <p:spPr>
          <a:xfrm>
            <a:off x="3871626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30"/>
          <p:cNvSpPr/>
          <p:nvPr/>
        </p:nvSpPr>
        <p:spPr>
          <a:xfrm>
            <a:off x="3871626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30"/>
          <p:cNvSpPr/>
          <p:nvPr/>
        </p:nvSpPr>
        <p:spPr>
          <a:xfrm>
            <a:off x="3872653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30"/>
          <p:cNvSpPr/>
          <p:nvPr/>
        </p:nvSpPr>
        <p:spPr>
          <a:xfrm>
            <a:off x="3872653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30"/>
          <p:cNvSpPr/>
          <p:nvPr/>
        </p:nvSpPr>
        <p:spPr>
          <a:xfrm>
            <a:off x="3872653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0" y="0"/>
                </a:moveTo>
                <a:lnTo>
                  <a:pt x="0" y="0"/>
                </a:lnTo>
                <a:lnTo>
                  <a:pt x="0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30"/>
          <p:cNvSpPr/>
          <p:nvPr/>
        </p:nvSpPr>
        <p:spPr>
          <a:xfrm>
            <a:off x="3872653" y="1782314"/>
            <a:ext cx="1027" cy="12231"/>
          </a:xfrm>
          <a:custGeom>
            <a:rect b="b" l="l" r="r" t="t"/>
            <a:pathLst>
              <a:path extrusionOk="0" fill="none" h="381" w="32">
                <a:moveTo>
                  <a:pt x="0" y="0"/>
                </a:moveTo>
                <a:lnTo>
                  <a:pt x="32" y="0"/>
                </a:lnTo>
                <a:lnTo>
                  <a:pt x="32" y="380"/>
                </a:lnTo>
                <a:lnTo>
                  <a:pt x="0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30"/>
          <p:cNvSpPr/>
          <p:nvPr/>
        </p:nvSpPr>
        <p:spPr>
          <a:xfrm>
            <a:off x="3873648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0"/>
                </a:moveTo>
                <a:lnTo>
                  <a:pt x="1" y="0"/>
                </a:lnTo>
                <a:lnTo>
                  <a:pt x="1" y="380"/>
                </a:lnTo>
                <a:lnTo>
                  <a:pt x="1" y="38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30"/>
          <p:cNvSpPr/>
          <p:nvPr/>
        </p:nvSpPr>
        <p:spPr>
          <a:xfrm>
            <a:off x="3873648" y="1782314"/>
            <a:ext cx="32" cy="12231"/>
          </a:xfrm>
          <a:custGeom>
            <a:rect b="b" l="l" r="r" t="t"/>
            <a:pathLst>
              <a:path extrusionOk="0" fill="none" h="381" w="1">
                <a:moveTo>
                  <a:pt x="1" y="380"/>
                </a:moveTo>
                <a:lnTo>
                  <a:pt x="1" y="0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30"/>
          <p:cNvSpPr/>
          <p:nvPr/>
        </p:nvSpPr>
        <p:spPr>
          <a:xfrm>
            <a:off x="3894001" y="1701993"/>
            <a:ext cx="1027" cy="13258"/>
          </a:xfrm>
          <a:custGeom>
            <a:rect b="b" l="l" r="r" t="t"/>
            <a:pathLst>
              <a:path extrusionOk="0" fill="none" h="413" w="32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30"/>
          <p:cNvSpPr/>
          <p:nvPr/>
        </p:nvSpPr>
        <p:spPr>
          <a:xfrm>
            <a:off x="3894996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30"/>
          <p:cNvSpPr/>
          <p:nvPr/>
        </p:nvSpPr>
        <p:spPr>
          <a:xfrm>
            <a:off x="3894996" y="1701993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3" y="1"/>
                </a:lnTo>
                <a:lnTo>
                  <a:pt x="33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30"/>
          <p:cNvSpPr/>
          <p:nvPr/>
        </p:nvSpPr>
        <p:spPr>
          <a:xfrm>
            <a:off x="3896024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30"/>
          <p:cNvSpPr/>
          <p:nvPr/>
        </p:nvSpPr>
        <p:spPr>
          <a:xfrm>
            <a:off x="3896024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30"/>
          <p:cNvSpPr/>
          <p:nvPr/>
        </p:nvSpPr>
        <p:spPr>
          <a:xfrm>
            <a:off x="3896024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30"/>
          <p:cNvSpPr/>
          <p:nvPr/>
        </p:nvSpPr>
        <p:spPr>
          <a:xfrm>
            <a:off x="3896024" y="1701993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2" y="1"/>
                </a:lnTo>
                <a:lnTo>
                  <a:pt x="32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30"/>
          <p:cNvSpPr/>
          <p:nvPr/>
        </p:nvSpPr>
        <p:spPr>
          <a:xfrm>
            <a:off x="3897051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30"/>
          <p:cNvSpPr/>
          <p:nvPr/>
        </p:nvSpPr>
        <p:spPr>
          <a:xfrm>
            <a:off x="3897051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30"/>
          <p:cNvSpPr/>
          <p:nvPr/>
        </p:nvSpPr>
        <p:spPr>
          <a:xfrm>
            <a:off x="3897051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30"/>
          <p:cNvSpPr/>
          <p:nvPr/>
        </p:nvSpPr>
        <p:spPr>
          <a:xfrm>
            <a:off x="3898046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30"/>
          <p:cNvSpPr/>
          <p:nvPr/>
        </p:nvSpPr>
        <p:spPr>
          <a:xfrm>
            <a:off x="3898046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30"/>
          <p:cNvSpPr/>
          <p:nvPr/>
        </p:nvSpPr>
        <p:spPr>
          <a:xfrm>
            <a:off x="3898046" y="1701993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3" y="1"/>
                </a:lnTo>
                <a:lnTo>
                  <a:pt x="33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30"/>
          <p:cNvSpPr/>
          <p:nvPr/>
        </p:nvSpPr>
        <p:spPr>
          <a:xfrm>
            <a:off x="3898046" y="1701993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3" y="1"/>
                </a:lnTo>
                <a:lnTo>
                  <a:pt x="33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30"/>
          <p:cNvSpPr/>
          <p:nvPr/>
        </p:nvSpPr>
        <p:spPr>
          <a:xfrm>
            <a:off x="3899073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30"/>
          <p:cNvSpPr/>
          <p:nvPr/>
        </p:nvSpPr>
        <p:spPr>
          <a:xfrm>
            <a:off x="3899073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30"/>
          <p:cNvSpPr/>
          <p:nvPr/>
        </p:nvSpPr>
        <p:spPr>
          <a:xfrm>
            <a:off x="3899073" y="1701993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2" y="1"/>
                </a:lnTo>
                <a:lnTo>
                  <a:pt x="32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30"/>
          <p:cNvSpPr/>
          <p:nvPr/>
        </p:nvSpPr>
        <p:spPr>
          <a:xfrm>
            <a:off x="3900101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30"/>
          <p:cNvSpPr/>
          <p:nvPr/>
        </p:nvSpPr>
        <p:spPr>
          <a:xfrm>
            <a:off x="3900101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30"/>
          <p:cNvSpPr/>
          <p:nvPr/>
        </p:nvSpPr>
        <p:spPr>
          <a:xfrm>
            <a:off x="3900101" y="1701993"/>
            <a:ext cx="1027" cy="13258"/>
          </a:xfrm>
          <a:custGeom>
            <a:rect b="b" l="l" r="r" t="t"/>
            <a:pathLst>
              <a:path extrusionOk="0" fill="none" h="413" w="32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30"/>
          <p:cNvSpPr/>
          <p:nvPr/>
        </p:nvSpPr>
        <p:spPr>
          <a:xfrm>
            <a:off x="3901096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30"/>
          <p:cNvSpPr/>
          <p:nvPr/>
        </p:nvSpPr>
        <p:spPr>
          <a:xfrm>
            <a:off x="3901096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30"/>
          <p:cNvSpPr/>
          <p:nvPr/>
        </p:nvSpPr>
        <p:spPr>
          <a:xfrm>
            <a:off x="3901096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30"/>
          <p:cNvSpPr/>
          <p:nvPr/>
        </p:nvSpPr>
        <p:spPr>
          <a:xfrm>
            <a:off x="3902123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30"/>
          <p:cNvSpPr/>
          <p:nvPr/>
        </p:nvSpPr>
        <p:spPr>
          <a:xfrm>
            <a:off x="3902123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30"/>
          <p:cNvSpPr/>
          <p:nvPr/>
        </p:nvSpPr>
        <p:spPr>
          <a:xfrm>
            <a:off x="3902123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30"/>
          <p:cNvSpPr/>
          <p:nvPr/>
        </p:nvSpPr>
        <p:spPr>
          <a:xfrm>
            <a:off x="3902123" y="1701993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2" y="1"/>
                </a:lnTo>
                <a:lnTo>
                  <a:pt x="32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30"/>
          <p:cNvSpPr/>
          <p:nvPr/>
        </p:nvSpPr>
        <p:spPr>
          <a:xfrm>
            <a:off x="3903150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30"/>
          <p:cNvSpPr/>
          <p:nvPr/>
        </p:nvSpPr>
        <p:spPr>
          <a:xfrm>
            <a:off x="3903150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30"/>
          <p:cNvSpPr/>
          <p:nvPr/>
        </p:nvSpPr>
        <p:spPr>
          <a:xfrm>
            <a:off x="3903150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30"/>
          <p:cNvSpPr/>
          <p:nvPr/>
        </p:nvSpPr>
        <p:spPr>
          <a:xfrm>
            <a:off x="3903150" y="1701993"/>
            <a:ext cx="1027" cy="13258"/>
          </a:xfrm>
          <a:custGeom>
            <a:rect b="b" l="l" r="r" t="t"/>
            <a:pathLst>
              <a:path extrusionOk="0" fill="none" h="413" w="32">
                <a:moveTo>
                  <a:pt x="0" y="1"/>
                </a:moveTo>
                <a:lnTo>
                  <a:pt x="32" y="1"/>
                </a:lnTo>
                <a:lnTo>
                  <a:pt x="32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30"/>
          <p:cNvSpPr/>
          <p:nvPr/>
        </p:nvSpPr>
        <p:spPr>
          <a:xfrm>
            <a:off x="3904146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30"/>
          <p:cNvSpPr/>
          <p:nvPr/>
        </p:nvSpPr>
        <p:spPr>
          <a:xfrm>
            <a:off x="3904146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30"/>
          <p:cNvSpPr/>
          <p:nvPr/>
        </p:nvSpPr>
        <p:spPr>
          <a:xfrm>
            <a:off x="3904146" y="1701993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3" y="1"/>
                </a:lnTo>
                <a:lnTo>
                  <a:pt x="33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30"/>
          <p:cNvSpPr/>
          <p:nvPr/>
        </p:nvSpPr>
        <p:spPr>
          <a:xfrm>
            <a:off x="3905173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30"/>
          <p:cNvSpPr/>
          <p:nvPr/>
        </p:nvSpPr>
        <p:spPr>
          <a:xfrm>
            <a:off x="3905173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30"/>
          <p:cNvSpPr/>
          <p:nvPr/>
        </p:nvSpPr>
        <p:spPr>
          <a:xfrm>
            <a:off x="3905173" y="1701993"/>
            <a:ext cx="1059" cy="13258"/>
          </a:xfrm>
          <a:custGeom>
            <a:rect b="b" l="l" r="r" t="t"/>
            <a:pathLst>
              <a:path extrusionOk="0" fill="none" h="413" w="33">
                <a:moveTo>
                  <a:pt x="1" y="1"/>
                </a:moveTo>
                <a:lnTo>
                  <a:pt x="32" y="1"/>
                </a:lnTo>
                <a:lnTo>
                  <a:pt x="32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30"/>
          <p:cNvSpPr/>
          <p:nvPr/>
        </p:nvSpPr>
        <p:spPr>
          <a:xfrm>
            <a:off x="3906200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30"/>
          <p:cNvSpPr/>
          <p:nvPr/>
        </p:nvSpPr>
        <p:spPr>
          <a:xfrm>
            <a:off x="3906200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30"/>
          <p:cNvSpPr/>
          <p:nvPr/>
        </p:nvSpPr>
        <p:spPr>
          <a:xfrm>
            <a:off x="3906200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0" y="1"/>
                </a:moveTo>
                <a:lnTo>
                  <a:pt x="0" y="1"/>
                </a:lnTo>
                <a:lnTo>
                  <a:pt x="0" y="412"/>
                </a:lnTo>
                <a:lnTo>
                  <a:pt x="0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30"/>
          <p:cNvSpPr/>
          <p:nvPr/>
        </p:nvSpPr>
        <p:spPr>
          <a:xfrm>
            <a:off x="3907195" y="1701993"/>
            <a:ext cx="32" cy="13258"/>
          </a:xfrm>
          <a:custGeom>
            <a:rect b="b" l="l" r="r" t="t"/>
            <a:pathLst>
              <a:path extrusionOk="0" fill="none" h="413" w="1">
                <a:moveTo>
                  <a:pt x="1" y="1"/>
                </a:moveTo>
                <a:lnTo>
                  <a:pt x="1" y="1"/>
                </a:lnTo>
                <a:lnTo>
                  <a:pt x="1" y="412"/>
                </a:lnTo>
                <a:lnTo>
                  <a:pt x="1" y="412"/>
                </a:ln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30"/>
          <p:cNvSpPr/>
          <p:nvPr/>
        </p:nvSpPr>
        <p:spPr>
          <a:xfrm>
            <a:off x="4496886" y="1127583"/>
            <a:ext cx="78298" cy="78330"/>
          </a:xfrm>
          <a:custGeom>
            <a:rect b="b" l="l" r="r" t="t"/>
            <a:pathLst>
              <a:path extrusionOk="0" h="2440" w="2439">
                <a:moveTo>
                  <a:pt x="2439" y="1204"/>
                </a:moveTo>
                <a:cubicBezTo>
                  <a:pt x="2439" y="1869"/>
                  <a:pt x="1900" y="2439"/>
                  <a:pt x="1235" y="2439"/>
                </a:cubicBezTo>
                <a:cubicBezTo>
                  <a:pt x="538" y="2439"/>
                  <a:pt x="0" y="1869"/>
                  <a:pt x="0" y="1204"/>
                </a:cubicBezTo>
                <a:cubicBezTo>
                  <a:pt x="0" y="539"/>
                  <a:pt x="538" y="1"/>
                  <a:pt x="1235" y="1"/>
                </a:cubicBezTo>
                <a:cubicBezTo>
                  <a:pt x="1900" y="1"/>
                  <a:pt x="2439" y="539"/>
                  <a:pt x="2439" y="1204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30"/>
          <p:cNvSpPr/>
          <p:nvPr/>
        </p:nvSpPr>
        <p:spPr>
          <a:xfrm>
            <a:off x="419066" y="2659675"/>
            <a:ext cx="4189665" cy="747282"/>
          </a:xfrm>
          <a:custGeom>
            <a:rect b="b" l="l" r="r" t="t"/>
            <a:pathLst>
              <a:path extrusionOk="0" h="23278" w="130509">
                <a:moveTo>
                  <a:pt x="3421" y="1"/>
                </a:moveTo>
                <a:cubicBezTo>
                  <a:pt x="1521" y="1"/>
                  <a:pt x="0" y="1552"/>
                  <a:pt x="0" y="3453"/>
                </a:cubicBezTo>
                <a:lnTo>
                  <a:pt x="0" y="19825"/>
                </a:lnTo>
                <a:cubicBezTo>
                  <a:pt x="0" y="21726"/>
                  <a:pt x="1521" y="23277"/>
                  <a:pt x="3421" y="23277"/>
                </a:cubicBezTo>
                <a:lnTo>
                  <a:pt x="92822" y="23277"/>
                </a:lnTo>
                <a:cubicBezTo>
                  <a:pt x="94723" y="23277"/>
                  <a:pt x="96274" y="21726"/>
                  <a:pt x="96274" y="19825"/>
                </a:cubicBezTo>
                <a:lnTo>
                  <a:pt x="96274" y="15392"/>
                </a:lnTo>
                <a:cubicBezTo>
                  <a:pt x="96325" y="13222"/>
                  <a:pt x="97823" y="12035"/>
                  <a:pt x="99487" y="12035"/>
                </a:cubicBezTo>
                <a:cubicBezTo>
                  <a:pt x="100956" y="12035"/>
                  <a:pt x="102554" y="12959"/>
                  <a:pt x="103400" y="14948"/>
                </a:cubicBezTo>
                <a:cubicBezTo>
                  <a:pt x="104667" y="17894"/>
                  <a:pt x="107612" y="19952"/>
                  <a:pt x="111032" y="19952"/>
                </a:cubicBezTo>
                <a:cubicBezTo>
                  <a:pt x="114389" y="19952"/>
                  <a:pt x="117271" y="17989"/>
                  <a:pt x="118601" y="15138"/>
                </a:cubicBezTo>
                <a:cubicBezTo>
                  <a:pt x="119811" y="12857"/>
                  <a:pt x="121689" y="11962"/>
                  <a:pt x="123366" y="11962"/>
                </a:cubicBezTo>
                <a:cubicBezTo>
                  <a:pt x="123971" y="11962"/>
                  <a:pt x="124550" y="12078"/>
                  <a:pt x="125062" y="12288"/>
                </a:cubicBezTo>
                <a:cubicBezTo>
                  <a:pt x="125125" y="12320"/>
                  <a:pt x="125188" y="12352"/>
                  <a:pt x="125252" y="12383"/>
                </a:cubicBezTo>
                <a:cubicBezTo>
                  <a:pt x="125315" y="12383"/>
                  <a:pt x="125378" y="12415"/>
                  <a:pt x="125410" y="12447"/>
                </a:cubicBezTo>
                <a:cubicBezTo>
                  <a:pt x="125505" y="12478"/>
                  <a:pt x="125568" y="12510"/>
                  <a:pt x="125632" y="12573"/>
                </a:cubicBezTo>
                <a:cubicBezTo>
                  <a:pt x="126138" y="12890"/>
                  <a:pt x="126392" y="13238"/>
                  <a:pt x="126645" y="13428"/>
                </a:cubicBezTo>
                <a:cubicBezTo>
                  <a:pt x="127057" y="13777"/>
                  <a:pt x="127563" y="13967"/>
                  <a:pt x="128165" y="13967"/>
                </a:cubicBezTo>
                <a:cubicBezTo>
                  <a:pt x="129432" y="13967"/>
                  <a:pt x="130509" y="12922"/>
                  <a:pt x="130509" y="11623"/>
                </a:cubicBezTo>
                <a:cubicBezTo>
                  <a:pt x="130509" y="10356"/>
                  <a:pt x="129432" y="9280"/>
                  <a:pt x="128165" y="9280"/>
                </a:cubicBezTo>
                <a:cubicBezTo>
                  <a:pt x="127563" y="9280"/>
                  <a:pt x="127057" y="9501"/>
                  <a:pt x="126645" y="9850"/>
                </a:cubicBezTo>
                <a:cubicBezTo>
                  <a:pt x="126392" y="10040"/>
                  <a:pt x="126138" y="10388"/>
                  <a:pt x="125632" y="10705"/>
                </a:cubicBezTo>
                <a:cubicBezTo>
                  <a:pt x="125568" y="10736"/>
                  <a:pt x="125505" y="10800"/>
                  <a:pt x="125410" y="10831"/>
                </a:cubicBezTo>
                <a:cubicBezTo>
                  <a:pt x="125378" y="10863"/>
                  <a:pt x="125315" y="10895"/>
                  <a:pt x="125283" y="10895"/>
                </a:cubicBezTo>
                <a:cubicBezTo>
                  <a:pt x="125188" y="10926"/>
                  <a:pt x="125157" y="10958"/>
                  <a:pt x="125062" y="10990"/>
                </a:cubicBezTo>
                <a:cubicBezTo>
                  <a:pt x="124550" y="11200"/>
                  <a:pt x="123971" y="11316"/>
                  <a:pt x="123366" y="11316"/>
                </a:cubicBezTo>
                <a:cubicBezTo>
                  <a:pt x="121689" y="11316"/>
                  <a:pt x="119811" y="10421"/>
                  <a:pt x="118601" y="8140"/>
                </a:cubicBezTo>
                <a:cubicBezTo>
                  <a:pt x="117271" y="5289"/>
                  <a:pt x="114389" y="3294"/>
                  <a:pt x="111032" y="3294"/>
                </a:cubicBezTo>
                <a:cubicBezTo>
                  <a:pt x="107612" y="3294"/>
                  <a:pt x="104667" y="5384"/>
                  <a:pt x="103400" y="8330"/>
                </a:cubicBezTo>
                <a:cubicBezTo>
                  <a:pt x="102569" y="10319"/>
                  <a:pt x="100972" y="11244"/>
                  <a:pt x="99500" y="11244"/>
                </a:cubicBezTo>
                <a:cubicBezTo>
                  <a:pt x="97832" y="11244"/>
                  <a:pt x="96325" y="10056"/>
                  <a:pt x="96274" y="7886"/>
                </a:cubicBezTo>
                <a:lnTo>
                  <a:pt x="96274" y="3453"/>
                </a:lnTo>
                <a:cubicBezTo>
                  <a:pt x="96274" y="1552"/>
                  <a:pt x="94723" y="1"/>
                  <a:pt x="92822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30"/>
          <p:cNvSpPr/>
          <p:nvPr/>
        </p:nvSpPr>
        <p:spPr>
          <a:xfrm>
            <a:off x="3764885" y="2814217"/>
            <a:ext cx="437204" cy="438199"/>
          </a:xfrm>
          <a:custGeom>
            <a:rect b="b" l="l" r="r" t="t"/>
            <a:pathLst>
              <a:path extrusionOk="0" h="13650" w="13619">
                <a:moveTo>
                  <a:pt x="13618" y="6841"/>
                </a:moveTo>
                <a:cubicBezTo>
                  <a:pt x="13618" y="10578"/>
                  <a:pt x="10578" y="13650"/>
                  <a:pt x="6809" y="13650"/>
                </a:cubicBezTo>
                <a:cubicBezTo>
                  <a:pt x="3041" y="13650"/>
                  <a:pt x="0" y="10578"/>
                  <a:pt x="0" y="6841"/>
                </a:cubicBezTo>
                <a:cubicBezTo>
                  <a:pt x="0" y="3072"/>
                  <a:pt x="3041" y="0"/>
                  <a:pt x="6809" y="0"/>
                </a:cubicBezTo>
                <a:cubicBezTo>
                  <a:pt x="10578" y="0"/>
                  <a:pt x="13618" y="3072"/>
                  <a:pt x="13618" y="6841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30"/>
          <p:cNvSpPr/>
          <p:nvPr/>
        </p:nvSpPr>
        <p:spPr>
          <a:xfrm>
            <a:off x="4493836" y="2994151"/>
            <a:ext cx="78298" cy="78330"/>
          </a:xfrm>
          <a:custGeom>
            <a:rect b="b" l="l" r="r" t="t"/>
            <a:pathLst>
              <a:path extrusionOk="0" h="2440" w="2439">
                <a:moveTo>
                  <a:pt x="2439" y="1236"/>
                </a:moveTo>
                <a:cubicBezTo>
                  <a:pt x="2439" y="1901"/>
                  <a:pt x="1900" y="2439"/>
                  <a:pt x="1203" y="2439"/>
                </a:cubicBezTo>
                <a:cubicBezTo>
                  <a:pt x="538" y="2439"/>
                  <a:pt x="0" y="1901"/>
                  <a:pt x="0" y="1236"/>
                </a:cubicBezTo>
                <a:cubicBezTo>
                  <a:pt x="0" y="539"/>
                  <a:pt x="538" y="1"/>
                  <a:pt x="1203" y="1"/>
                </a:cubicBezTo>
                <a:cubicBezTo>
                  <a:pt x="1900" y="1"/>
                  <a:pt x="2439" y="539"/>
                  <a:pt x="2439" y="1236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30"/>
          <p:cNvSpPr/>
          <p:nvPr/>
        </p:nvSpPr>
        <p:spPr>
          <a:xfrm>
            <a:off x="459740" y="2701376"/>
            <a:ext cx="3008293" cy="663880"/>
          </a:xfrm>
          <a:custGeom>
            <a:rect b="b" l="l" r="r" t="t"/>
            <a:pathLst>
              <a:path extrusionOk="0" h="20680" w="93709">
                <a:moveTo>
                  <a:pt x="2154" y="0"/>
                </a:moveTo>
                <a:cubicBezTo>
                  <a:pt x="982" y="0"/>
                  <a:pt x="0" y="950"/>
                  <a:pt x="0" y="2154"/>
                </a:cubicBezTo>
                <a:lnTo>
                  <a:pt x="0" y="18526"/>
                </a:lnTo>
                <a:cubicBezTo>
                  <a:pt x="0" y="19730"/>
                  <a:pt x="982" y="20680"/>
                  <a:pt x="2154" y="20680"/>
                </a:cubicBezTo>
                <a:lnTo>
                  <a:pt x="91555" y="20680"/>
                </a:lnTo>
                <a:cubicBezTo>
                  <a:pt x="92759" y="20680"/>
                  <a:pt x="93709" y="19730"/>
                  <a:pt x="93709" y="18526"/>
                </a:cubicBezTo>
                <a:lnTo>
                  <a:pt x="93709" y="2154"/>
                </a:lnTo>
                <a:cubicBezTo>
                  <a:pt x="93709" y="950"/>
                  <a:pt x="92727" y="0"/>
                  <a:pt x="9155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30"/>
          <p:cNvSpPr/>
          <p:nvPr/>
        </p:nvSpPr>
        <p:spPr>
          <a:xfrm>
            <a:off x="3889924" y="2884361"/>
            <a:ext cx="188121" cy="298938"/>
          </a:xfrm>
          <a:custGeom>
            <a:rect b="b" l="l" r="r" t="t"/>
            <a:pathLst>
              <a:path extrusionOk="0" h="9312" w="5860">
                <a:moveTo>
                  <a:pt x="2914" y="1046"/>
                </a:moveTo>
                <a:cubicBezTo>
                  <a:pt x="3484" y="1046"/>
                  <a:pt x="3959" y="1521"/>
                  <a:pt x="3959" y="2154"/>
                </a:cubicBezTo>
                <a:lnTo>
                  <a:pt x="3959" y="3421"/>
                </a:lnTo>
                <a:lnTo>
                  <a:pt x="1901" y="3421"/>
                </a:lnTo>
                <a:lnTo>
                  <a:pt x="1901" y="2154"/>
                </a:lnTo>
                <a:cubicBezTo>
                  <a:pt x="1901" y="1521"/>
                  <a:pt x="2344" y="1046"/>
                  <a:pt x="2914" y="1046"/>
                </a:cubicBezTo>
                <a:close/>
                <a:moveTo>
                  <a:pt x="2914" y="317"/>
                </a:moveTo>
                <a:cubicBezTo>
                  <a:pt x="3833" y="317"/>
                  <a:pt x="4593" y="1046"/>
                  <a:pt x="4593" y="1964"/>
                </a:cubicBezTo>
                <a:lnTo>
                  <a:pt x="4593" y="3421"/>
                </a:lnTo>
                <a:lnTo>
                  <a:pt x="4276" y="3421"/>
                </a:lnTo>
                <a:lnTo>
                  <a:pt x="4276" y="2122"/>
                </a:lnTo>
                <a:cubicBezTo>
                  <a:pt x="4276" y="1362"/>
                  <a:pt x="3674" y="729"/>
                  <a:pt x="2914" y="729"/>
                </a:cubicBezTo>
                <a:cubicBezTo>
                  <a:pt x="2186" y="729"/>
                  <a:pt x="1584" y="1362"/>
                  <a:pt x="1584" y="2122"/>
                </a:cubicBezTo>
                <a:lnTo>
                  <a:pt x="1584" y="3421"/>
                </a:lnTo>
                <a:lnTo>
                  <a:pt x="1267" y="3421"/>
                </a:lnTo>
                <a:lnTo>
                  <a:pt x="1267" y="1964"/>
                </a:lnTo>
                <a:cubicBezTo>
                  <a:pt x="1267" y="1046"/>
                  <a:pt x="1996" y="317"/>
                  <a:pt x="2914" y="317"/>
                </a:cubicBezTo>
                <a:close/>
                <a:moveTo>
                  <a:pt x="5353" y="3737"/>
                </a:moveTo>
                <a:cubicBezTo>
                  <a:pt x="5448" y="3737"/>
                  <a:pt x="5543" y="3832"/>
                  <a:pt x="5543" y="3927"/>
                </a:cubicBezTo>
                <a:lnTo>
                  <a:pt x="5543" y="8804"/>
                </a:lnTo>
                <a:cubicBezTo>
                  <a:pt x="5543" y="8899"/>
                  <a:pt x="5448" y="8963"/>
                  <a:pt x="5353" y="8963"/>
                </a:cubicBezTo>
                <a:lnTo>
                  <a:pt x="476" y="8963"/>
                </a:lnTo>
                <a:cubicBezTo>
                  <a:pt x="381" y="8963"/>
                  <a:pt x="317" y="8899"/>
                  <a:pt x="317" y="8804"/>
                </a:cubicBezTo>
                <a:lnTo>
                  <a:pt x="317" y="3927"/>
                </a:lnTo>
                <a:cubicBezTo>
                  <a:pt x="317" y="3832"/>
                  <a:pt x="381" y="3737"/>
                  <a:pt x="476" y="3737"/>
                </a:cubicBezTo>
                <a:close/>
                <a:moveTo>
                  <a:pt x="2914" y="1"/>
                </a:moveTo>
                <a:cubicBezTo>
                  <a:pt x="1837" y="1"/>
                  <a:pt x="951" y="887"/>
                  <a:pt x="951" y="1964"/>
                </a:cubicBezTo>
                <a:lnTo>
                  <a:pt x="951" y="3421"/>
                </a:lnTo>
                <a:lnTo>
                  <a:pt x="476" y="3421"/>
                </a:lnTo>
                <a:cubicBezTo>
                  <a:pt x="222" y="3421"/>
                  <a:pt x="1" y="3642"/>
                  <a:pt x="1" y="3927"/>
                </a:cubicBezTo>
                <a:lnTo>
                  <a:pt x="1" y="8804"/>
                </a:lnTo>
                <a:cubicBezTo>
                  <a:pt x="1" y="9089"/>
                  <a:pt x="222" y="9311"/>
                  <a:pt x="476" y="9311"/>
                </a:cubicBezTo>
                <a:lnTo>
                  <a:pt x="5353" y="9311"/>
                </a:lnTo>
                <a:cubicBezTo>
                  <a:pt x="5638" y="9311"/>
                  <a:pt x="5859" y="9089"/>
                  <a:pt x="5859" y="8804"/>
                </a:cubicBezTo>
                <a:lnTo>
                  <a:pt x="5859" y="3927"/>
                </a:lnTo>
                <a:cubicBezTo>
                  <a:pt x="5859" y="3642"/>
                  <a:pt x="5638" y="3421"/>
                  <a:pt x="5353" y="3421"/>
                </a:cubicBezTo>
                <a:lnTo>
                  <a:pt x="4909" y="3421"/>
                </a:lnTo>
                <a:lnTo>
                  <a:pt x="4909" y="1964"/>
                </a:lnTo>
                <a:cubicBezTo>
                  <a:pt x="4909" y="887"/>
                  <a:pt x="4023" y="1"/>
                  <a:pt x="2914" y="1"/>
                </a:cubicBezTo>
                <a:close/>
              </a:path>
            </a:pathLst>
          </a:custGeom>
          <a:solidFill>
            <a:srgbClr val="F2A365"/>
          </a:solidFill>
          <a:ln cap="flat" cmpd="sng" w="2375">
            <a:solidFill>
              <a:srgbClr val="F2A365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30"/>
          <p:cNvSpPr/>
          <p:nvPr/>
        </p:nvSpPr>
        <p:spPr>
          <a:xfrm>
            <a:off x="3950919" y="3037875"/>
            <a:ext cx="66131" cy="100673"/>
          </a:xfrm>
          <a:custGeom>
            <a:rect b="b" l="l" r="r" t="t"/>
            <a:pathLst>
              <a:path extrusionOk="0" h="3136" w="2060">
                <a:moveTo>
                  <a:pt x="1014" y="317"/>
                </a:moveTo>
                <a:cubicBezTo>
                  <a:pt x="1426" y="317"/>
                  <a:pt x="1743" y="634"/>
                  <a:pt x="1743" y="1046"/>
                </a:cubicBezTo>
                <a:cubicBezTo>
                  <a:pt x="1743" y="1331"/>
                  <a:pt x="1553" y="1584"/>
                  <a:pt x="1299" y="1679"/>
                </a:cubicBezTo>
                <a:lnTo>
                  <a:pt x="1204" y="1742"/>
                </a:lnTo>
                <a:lnTo>
                  <a:pt x="1204" y="2756"/>
                </a:lnTo>
                <a:cubicBezTo>
                  <a:pt x="1204" y="2787"/>
                  <a:pt x="1173" y="2819"/>
                  <a:pt x="1109" y="2819"/>
                </a:cubicBezTo>
                <a:lnTo>
                  <a:pt x="919" y="2819"/>
                </a:lnTo>
                <a:cubicBezTo>
                  <a:pt x="856" y="2819"/>
                  <a:pt x="824" y="2787"/>
                  <a:pt x="824" y="2756"/>
                </a:cubicBezTo>
                <a:lnTo>
                  <a:pt x="824" y="1742"/>
                </a:lnTo>
                <a:lnTo>
                  <a:pt x="729" y="1679"/>
                </a:lnTo>
                <a:cubicBezTo>
                  <a:pt x="476" y="1584"/>
                  <a:pt x="317" y="1331"/>
                  <a:pt x="317" y="1046"/>
                </a:cubicBezTo>
                <a:cubicBezTo>
                  <a:pt x="317" y="634"/>
                  <a:pt x="634" y="317"/>
                  <a:pt x="1014" y="317"/>
                </a:cubicBezTo>
                <a:close/>
                <a:moveTo>
                  <a:pt x="1014" y="1"/>
                </a:moveTo>
                <a:cubicBezTo>
                  <a:pt x="444" y="1"/>
                  <a:pt x="1" y="476"/>
                  <a:pt x="1" y="1046"/>
                </a:cubicBezTo>
                <a:cubicBezTo>
                  <a:pt x="1" y="1426"/>
                  <a:pt x="191" y="1742"/>
                  <a:pt x="507" y="1932"/>
                </a:cubicBezTo>
                <a:lnTo>
                  <a:pt x="507" y="2724"/>
                </a:lnTo>
                <a:cubicBezTo>
                  <a:pt x="507" y="2946"/>
                  <a:pt x="697" y="3136"/>
                  <a:pt x="919" y="3136"/>
                </a:cubicBezTo>
                <a:lnTo>
                  <a:pt x="1109" y="3136"/>
                </a:lnTo>
                <a:cubicBezTo>
                  <a:pt x="1363" y="3136"/>
                  <a:pt x="1521" y="2946"/>
                  <a:pt x="1521" y="2724"/>
                </a:cubicBezTo>
                <a:lnTo>
                  <a:pt x="1521" y="1932"/>
                </a:lnTo>
                <a:cubicBezTo>
                  <a:pt x="1838" y="1742"/>
                  <a:pt x="2059" y="1426"/>
                  <a:pt x="2059" y="1046"/>
                </a:cubicBezTo>
                <a:cubicBezTo>
                  <a:pt x="2059" y="476"/>
                  <a:pt x="1584" y="1"/>
                  <a:pt x="1014" y="1"/>
                </a:cubicBezTo>
                <a:close/>
              </a:path>
            </a:pathLst>
          </a:custGeom>
          <a:solidFill>
            <a:srgbClr val="F2A365"/>
          </a:solidFill>
          <a:ln cap="flat" cmpd="sng" w="2375">
            <a:solidFill>
              <a:srgbClr val="F2A365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30"/>
          <p:cNvSpPr/>
          <p:nvPr/>
        </p:nvSpPr>
        <p:spPr>
          <a:xfrm>
            <a:off x="4461284" y="3281886"/>
            <a:ext cx="4188670" cy="747250"/>
          </a:xfrm>
          <a:custGeom>
            <a:rect b="b" l="l" r="r" t="t"/>
            <a:pathLst>
              <a:path extrusionOk="0" h="23277" w="130478">
                <a:moveTo>
                  <a:pt x="37655" y="0"/>
                </a:moveTo>
                <a:cubicBezTo>
                  <a:pt x="35755" y="0"/>
                  <a:pt x="34235" y="1552"/>
                  <a:pt x="34235" y="3452"/>
                </a:cubicBezTo>
                <a:lnTo>
                  <a:pt x="34235" y="7886"/>
                </a:lnTo>
                <a:cubicBezTo>
                  <a:pt x="34184" y="10056"/>
                  <a:pt x="32677" y="11243"/>
                  <a:pt x="31005" y="11243"/>
                </a:cubicBezTo>
                <a:cubicBezTo>
                  <a:pt x="29529" y="11243"/>
                  <a:pt x="27924" y="10318"/>
                  <a:pt x="27078" y="8329"/>
                </a:cubicBezTo>
                <a:cubicBezTo>
                  <a:pt x="25811" y="5384"/>
                  <a:pt x="22866" y="3325"/>
                  <a:pt x="19445" y="3325"/>
                </a:cubicBezTo>
                <a:cubicBezTo>
                  <a:pt x="16089" y="3325"/>
                  <a:pt x="13207" y="5289"/>
                  <a:pt x="11877" y="8139"/>
                </a:cubicBezTo>
                <a:cubicBezTo>
                  <a:pt x="10666" y="10420"/>
                  <a:pt x="8789" y="11315"/>
                  <a:pt x="7111" y="11315"/>
                </a:cubicBezTo>
                <a:cubicBezTo>
                  <a:pt x="6507" y="11315"/>
                  <a:pt x="5928" y="11199"/>
                  <a:pt x="5416" y="10989"/>
                </a:cubicBezTo>
                <a:cubicBezTo>
                  <a:pt x="5353" y="10957"/>
                  <a:pt x="5289" y="10926"/>
                  <a:pt x="5226" y="10926"/>
                </a:cubicBezTo>
                <a:cubicBezTo>
                  <a:pt x="5163" y="10894"/>
                  <a:pt x="5099" y="10862"/>
                  <a:pt x="5068" y="10831"/>
                </a:cubicBezTo>
                <a:cubicBezTo>
                  <a:pt x="5004" y="10799"/>
                  <a:pt x="4909" y="10767"/>
                  <a:pt x="4846" y="10736"/>
                </a:cubicBezTo>
                <a:cubicBezTo>
                  <a:pt x="4846" y="10704"/>
                  <a:pt x="4846" y="10704"/>
                  <a:pt x="4846" y="10704"/>
                </a:cubicBezTo>
                <a:cubicBezTo>
                  <a:pt x="4339" y="10387"/>
                  <a:pt x="4086" y="10039"/>
                  <a:pt x="3833" y="9849"/>
                </a:cubicBezTo>
                <a:cubicBezTo>
                  <a:pt x="3421" y="9501"/>
                  <a:pt x="2914" y="9311"/>
                  <a:pt x="2344" y="9311"/>
                </a:cubicBezTo>
                <a:cubicBezTo>
                  <a:pt x="1046" y="9311"/>
                  <a:pt x="1" y="10356"/>
                  <a:pt x="1" y="11654"/>
                </a:cubicBezTo>
                <a:cubicBezTo>
                  <a:pt x="1" y="12953"/>
                  <a:pt x="1046" y="13998"/>
                  <a:pt x="2344" y="13998"/>
                </a:cubicBezTo>
                <a:cubicBezTo>
                  <a:pt x="2914" y="13998"/>
                  <a:pt x="3421" y="13776"/>
                  <a:pt x="3833" y="13428"/>
                </a:cubicBezTo>
                <a:cubicBezTo>
                  <a:pt x="4086" y="13238"/>
                  <a:pt x="4339" y="12889"/>
                  <a:pt x="4846" y="12573"/>
                </a:cubicBezTo>
                <a:cubicBezTo>
                  <a:pt x="4909" y="12541"/>
                  <a:pt x="4973" y="12478"/>
                  <a:pt x="5068" y="12446"/>
                </a:cubicBezTo>
                <a:cubicBezTo>
                  <a:pt x="5099" y="12414"/>
                  <a:pt x="5163" y="12414"/>
                  <a:pt x="5226" y="12383"/>
                </a:cubicBezTo>
                <a:cubicBezTo>
                  <a:pt x="5289" y="12351"/>
                  <a:pt x="5353" y="12319"/>
                  <a:pt x="5416" y="12288"/>
                </a:cubicBezTo>
                <a:cubicBezTo>
                  <a:pt x="5925" y="12087"/>
                  <a:pt x="6500" y="11975"/>
                  <a:pt x="7101" y="11975"/>
                </a:cubicBezTo>
                <a:cubicBezTo>
                  <a:pt x="8781" y="11975"/>
                  <a:pt x="10664" y="12852"/>
                  <a:pt x="11877" y="15138"/>
                </a:cubicBezTo>
                <a:cubicBezTo>
                  <a:pt x="13207" y="17988"/>
                  <a:pt x="16089" y="19983"/>
                  <a:pt x="19445" y="19983"/>
                </a:cubicBezTo>
                <a:cubicBezTo>
                  <a:pt x="22866" y="19983"/>
                  <a:pt x="25811" y="17893"/>
                  <a:pt x="27078" y="14948"/>
                </a:cubicBezTo>
                <a:cubicBezTo>
                  <a:pt x="27924" y="12958"/>
                  <a:pt x="29522" y="12034"/>
                  <a:pt x="30994" y="12034"/>
                </a:cubicBezTo>
                <a:cubicBezTo>
                  <a:pt x="32662" y="12034"/>
                  <a:pt x="34168" y="13221"/>
                  <a:pt x="34235" y="15391"/>
                </a:cubicBezTo>
                <a:lnTo>
                  <a:pt x="34235" y="19856"/>
                </a:lnTo>
                <a:cubicBezTo>
                  <a:pt x="34235" y="21725"/>
                  <a:pt x="35755" y="23277"/>
                  <a:pt x="37655" y="23277"/>
                </a:cubicBezTo>
                <a:lnTo>
                  <a:pt x="127025" y="23277"/>
                </a:lnTo>
                <a:cubicBezTo>
                  <a:pt x="128925" y="23277"/>
                  <a:pt x="130477" y="21725"/>
                  <a:pt x="130477" y="19856"/>
                </a:cubicBezTo>
                <a:lnTo>
                  <a:pt x="130477" y="3452"/>
                </a:lnTo>
                <a:cubicBezTo>
                  <a:pt x="130477" y="1552"/>
                  <a:pt x="128925" y="0"/>
                  <a:pt x="127025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30"/>
          <p:cNvSpPr/>
          <p:nvPr/>
        </p:nvSpPr>
        <p:spPr>
          <a:xfrm>
            <a:off x="4866932" y="3436395"/>
            <a:ext cx="437204" cy="438231"/>
          </a:xfrm>
          <a:custGeom>
            <a:rect b="b" l="l" r="r" t="t"/>
            <a:pathLst>
              <a:path extrusionOk="0" h="13651" w="13619">
                <a:moveTo>
                  <a:pt x="13618" y="6841"/>
                </a:moveTo>
                <a:cubicBezTo>
                  <a:pt x="13618" y="10610"/>
                  <a:pt x="10578" y="13650"/>
                  <a:pt x="6809" y="13650"/>
                </a:cubicBezTo>
                <a:cubicBezTo>
                  <a:pt x="3041" y="13650"/>
                  <a:pt x="1" y="10610"/>
                  <a:pt x="1" y="6841"/>
                </a:cubicBezTo>
                <a:cubicBezTo>
                  <a:pt x="1" y="3073"/>
                  <a:pt x="3041" y="1"/>
                  <a:pt x="6809" y="1"/>
                </a:cubicBezTo>
                <a:cubicBezTo>
                  <a:pt x="10578" y="1"/>
                  <a:pt x="13618" y="3073"/>
                  <a:pt x="13618" y="6841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30"/>
          <p:cNvSpPr/>
          <p:nvPr/>
        </p:nvSpPr>
        <p:spPr>
          <a:xfrm>
            <a:off x="4496886" y="3616362"/>
            <a:ext cx="78298" cy="78298"/>
          </a:xfrm>
          <a:custGeom>
            <a:rect b="b" l="l" r="r" t="t"/>
            <a:pathLst>
              <a:path extrusionOk="0" h="2439" w="2439">
                <a:moveTo>
                  <a:pt x="2439" y="1235"/>
                </a:moveTo>
                <a:cubicBezTo>
                  <a:pt x="2439" y="1900"/>
                  <a:pt x="1900" y="2439"/>
                  <a:pt x="1235" y="2439"/>
                </a:cubicBezTo>
                <a:cubicBezTo>
                  <a:pt x="538" y="2439"/>
                  <a:pt x="0" y="1900"/>
                  <a:pt x="0" y="1235"/>
                </a:cubicBezTo>
                <a:cubicBezTo>
                  <a:pt x="0" y="538"/>
                  <a:pt x="538" y="0"/>
                  <a:pt x="1235" y="0"/>
                </a:cubicBezTo>
                <a:cubicBezTo>
                  <a:pt x="1900" y="0"/>
                  <a:pt x="2439" y="538"/>
                  <a:pt x="2439" y="1235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30"/>
          <p:cNvSpPr/>
          <p:nvPr/>
        </p:nvSpPr>
        <p:spPr>
          <a:xfrm>
            <a:off x="5600955" y="3323555"/>
            <a:ext cx="3007298" cy="663912"/>
          </a:xfrm>
          <a:custGeom>
            <a:rect b="b" l="l" r="r" t="t"/>
            <a:pathLst>
              <a:path extrusionOk="0" h="20681" w="93678">
                <a:moveTo>
                  <a:pt x="2154" y="0"/>
                </a:moveTo>
                <a:cubicBezTo>
                  <a:pt x="982" y="0"/>
                  <a:pt x="1" y="982"/>
                  <a:pt x="1" y="2154"/>
                </a:cubicBezTo>
                <a:lnTo>
                  <a:pt x="1" y="18558"/>
                </a:lnTo>
                <a:cubicBezTo>
                  <a:pt x="1" y="19730"/>
                  <a:pt x="982" y="20680"/>
                  <a:pt x="2154" y="20680"/>
                </a:cubicBezTo>
                <a:lnTo>
                  <a:pt x="91524" y="20680"/>
                </a:lnTo>
                <a:cubicBezTo>
                  <a:pt x="92728" y="20680"/>
                  <a:pt x="93678" y="19730"/>
                  <a:pt x="93678" y="18558"/>
                </a:cubicBezTo>
                <a:lnTo>
                  <a:pt x="93678" y="2154"/>
                </a:lnTo>
                <a:cubicBezTo>
                  <a:pt x="93678" y="951"/>
                  <a:pt x="92728" y="0"/>
                  <a:pt x="9152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30"/>
          <p:cNvSpPr/>
          <p:nvPr/>
        </p:nvSpPr>
        <p:spPr>
          <a:xfrm>
            <a:off x="5136336" y="3563489"/>
            <a:ext cx="38684" cy="136243"/>
          </a:xfrm>
          <a:custGeom>
            <a:rect b="b" l="l" r="r" t="t"/>
            <a:pathLst>
              <a:path extrusionOk="0" h="4244" w="1205">
                <a:moveTo>
                  <a:pt x="286" y="64"/>
                </a:moveTo>
                <a:cubicBezTo>
                  <a:pt x="223" y="0"/>
                  <a:pt x="128" y="32"/>
                  <a:pt x="64" y="95"/>
                </a:cubicBezTo>
                <a:cubicBezTo>
                  <a:pt x="1" y="159"/>
                  <a:pt x="33" y="254"/>
                  <a:pt x="96" y="317"/>
                </a:cubicBezTo>
                <a:cubicBezTo>
                  <a:pt x="603" y="760"/>
                  <a:pt x="888" y="1425"/>
                  <a:pt x="888" y="2122"/>
                </a:cubicBezTo>
                <a:cubicBezTo>
                  <a:pt x="888" y="2819"/>
                  <a:pt x="603" y="3484"/>
                  <a:pt x="96" y="3959"/>
                </a:cubicBezTo>
                <a:cubicBezTo>
                  <a:pt x="33" y="4022"/>
                  <a:pt x="1" y="4117"/>
                  <a:pt x="64" y="4181"/>
                </a:cubicBezTo>
                <a:cubicBezTo>
                  <a:pt x="96" y="4212"/>
                  <a:pt x="159" y="4244"/>
                  <a:pt x="191" y="4244"/>
                </a:cubicBezTo>
                <a:cubicBezTo>
                  <a:pt x="223" y="4244"/>
                  <a:pt x="286" y="4212"/>
                  <a:pt x="286" y="4181"/>
                </a:cubicBezTo>
                <a:cubicBezTo>
                  <a:pt x="888" y="3674"/>
                  <a:pt x="1204" y="2914"/>
                  <a:pt x="1204" y="2122"/>
                </a:cubicBezTo>
                <a:cubicBezTo>
                  <a:pt x="1204" y="1362"/>
                  <a:pt x="888" y="602"/>
                  <a:pt x="286" y="64"/>
                </a:cubicBezTo>
                <a:close/>
              </a:path>
            </a:pathLst>
          </a:custGeom>
          <a:solidFill>
            <a:srgbClr val="7823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30"/>
          <p:cNvSpPr/>
          <p:nvPr/>
        </p:nvSpPr>
        <p:spPr>
          <a:xfrm>
            <a:off x="5158711" y="3540086"/>
            <a:ext cx="48828" cy="183048"/>
          </a:xfrm>
          <a:custGeom>
            <a:rect b="b" l="l" r="r" t="t"/>
            <a:pathLst>
              <a:path extrusionOk="0" h="5702" w="1521">
                <a:moveTo>
                  <a:pt x="286" y="64"/>
                </a:moveTo>
                <a:cubicBezTo>
                  <a:pt x="222" y="1"/>
                  <a:pt x="127" y="1"/>
                  <a:pt x="64" y="64"/>
                </a:cubicBezTo>
                <a:cubicBezTo>
                  <a:pt x="1" y="128"/>
                  <a:pt x="1" y="254"/>
                  <a:pt x="64" y="286"/>
                </a:cubicBezTo>
                <a:cubicBezTo>
                  <a:pt x="792" y="951"/>
                  <a:pt x="1204" y="1901"/>
                  <a:pt x="1204" y="2851"/>
                </a:cubicBezTo>
                <a:cubicBezTo>
                  <a:pt x="1204" y="3833"/>
                  <a:pt x="792" y="4783"/>
                  <a:pt x="64" y="5416"/>
                </a:cubicBezTo>
                <a:cubicBezTo>
                  <a:pt x="1" y="5480"/>
                  <a:pt x="1" y="5606"/>
                  <a:pt x="64" y="5670"/>
                </a:cubicBezTo>
                <a:cubicBezTo>
                  <a:pt x="96" y="5701"/>
                  <a:pt x="127" y="5701"/>
                  <a:pt x="159" y="5701"/>
                </a:cubicBezTo>
                <a:cubicBezTo>
                  <a:pt x="222" y="5701"/>
                  <a:pt x="254" y="5701"/>
                  <a:pt x="286" y="5670"/>
                </a:cubicBezTo>
                <a:cubicBezTo>
                  <a:pt x="1077" y="4941"/>
                  <a:pt x="1521" y="3928"/>
                  <a:pt x="1521" y="2851"/>
                </a:cubicBezTo>
                <a:cubicBezTo>
                  <a:pt x="1521" y="1806"/>
                  <a:pt x="1077" y="761"/>
                  <a:pt x="286" y="64"/>
                </a:cubicBezTo>
                <a:close/>
              </a:path>
            </a:pathLst>
          </a:custGeom>
          <a:solidFill>
            <a:srgbClr val="7823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30"/>
          <p:cNvSpPr/>
          <p:nvPr/>
        </p:nvSpPr>
        <p:spPr>
          <a:xfrm>
            <a:off x="4996048" y="3563489"/>
            <a:ext cx="37656" cy="136243"/>
          </a:xfrm>
          <a:custGeom>
            <a:rect b="b" l="l" r="r" t="t"/>
            <a:pathLst>
              <a:path extrusionOk="0" h="4244" w="1173">
                <a:moveTo>
                  <a:pt x="1141" y="95"/>
                </a:moveTo>
                <a:cubicBezTo>
                  <a:pt x="1077" y="32"/>
                  <a:pt x="951" y="0"/>
                  <a:pt x="887" y="64"/>
                </a:cubicBezTo>
                <a:cubicBezTo>
                  <a:pt x="317" y="602"/>
                  <a:pt x="1" y="1362"/>
                  <a:pt x="1" y="2122"/>
                </a:cubicBezTo>
                <a:cubicBezTo>
                  <a:pt x="1" y="2914"/>
                  <a:pt x="317" y="3674"/>
                  <a:pt x="887" y="4212"/>
                </a:cubicBezTo>
                <a:cubicBezTo>
                  <a:pt x="919" y="4212"/>
                  <a:pt x="982" y="4244"/>
                  <a:pt x="1014" y="4244"/>
                </a:cubicBezTo>
                <a:cubicBezTo>
                  <a:pt x="1046" y="4244"/>
                  <a:pt x="1109" y="4212"/>
                  <a:pt x="1141" y="4181"/>
                </a:cubicBezTo>
                <a:cubicBezTo>
                  <a:pt x="1172" y="4117"/>
                  <a:pt x="1172" y="4022"/>
                  <a:pt x="1109" y="3959"/>
                </a:cubicBezTo>
                <a:cubicBezTo>
                  <a:pt x="602" y="3484"/>
                  <a:pt x="317" y="2819"/>
                  <a:pt x="317" y="2154"/>
                </a:cubicBezTo>
                <a:cubicBezTo>
                  <a:pt x="317" y="1457"/>
                  <a:pt x="602" y="792"/>
                  <a:pt x="1109" y="317"/>
                </a:cubicBezTo>
                <a:cubicBezTo>
                  <a:pt x="1172" y="254"/>
                  <a:pt x="1172" y="159"/>
                  <a:pt x="1141" y="95"/>
                </a:cubicBezTo>
                <a:close/>
              </a:path>
            </a:pathLst>
          </a:custGeom>
          <a:solidFill>
            <a:srgbClr val="7823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30"/>
          <p:cNvSpPr/>
          <p:nvPr/>
        </p:nvSpPr>
        <p:spPr>
          <a:xfrm>
            <a:off x="4963528" y="3540086"/>
            <a:ext cx="48828" cy="183048"/>
          </a:xfrm>
          <a:custGeom>
            <a:rect b="b" l="l" r="r" t="t"/>
            <a:pathLst>
              <a:path extrusionOk="0" h="5702" w="1521">
                <a:moveTo>
                  <a:pt x="317" y="2851"/>
                </a:moveTo>
                <a:cubicBezTo>
                  <a:pt x="317" y="1901"/>
                  <a:pt x="729" y="951"/>
                  <a:pt x="1457" y="286"/>
                </a:cubicBezTo>
                <a:cubicBezTo>
                  <a:pt x="1520" y="254"/>
                  <a:pt x="1520" y="128"/>
                  <a:pt x="1457" y="64"/>
                </a:cubicBezTo>
                <a:cubicBezTo>
                  <a:pt x="1394" y="1"/>
                  <a:pt x="1299" y="1"/>
                  <a:pt x="1235" y="64"/>
                </a:cubicBezTo>
                <a:cubicBezTo>
                  <a:pt x="444" y="793"/>
                  <a:pt x="0" y="1806"/>
                  <a:pt x="0" y="2851"/>
                </a:cubicBezTo>
                <a:cubicBezTo>
                  <a:pt x="0" y="3928"/>
                  <a:pt x="444" y="4941"/>
                  <a:pt x="1235" y="5670"/>
                </a:cubicBezTo>
                <a:cubicBezTo>
                  <a:pt x="1267" y="5701"/>
                  <a:pt x="1299" y="5701"/>
                  <a:pt x="1362" y="5701"/>
                </a:cubicBezTo>
                <a:cubicBezTo>
                  <a:pt x="1394" y="5701"/>
                  <a:pt x="1425" y="5701"/>
                  <a:pt x="1457" y="5670"/>
                </a:cubicBezTo>
                <a:cubicBezTo>
                  <a:pt x="1520" y="5606"/>
                  <a:pt x="1520" y="5480"/>
                  <a:pt x="1457" y="5448"/>
                </a:cubicBezTo>
                <a:cubicBezTo>
                  <a:pt x="729" y="4783"/>
                  <a:pt x="317" y="3833"/>
                  <a:pt x="317" y="2851"/>
                </a:cubicBezTo>
                <a:close/>
              </a:path>
            </a:pathLst>
          </a:custGeom>
          <a:solidFill>
            <a:srgbClr val="7823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30"/>
          <p:cNvSpPr/>
          <p:nvPr/>
        </p:nvSpPr>
        <p:spPr>
          <a:xfrm>
            <a:off x="5034667" y="3581787"/>
            <a:ext cx="101701" cy="209469"/>
          </a:xfrm>
          <a:custGeom>
            <a:rect b="b" l="l" r="r" t="t"/>
            <a:pathLst>
              <a:path extrusionOk="0" h="6525" w="3168">
                <a:moveTo>
                  <a:pt x="1584" y="0"/>
                </a:moveTo>
                <a:cubicBezTo>
                  <a:pt x="698" y="0"/>
                  <a:pt x="1" y="697"/>
                  <a:pt x="1" y="1552"/>
                </a:cubicBezTo>
                <a:cubicBezTo>
                  <a:pt x="1" y="2217"/>
                  <a:pt x="413" y="2819"/>
                  <a:pt x="1046" y="3041"/>
                </a:cubicBezTo>
                <a:lnTo>
                  <a:pt x="1046" y="5986"/>
                </a:lnTo>
                <a:cubicBezTo>
                  <a:pt x="1046" y="6302"/>
                  <a:pt x="1299" y="6524"/>
                  <a:pt x="1584" y="6524"/>
                </a:cubicBezTo>
                <a:cubicBezTo>
                  <a:pt x="1869" y="6524"/>
                  <a:pt x="2123" y="6302"/>
                  <a:pt x="2123" y="5986"/>
                </a:cubicBezTo>
                <a:lnTo>
                  <a:pt x="2123" y="3041"/>
                </a:lnTo>
                <a:cubicBezTo>
                  <a:pt x="2725" y="2819"/>
                  <a:pt x="3168" y="2249"/>
                  <a:pt x="3168" y="1552"/>
                </a:cubicBezTo>
                <a:cubicBezTo>
                  <a:pt x="3168" y="697"/>
                  <a:pt x="2440" y="0"/>
                  <a:pt x="1584" y="0"/>
                </a:cubicBezTo>
                <a:close/>
                <a:moveTo>
                  <a:pt x="1901" y="2787"/>
                </a:moveTo>
                <a:cubicBezTo>
                  <a:pt x="1838" y="2787"/>
                  <a:pt x="1806" y="2851"/>
                  <a:pt x="1806" y="2946"/>
                </a:cubicBezTo>
                <a:lnTo>
                  <a:pt x="1806" y="5986"/>
                </a:lnTo>
                <a:cubicBezTo>
                  <a:pt x="1806" y="6112"/>
                  <a:pt x="1711" y="6207"/>
                  <a:pt x="1584" y="6207"/>
                </a:cubicBezTo>
                <a:cubicBezTo>
                  <a:pt x="1458" y="6207"/>
                  <a:pt x="1363" y="6112"/>
                  <a:pt x="1363" y="5986"/>
                </a:cubicBezTo>
                <a:lnTo>
                  <a:pt x="1363" y="2946"/>
                </a:lnTo>
                <a:cubicBezTo>
                  <a:pt x="1363" y="2851"/>
                  <a:pt x="1299" y="2787"/>
                  <a:pt x="1236" y="2787"/>
                </a:cubicBezTo>
                <a:cubicBezTo>
                  <a:pt x="698" y="2629"/>
                  <a:pt x="318" y="2122"/>
                  <a:pt x="318" y="1552"/>
                </a:cubicBezTo>
                <a:cubicBezTo>
                  <a:pt x="318" y="887"/>
                  <a:pt x="888" y="317"/>
                  <a:pt x="1584" y="317"/>
                </a:cubicBezTo>
                <a:cubicBezTo>
                  <a:pt x="2281" y="317"/>
                  <a:pt x="2851" y="855"/>
                  <a:pt x="2851" y="1552"/>
                </a:cubicBezTo>
                <a:cubicBezTo>
                  <a:pt x="2851" y="2122"/>
                  <a:pt x="2471" y="2629"/>
                  <a:pt x="1901" y="2787"/>
                </a:cubicBezTo>
                <a:close/>
              </a:path>
            </a:pathLst>
          </a:custGeom>
          <a:solidFill>
            <a:srgbClr val="7823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30"/>
          <p:cNvSpPr/>
          <p:nvPr/>
        </p:nvSpPr>
        <p:spPr>
          <a:xfrm>
            <a:off x="5136336" y="3564420"/>
            <a:ext cx="38684" cy="135312"/>
          </a:xfrm>
          <a:custGeom>
            <a:rect b="b" l="l" r="r" t="t"/>
            <a:pathLst>
              <a:path extrusionOk="0" h="4215" w="1205">
                <a:moveTo>
                  <a:pt x="203" y="0"/>
                </a:moveTo>
                <a:cubicBezTo>
                  <a:pt x="155" y="0"/>
                  <a:pt x="103" y="27"/>
                  <a:pt x="64" y="66"/>
                </a:cubicBezTo>
                <a:cubicBezTo>
                  <a:pt x="1" y="130"/>
                  <a:pt x="33" y="225"/>
                  <a:pt x="96" y="288"/>
                </a:cubicBezTo>
                <a:cubicBezTo>
                  <a:pt x="603" y="731"/>
                  <a:pt x="888" y="1396"/>
                  <a:pt x="888" y="2093"/>
                </a:cubicBezTo>
                <a:cubicBezTo>
                  <a:pt x="888" y="2790"/>
                  <a:pt x="603" y="3455"/>
                  <a:pt x="96" y="3930"/>
                </a:cubicBezTo>
                <a:cubicBezTo>
                  <a:pt x="33" y="3993"/>
                  <a:pt x="1" y="4088"/>
                  <a:pt x="64" y="4152"/>
                </a:cubicBezTo>
                <a:cubicBezTo>
                  <a:pt x="96" y="4183"/>
                  <a:pt x="159" y="4215"/>
                  <a:pt x="191" y="4215"/>
                </a:cubicBezTo>
                <a:cubicBezTo>
                  <a:pt x="223" y="4215"/>
                  <a:pt x="286" y="4183"/>
                  <a:pt x="286" y="4152"/>
                </a:cubicBezTo>
                <a:cubicBezTo>
                  <a:pt x="888" y="3645"/>
                  <a:pt x="1204" y="2885"/>
                  <a:pt x="1204" y="2093"/>
                </a:cubicBezTo>
                <a:cubicBezTo>
                  <a:pt x="1204" y="1333"/>
                  <a:pt x="888" y="573"/>
                  <a:pt x="286" y="35"/>
                </a:cubicBezTo>
                <a:cubicBezTo>
                  <a:pt x="262" y="10"/>
                  <a:pt x="233" y="0"/>
                  <a:pt x="203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30"/>
          <p:cNvSpPr/>
          <p:nvPr/>
        </p:nvSpPr>
        <p:spPr>
          <a:xfrm>
            <a:off x="5158711" y="3540600"/>
            <a:ext cx="48828" cy="182535"/>
          </a:xfrm>
          <a:custGeom>
            <a:rect b="b" l="l" r="r" t="t"/>
            <a:pathLst>
              <a:path extrusionOk="0" h="5686" w="1521">
                <a:moveTo>
                  <a:pt x="175" y="1"/>
                </a:moveTo>
                <a:cubicBezTo>
                  <a:pt x="135" y="1"/>
                  <a:pt x="96" y="17"/>
                  <a:pt x="64" y="48"/>
                </a:cubicBezTo>
                <a:cubicBezTo>
                  <a:pt x="1" y="112"/>
                  <a:pt x="1" y="238"/>
                  <a:pt x="64" y="270"/>
                </a:cubicBezTo>
                <a:cubicBezTo>
                  <a:pt x="792" y="935"/>
                  <a:pt x="1204" y="1885"/>
                  <a:pt x="1204" y="2835"/>
                </a:cubicBezTo>
                <a:cubicBezTo>
                  <a:pt x="1204" y="3817"/>
                  <a:pt x="792" y="4767"/>
                  <a:pt x="64" y="5400"/>
                </a:cubicBezTo>
                <a:cubicBezTo>
                  <a:pt x="1" y="5464"/>
                  <a:pt x="1" y="5590"/>
                  <a:pt x="64" y="5654"/>
                </a:cubicBezTo>
                <a:cubicBezTo>
                  <a:pt x="96" y="5685"/>
                  <a:pt x="127" y="5685"/>
                  <a:pt x="159" y="5685"/>
                </a:cubicBezTo>
                <a:cubicBezTo>
                  <a:pt x="222" y="5685"/>
                  <a:pt x="254" y="5685"/>
                  <a:pt x="286" y="5654"/>
                </a:cubicBezTo>
                <a:cubicBezTo>
                  <a:pt x="1077" y="4925"/>
                  <a:pt x="1521" y="3912"/>
                  <a:pt x="1521" y="2835"/>
                </a:cubicBezTo>
                <a:cubicBezTo>
                  <a:pt x="1521" y="1790"/>
                  <a:pt x="1077" y="745"/>
                  <a:pt x="286" y="48"/>
                </a:cubicBezTo>
                <a:cubicBezTo>
                  <a:pt x="254" y="17"/>
                  <a:pt x="214" y="1"/>
                  <a:pt x="17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30"/>
          <p:cNvSpPr/>
          <p:nvPr/>
        </p:nvSpPr>
        <p:spPr>
          <a:xfrm>
            <a:off x="4996048" y="3564420"/>
            <a:ext cx="37656" cy="135312"/>
          </a:xfrm>
          <a:custGeom>
            <a:rect b="b" l="l" r="r" t="t"/>
            <a:pathLst>
              <a:path extrusionOk="0" h="4215" w="1173">
                <a:moveTo>
                  <a:pt x="981" y="0"/>
                </a:moveTo>
                <a:cubicBezTo>
                  <a:pt x="945" y="0"/>
                  <a:pt x="911" y="10"/>
                  <a:pt x="887" y="35"/>
                </a:cubicBezTo>
                <a:cubicBezTo>
                  <a:pt x="317" y="573"/>
                  <a:pt x="1" y="1333"/>
                  <a:pt x="1" y="2093"/>
                </a:cubicBezTo>
                <a:cubicBezTo>
                  <a:pt x="1" y="2885"/>
                  <a:pt x="317" y="3645"/>
                  <a:pt x="887" y="4183"/>
                </a:cubicBezTo>
                <a:cubicBezTo>
                  <a:pt x="919" y="4183"/>
                  <a:pt x="982" y="4215"/>
                  <a:pt x="1014" y="4215"/>
                </a:cubicBezTo>
                <a:cubicBezTo>
                  <a:pt x="1046" y="4215"/>
                  <a:pt x="1109" y="4183"/>
                  <a:pt x="1141" y="4152"/>
                </a:cubicBezTo>
                <a:cubicBezTo>
                  <a:pt x="1172" y="4088"/>
                  <a:pt x="1172" y="3993"/>
                  <a:pt x="1109" y="3930"/>
                </a:cubicBezTo>
                <a:cubicBezTo>
                  <a:pt x="602" y="3455"/>
                  <a:pt x="317" y="2790"/>
                  <a:pt x="317" y="2125"/>
                </a:cubicBezTo>
                <a:cubicBezTo>
                  <a:pt x="317" y="1428"/>
                  <a:pt x="602" y="763"/>
                  <a:pt x="1109" y="288"/>
                </a:cubicBezTo>
                <a:cubicBezTo>
                  <a:pt x="1172" y="225"/>
                  <a:pt x="1172" y="130"/>
                  <a:pt x="1141" y="66"/>
                </a:cubicBezTo>
                <a:cubicBezTo>
                  <a:pt x="1102" y="27"/>
                  <a:pt x="1038" y="0"/>
                  <a:pt x="981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30"/>
          <p:cNvSpPr/>
          <p:nvPr/>
        </p:nvSpPr>
        <p:spPr>
          <a:xfrm>
            <a:off x="4963528" y="3540600"/>
            <a:ext cx="48828" cy="182535"/>
          </a:xfrm>
          <a:custGeom>
            <a:rect b="b" l="l" r="r" t="t"/>
            <a:pathLst>
              <a:path extrusionOk="0" h="5686" w="1521">
                <a:moveTo>
                  <a:pt x="1346" y="1"/>
                </a:moveTo>
                <a:cubicBezTo>
                  <a:pt x="1307" y="1"/>
                  <a:pt x="1267" y="17"/>
                  <a:pt x="1235" y="48"/>
                </a:cubicBezTo>
                <a:cubicBezTo>
                  <a:pt x="444" y="777"/>
                  <a:pt x="0" y="1790"/>
                  <a:pt x="0" y="2835"/>
                </a:cubicBezTo>
                <a:cubicBezTo>
                  <a:pt x="0" y="3912"/>
                  <a:pt x="444" y="4925"/>
                  <a:pt x="1235" y="5654"/>
                </a:cubicBezTo>
                <a:cubicBezTo>
                  <a:pt x="1267" y="5685"/>
                  <a:pt x="1299" y="5685"/>
                  <a:pt x="1362" y="5685"/>
                </a:cubicBezTo>
                <a:cubicBezTo>
                  <a:pt x="1394" y="5685"/>
                  <a:pt x="1425" y="5685"/>
                  <a:pt x="1457" y="5654"/>
                </a:cubicBezTo>
                <a:cubicBezTo>
                  <a:pt x="1520" y="5590"/>
                  <a:pt x="1520" y="5464"/>
                  <a:pt x="1457" y="5432"/>
                </a:cubicBezTo>
                <a:cubicBezTo>
                  <a:pt x="729" y="4767"/>
                  <a:pt x="317" y="3817"/>
                  <a:pt x="317" y="2835"/>
                </a:cubicBezTo>
                <a:cubicBezTo>
                  <a:pt x="317" y="1885"/>
                  <a:pt x="729" y="935"/>
                  <a:pt x="1457" y="270"/>
                </a:cubicBezTo>
                <a:cubicBezTo>
                  <a:pt x="1520" y="238"/>
                  <a:pt x="1520" y="112"/>
                  <a:pt x="1457" y="48"/>
                </a:cubicBezTo>
                <a:cubicBezTo>
                  <a:pt x="1425" y="17"/>
                  <a:pt x="1386" y="1"/>
                  <a:pt x="1346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30"/>
          <p:cNvSpPr/>
          <p:nvPr/>
        </p:nvSpPr>
        <p:spPr>
          <a:xfrm>
            <a:off x="5034667" y="3581787"/>
            <a:ext cx="101701" cy="209469"/>
          </a:xfrm>
          <a:custGeom>
            <a:rect b="b" l="l" r="r" t="t"/>
            <a:pathLst>
              <a:path extrusionOk="0" h="6525" w="3168">
                <a:moveTo>
                  <a:pt x="1584" y="317"/>
                </a:moveTo>
                <a:cubicBezTo>
                  <a:pt x="2281" y="317"/>
                  <a:pt x="2851" y="855"/>
                  <a:pt x="2851" y="1552"/>
                </a:cubicBezTo>
                <a:cubicBezTo>
                  <a:pt x="2851" y="2122"/>
                  <a:pt x="2471" y="2629"/>
                  <a:pt x="1901" y="2787"/>
                </a:cubicBezTo>
                <a:cubicBezTo>
                  <a:pt x="1838" y="2787"/>
                  <a:pt x="1806" y="2851"/>
                  <a:pt x="1806" y="2946"/>
                </a:cubicBezTo>
                <a:lnTo>
                  <a:pt x="1806" y="5986"/>
                </a:lnTo>
                <a:cubicBezTo>
                  <a:pt x="1806" y="6112"/>
                  <a:pt x="1711" y="6207"/>
                  <a:pt x="1584" y="6207"/>
                </a:cubicBezTo>
                <a:cubicBezTo>
                  <a:pt x="1458" y="6207"/>
                  <a:pt x="1363" y="6112"/>
                  <a:pt x="1363" y="5986"/>
                </a:cubicBezTo>
                <a:lnTo>
                  <a:pt x="1363" y="2946"/>
                </a:lnTo>
                <a:cubicBezTo>
                  <a:pt x="1363" y="2851"/>
                  <a:pt x="1299" y="2787"/>
                  <a:pt x="1236" y="2787"/>
                </a:cubicBezTo>
                <a:cubicBezTo>
                  <a:pt x="698" y="2629"/>
                  <a:pt x="318" y="2122"/>
                  <a:pt x="318" y="1552"/>
                </a:cubicBezTo>
                <a:cubicBezTo>
                  <a:pt x="318" y="887"/>
                  <a:pt x="888" y="317"/>
                  <a:pt x="1584" y="317"/>
                </a:cubicBezTo>
                <a:close/>
                <a:moveTo>
                  <a:pt x="1584" y="0"/>
                </a:moveTo>
                <a:cubicBezTo>
                  <a:pt x="698" y="0"/>
                  <a:pt x="1" y="697"/>
                  <a:pt x="1" y="1552"/>
                </a:cubicBezTo>
                <a:cubicBezTo>
                  <a:pt x="1" y="2217"/>
                  <a:pt x="413" y="2819"/>
                  <a:pt x="1046" y="3041"/>
                </a:cubicBezTo>
                <a:lnTo>
                  <a:pt x="1046" y="5986"/>
                </a:lnTo>
                <a:cubicBezTo>
                  <a:pt x="1046" y="6302"/>
                  <a:pt x="1299" y="6524"/>
                  <a:pt x="1584" y="6524"/>
                </a:cubicBezTo>
                <a:cubicBezTo>
                  <a:pt x="1869" y="6524"/>
                  <a:pt x="2123" y="6302"/>
                  <a:pt x="2123" y="5986"/>
                </a:cubicBezTo>
                <a:lnTo>
                  <a:pt x="2123" y="3041"/>
                </a:lnTo>
                <a:cubicBezTo>
                  <a:pt x="2725" y="2819"/>
                  <a:pt x="3168" y="2249"/>
                  <a:pt x="3168" y="1552"/>
                </a:cubicBezTo>
                <a:cubicBezTo>
                  <a:pt x="3168" y="697"/>
                  <a:pt x="2440" y="0"/>
                  <a:pt x="1584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30"/>
          <p:cNvSpPr/>
          <p:nvPr/>
        </p:nvSpPr>
        <p:spPr>
          <a:xfrm>
            <a:off x="5136336" y="3563489"/>
            <a:ext cx="38684" cy="136243"/>
          </a:xfrm>
          <a:custGeom>
            <a:rect b="b" l="l" r="r" t="t"/>
            <a:pathLst>
              <a:path extrusionOk="0" fill="none" h="4244" w="1205">
                <a:moveTo>
                  <a:pt x="286" y="64"/>
                </a:moveTo>
                <a:cubicBezTo>
                  <a:pt x="223" y="0"/>
                  <a:pt x="128" y="32"/>
                  <a:pt x="64" y="95"/>
                </a:cubicBezTo>
                <a:cubicBezTo>
                  <a:pt x="1" y="159"/>
                  <a:pt x="33" y="254"/>
                  <a:pt x="96" y="317"/>
                </a:cubicBezTo>
                <a:cubicBezTo>
                  <a:pt x="603" y="760"/>
                  <a:pt x="888" y="1425"/>
                  <a:pt x="888" y="2122"/>
                </a:cubicBezTo>
                <a:cubicBezTo>
                  <a:pt x="888" y="2819"/>
                  <a:pt x="603" y="3484"/>
                  <a:pt x="96" y="3959"/>
                </a:cubicBezTo>
                <a:cubicBezTo>
                  <a:pt x="33" y="4022"/>
                  <a:pt x="1" y="4117"/>
                  <a:pt x="64" y="4181"/>
                </a:cubicBezTo>
                <a:cubicBezTo>
                  <a:pt x="96" y="4212"/>
                  <a:pt x="159" y="4244"/>
                  <a:pt x="191" y="4244"/>
                </a:cubicBezTo>
                <a:cubicBezTo>
                  <a:pt x="223" y="4244"/>
                  <a:pt x="286" y="4212"/>
                  <a:pt x="286" y="4181"/>
                </a:cubicBezTo>
                <a:cubicBezTo>
                  <a:pt x="888" y="3674"/>
                  <a:pt x="1204" y="2914"/>
                  <a:pt x="1204" y="2122"/>
                </a:cubicBezTo>
                <a:cubicBezTo>
                  <a:pt x="1204" y="1362"/>
                  <a:pt x="888" y="602"/>
                  <a:pt x="286" y="64"/>
                </a:cubicBez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30"/>
          <p:cNvSpPr/>
          <p:nvPr/>
        </p:nvSpPr>
        <p:spPr>
          <a:xfrm>
            <a:off x="5158711" y="3540086"/>
            <a:ext cx="48828" cy="183048"/>
          </a:xfrm>
          <a:custGeom>
            <a:rect b="b" l="l" r="r" t="t"/>
            <a:pathLst>
              <a:path extrusionOk="0" fill="none" h="5702" w="1521">
                <a:moveTo>
                  <a:pt x="286" y="64"/>
                </a:moveTo>
                <a:cubicBezTo>
                  <a:pt x="222" y="1"/>
                  <a:pt x="127" y="1"/>
                  <a:pt x="64" y="64"/>
                </a:cubicBezTo>
                <a:cubicBezTo>
                  <a:pt x="1" y="128"/>
                  <a:pt x="1" y="254"/>
                  <a:pt x="64" y="286"/>
                </a:cubicBezTo>
                <a:cubicBezTo>
                  <a:pt x="792" y="951"/>
                  <a:pt x="1204" y="1901"/>
                  <a:pt x="1204" y="2851"/>
                </a:cubicBezTo>
                <a:cubicBezTo>
                  <a:pt x="1204" y="3833"/>
                  <a:pt x="792" y="4783"/>
                  <a:pt x="64" y="5416"/>
                </a:cubicBezTo>
                <a:cubicBezTo>
                  <a:pt x="1" y="5480"/>
                  <a:pt x="1" y="5606"/>
                  <a:pt x="64" y="5670"/>
                </a:cubicBezTo>
                <a:cubicBezTo>
                  <a:pt x="96" y="5701"/>
                  <a:pt x="127" y="5701"/>
                  <a:pt x="159" y="5701"/>
                </a:cubicBezTo>
                <a:cubicBezTo>
                  <a:pt x="222" y="5701"/>
                  <a:pt x="254" y="5701"/>
                  <a:pt x="286" y="5670"/>
                </a:cubicBezTo>
                <a:cubicBezTo>
                  <a:pt x="1077" y="4941"/>
                  <a:pt x="1521" y="3928"/>
                  <a:pt x="1521" y="2851"/>
                </a:cubicBezTo>
                <a:cubicBezTo>
                  <a:pt x="1521" y="1806"/>
                  <a:pt x="1077" y="761"/>
                  <a:pt x="286" y="64"/>
                </a:cubicBez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30"/>
          <p:cNvSpPr/>
          <p:nvPr/>
        </p:nvSpPr>
        <p:spPr>
          <a:xfrm>
            <a:off x="4996048" y="3563489"/>
            <a:ext cx="37656" cy="136243"/>
          </a:xfrm>
          <a:custGeom>
            <a:rect b="b" l="l" r="r" t="t"/>
            <a:pathLst>
              <a:path extrusionOk="0" fill="none" h="4244" w="1173">
                <a:moveTo>
                  <a:pt x="1141" y="95"/>
                </a:moveTo>
                <a:cubicBezTo>
                  <a:pt x="1077" y="32"/>
                  <a:pt x="951" y="0"/>
                  <a:pt x="887" y="64"/>
                </a:cubicBezTo>
                <a:cubicBezTo>
                  <a:pt x="317" y="602"/>
                  <a:pt x="1" y="1362"/>
                  <a:pt x="1" y="2122"/>
                </a:cubicBezTo>
                <a:cubicBezTo>
                  <a:pt x="1" y="2914"/>
                  <a:pt x="317" y="3674"/>
                  <a:pt x="887" y="4212"/>
                </a:cubicBezTo>
                <a:cubicBezTo>
                  <a:pt x="919" y="4212"/>
                  <a:pt x="982" y="4244"/>
                  <a:pt x="1014" y="4244"/>
                </a:cubicBezTo>
                <a:cubicBezTo>
                  <a:pt x="1046" y="4244"/>
                  <a:pt x="1109" y="4212"/>
                  <a:pt x="1141" y="4181"/>
                </a:cubicBezTo>
                <a:cubicBezTo>
                  <a:pt x="1172" y="4117"/>
                  <a:pt x="1172" y="4022"/>
                  <a:pt x="1109" y="3959"/>
                </a:cubicBezTo>
                <a:cubicBezTo>
                  <a:pt x="602" y="3484"/>
                  <a:pt x="317" y="2819"/>
                  <a:pt x="317" y="2154"/>
                </a:cubicBezTo>
                <a:cubicBezTo>
                  <a:pt x="317" y="1457"/>
                  <a:pt x="602" y="792"/>
                  <a:pt x="1109" y="317"/>
                </a:cubicBezTo>
                <a:cubicBezTo>
                  <a:pt x="1172" y="254"/>
                  <a:pt x="1172" y="159"/>
                  <a:pt x="1141" y="95"/>
                </a:cubicBez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30"/>
          <p:cNvSpPr/>
          <p:nvPr/>
        </p:nvSpPr>
        <p:spPr>
          <a:xfrm>
            <a:off x="4963528" y="3540086"/>
            <a:ext cx="48828" cy="183048"/>
          </a:xfrm>
          <a:custGeom>
            <a:rect b="b" l="l" r="r" t="t"/>
            <a:pathLst>
              <a:path extrusionOk="0" fill="none" h="5702" w="1521">
                <a:moveTo>
                  <a:pt x="317" y="2851"/>
                </a:moveTo>
                <a:cubicBezTo>
                  <a:pt x="317" y="1901"/>
                  <a:pt x="729" y="951"/>
                  <a:pt x="1457" y="286"/>
                </a:cubicBezTo>
                <a:cubicBezTo>
                  <a:pt x="1520" y="254"/>
                  <a:pt x="1520" y="128"/>
                  <a:pt x="1457" y="64"/>
                </a:cubicBezTo>
                <a:cubicBezTo>
                  <a:pt x="1394" y="1"/>
                  <a:pt x="1299" y="1"/>
                  <a:pt x="1235" y="64"/>
                </a:cubicBezTo>
                <a:cubicBezTo>
                  <a:pt x="444" y="793"/>
                  <a:pt x="0" y="1806"/>
                  <a:pt x="0" y="2851"/>
                </a:cubicBezTo>
                <a:cubicBezTo>
                  <a:pt x="0" y="3928"/>
                  <a:pt x="444" y="4941"/>
                  <a:pt x="1235" y="5670"/>
                </a:cubicBezTo>
                <a:cubicBezTo>
                  <a:pt x="1267" y="5701"/>
                  <a:pt x="1299" y="5701"/>
                  <a:pt x="1362" y="5701"/>
                </a:cubicBezTo>
                <a:cubicBezTo>
                  <a:pt x="1394" y="5701"/>
                  <a:pt x="1425" y="5701"/>
                  <a:pt x="1457" y="5670"/>
                </a:cubicBezTo>
                <a:cubicBezTo>
                  <a:pt x="1520" y="5606"/>
                  <a:pt x="1520" y="5480"/>
                  <a:pt x="1457" y="5448"/>
                </a:cubicBezTo>
                <a:cubicBezTo>
                  <a:pt x="729" y="4783"/>
                  <a:pt x="317" y="3833"/>
                  <a:pt x="317" y="2851"/>
                </a:cubicBez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30"/>
          <p:cNvSpPr/>
          <p:nvPr/>
        </p:nvSpPr>
        <p:spPr>
          <a:xfrm>
            <a:off x="5034667" y="3581787"/>
            <a:ext cx="101701" cy="209469"/>
          </a:xfrm>
          <a:custGeom>
            <a:rect b="b" l="l" r="r" t="t"/>
            <a:pathLst>
              <a:path extrusionOk="0" fill="none" h="6525" w="3168">
                <a:moveTo>
                  <a:pt x="1584" y="0"/>
                </a:moveTo>
                <a:cubicBezTo>
                  <a:pt x="698" y="0"/>
                  <a:pt x="1" y="697"/>
                  <a:pt x="1" y="1552"/>
                </a:cubicBezTo>
                <a:cubicBezTo>
                  <a:pt x="1" y="2217"/>
                  <a:pt x="413" y="2819"/>
                  <a:pt x="1046" y="3041"/>
                </a:cubicBezTo>
                <a:lnTo>
                  <a:pt x="1046" y="5986"/>
                </a:lnTo>
                <a:cubicBezTo>
                  <a:pt x="1046" y="6302"/>
                  <a:pt x="1299" y="6524"/>
                  <a:pt x="1584" y="6524"/>
                </a:cubicBezTo>
                <a:cubicBezTo>
                  <a:pt x="1869" y="6524"/>
                  <a:pt x="2123" y="6302"/>
                  <a:pt x="2123" y="5986"/>
                </a:cubicBezTo>
                <a:lnTo>
                  <a:pt x="2123" y="3041"/>
                </a:lnTo>
                <a:cubicBezTo>
                  <a:pt x="2725" y="2819"/>
                  <a:pt x="3168" y="2249"/>
                  <a:pt x="3168" y="1552"/>
                </a:cubicBezTo>
                <a:cubicBezTo>
                  <a:pt x="3168" y="697"/>
                  <a:pt x="2440" y="0"/>
                  <a:pt x="1584" y="0"/>
                </a:cubicBezTo>
                <a:close/>
                <a:moveTo>
                  <a:pt x="1901" y="2787"/>
                </a:moveTo>
                <a:cubicBezTo>
                  <a:pt x="1838" y="2787"/>
                  <a:pt x="1806" y="2851"/>
                  <a:pt x="1806" y="2946"/>
                </a:cubicBezTo>
                <a:lnTo>
                  <a:pt x="1806" y="5986"/>
                </a:lnTo>
                <a:cubicBezTo>
                  <a:pt x="1806" y="6112"/>
                  <a:pt x="1711" y="6207"/>
                  <a:pt x="1584" y="6207"/>
                </a:cubicBezTo>
                <a:cubicBezTo>
                  <a:pt x="1458" y="6207"/>
                  <a:pt x="1363" y="6112"/>
                  <a:pt x="1363" y="5986"/>
                </a:cubicBezTo>
                <a:lnTo>
                  <a:pt x="1363" y="2946"/>
                </a:lnTo>
                <a:cubicBezTo>
                  <a:pt x="1363" y="2851"/>
                  <a:pt x="1299" y="2787"/>
                  <a:pt x="1236" y="2787"/>
                </a:cubicBezTo>
                <a:cubicBezTo>
                  <a:pt x="698" y="2629"/>
                  <a:pt x="318" y="2122"/>
                  <a:pt x="318" y="1552"/>
                </a:cubicBezTo>
                <a:cubicBezTo>
                  <a:pt x="318" y="887"/>
                  <a:pt x="888" y="317"/>
                  <a:pt x="1584" y="317"/>
                </a:cubicBezTo>
                <a:cubicBezTo>
                  <a:pt x="2281" y="317"/>
                  <a:pt x="2851" y="855"/>
                  <a:pt x="2851" y="1552"/>
                </a:cubicBezTo>
                <a:cubicBezTo>
                  <a:pt x="2851" y="2122"/>
                  <a:pt x="2471" y="2629"/>
                  <a:pt x="1901" y="2787"/>
                </a:cubicBezTo>
                <a:close/>
              </a:path>
            </a:pathLst>
          </a:custGeom>
          <a:noFill/>
          <a:ln cap="flat" cmpd="sng" w="2375">
            <a:solidFill>
              <a:srgbClr val="30475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30"/>
          <p:cNvSpPr/>
          <p:nvPr/>
        </p:nvSpPr>
        <p:spPr>
          <a:xfrm>
            <a:off x="4493836" y="4238540"/>
            <a:ext cx="78298" cy="78298"/>
          </a:xfrm>
          <a:custGeom>
            <a:rect b="b" l="l" r="r" t="t"/>
            <a:pathLst>
              <a:path extrusionOk="0" h="2439" w="2439">
                <a:moveTo>
                  <a:pt x="2439" y="1236"/>
                </a:moveTo>
                <a:cubicBezTo>
                  <a:pt x="2439" y="1901"/>
                  <a:pt x="1900" y="2439"/>
                  <a:pt x="1203" y="2439"/>
                </a:cubicBezTo>
                <a:cubicBezTo>
                  <a:pt x="538" y="2439"/>
                  <a:pt x="0" y="1901"/>
                  <a:pt x="0" y="1236"/>
                </a:cubicBezTo>
                <a:cubicBezTo>
                  <a:pt x="0" y="571"/>
                  <a:pt x="538" y="0"/>
                  <a:pt x="1203" y="0"/>
                </a:cubicBezTo>
                <a:cubicBezTo>
                  <a:pt x="1900" y="0"/>
                  <a:pt x="2439" y="571"/>
                  <a:pt x="2439" y="1236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30"/>
          <p:cNvSpPr/>
          <p:nvPr/>
        </p:nvSpPr>
        <p:spPr>
          <a:xfrm>
            <a:off x="4936080" y="2265874"/>
            <a:ext cx="298906" cy="290142"/>
          </a:xfrm>
          <a:custGeom>
            <a:rect b="b" l="l" r="r" t="t"/>
            <a:pathLst>
              <a:path extrusionOk="0" h="9038" w="9311">
                <a:moveTo>
                  <a:pt x="3452" y="519"/>
                </a:moveTo>
                <a:cubicBezTo>
                  <a:pt x="3040" y="835"/>
                  <a:pt x="2692" y="1342"/>
                  <a:pt x="2439" y="1944"/>
                </a:cubicBezTo>
                <a:lnTo>
                  <a:pt x="1362" y="1944"/>
                </a:lnTo>
                <a:cubicBezTo>
                  <a:pt x="1710" y="1500"/>
                  <a:pt x="2122" y="1120"/>
                  <a:pt x="2629" y="835"/>
                </a:cubicBezTo>
                <a:cubicBezTo>
                  <a:pt x="2882" y="709"/>
                  <a:pt x="3167" y="582"/>
                  <a:pt x="3452" y="519"/>
                </a:cubicBezTo>
                <a:close/>
                <a:moveTo>
                  <a:pt x="4497" y="360"/>
                </a:moveTo>
                <a:lnTo>
                  <a:pt x="4497" y="1944"/>
                </a:lnTo>
                <a:lnTo>
                  <a:pt x="2787" y="1944"/>
                </a:lnTo>
                <a:cubicBezTo>
                  <a:pt x="3199" y="1025"/>
                  <a:pt x="3800" y="455"/>
                  <a:pt x="4497" y="360"/>
                </a:cubicBezTo>
                <a:close/>
                <a:moveTo>
                  <a:pt x="4814" y="360"/>
                </a:moveTo>
                <a:cubicBezTo>
                  <a:pt x="5479" y="455"/>
                  <a:pt x="6081" y="1025"/>
                  <a:pt x="6492" y="1944"/>
                </a:cubicBezTo>
                <a:lnTo>
                  <a:pt x="4814" y="1944"/>
                </a:lnTo>
                <a:lnTo>
                  <a:pt x="4814" y="360"/>
                </a:lnTo>
                <a:close/>
                <a:moveTo>
                  <a:pt x="5827" y="487"/>
                </a:moveTo>
                <a:cubicBezTo>
                  <a:pt x="6682" y="740"/>
                  <a:pt x="7411" y="1247"/>
                  <a:pt x="7949" y="1944"/>
                </a:cubicBezTo>
                <a:lnTo>
                  <a:pt x="6841" y="1944"/>
                </a:lnTo>
                <a:cubicBezTo>
                  <a:pt x="6587" y="1310"/>
                  <a:pt x="6239" y="835"/>
                  <a:pt x="5827" y="487"/>
                </a:cubicBezTo>
                <a:close/>
                <a:moveTo>
                  <a:pt x="2344" y="2260"/>
                </a:moveTo>
                <a:cubicBezTo>
                  <a:pt x="2122" y="2894"/>
                  <a:pt x="1995" y="3590"/>
                  <a:pt x="1964" y="4382"/>
                </a:cubicBezTo>
                <a:lnTo>
                  <a:pt x="475" y="4382"/>
                </a:lnTo>
                <a:cubicBezTo>
                  <a:pt x="475" y="4034"/>
                  <a:pt x="538" y="3685"/>
                  <a:pt x="633" y="3337"/>
                </a:cubicBezTo>
                <a:cubicBezTo>
                  <a:pt x="760" y="2957"/>
                  <a:pt x="918" y="2577"/>
                  <a:pt x="1140" y="2260"/>
                </a:cubicBezTo>
                <a:close/>
                <a:moveTo>
                  <a:pt x="4497" y="2260"/>
                </a:moveTo>
                <a:lnTo>
                  <a:pt x="4497" y="4382"/>
                </a:lnTo>
                <a:lnTo>
                  <a:pt x="2280" y="4382"/>
                </a:lnTo>
                <a:cubicBezTo>
                  <a:pt x="2312" y="3590"/>
                  <a:pt x="2439" y="2862"/>
                  <a:pt x="2660" y="2260"/>
                </a:cubicBezTo>
                <a:close/>
                <a:moveTo>
                  <a:pt x="6619" y="2260"/>
                </a:moveTo>
                <a:cubicBezTo>
                  <a:pt x="6841" y="2862"/>
                  <a:pt x="6999" y="3590"/>
                  <a:pt x="6999" y="4382"/>
                </a:cubicBezTo>
                <a:lnTo>
                  <a:pt x="4814" y="4382"/>
                </a:lnTo>
                <a:lnTo>
                  <a:pt x="4814" y="2260"/>
                </a:lnTo>
                <a:close/>
                <a:moveTo>
                  <a:pt x="8171" y="2260"/>
                </a:moveTo>
                <a:cubicBezTo>
                  <a:pt x="8234" y="2324"/>
                  <a:pt x="8297" y="2419"/>
                  <a:pt x="8329" y="2514"/>
                </a:cubicBezTo>
                <a:cubicBezTo>
                  <a:pt x="8646" y="3084"/>
                  <a:pt x="8836" y="3717"/>
                  <a:pt x="8836" y="4382"/>
                </a:cubicBezTo>
                <a:lnTo>
                  <a:pt x="7316" y="4382"/>
                </a:lnTo>
                <a:cubicBezTo>
                  <a:pt x="7316" y="3590"/>
                  <a:pt x="7189" y="2894"/>
                  <a:pt x="6967" y="2260"/>
                </a:cubicBezTo>
                <a:close/>
                <a:moveTo>
                  <a:pt x="1964" y="4699"/>
                </a:moveTo>
                <a:cubicBezTo>
                  <a:pt x="1995" y="5459"/>
                  <a:pt x="2122" y="6187"/>
                  <a:pt x="2344" y="6821"/>
                </a:cubicBezTo>
                <a:lnTo>
                  <a:pt x="1172" y="6821"/>
                </a:lnTo>
                <a:cubicBezTo>
                  <a:pt x="1109" y="6726"/>
                  <a:pt x="1045" y="6631"/>
                  <a:pt x="982" y="6536"/>
                </a:cubicBezTo>
                <a:cubicBezTo>
                  <a:pt x="665" y="5966"/>
                  <a:pt x="507" y="5332"/>
                  <a:pt x="475" y="4699"/>
                </a:cubicBezTo>
                <a:close/>
                <a:moveTo>
                  <a:pt x="4497" y="4699"/>
                </a:moveTo>
                <a:lnTo>
                  <a:pt x="4497" y="6821"/>
                </a:lnTo>
                <a:lnTo>
                  <a:pt x="2660" y="6821"/>
                </a:lnTo>
                <a:cubicBezTo>
                  <a:pt x="2439" y="6187"/>
                  <a:pt x="2312" y="5491"/>
                  <a:pt x="2280" y="4699"/>
                </a:cubicBezTo>
                <a:close/>
                <a:moveTo>
                  <a:pt x="6999" y="4699"/>
                </a:moveTo>
                <a:cubicBezTo>
                  <a:pt x="6999" y="5459"/>
                  <a:pt x="6841" y="6187"/>
                  <a:pt x="6619" y="6821"/>
                </a:cubicBezTo>
                <a:lnTo>
                  <a:pt x="4814" y="6821"/>
                </a:lnTo>
                <a:lnTo>
                  <a:pt x="4814" y="4699"/>
                </a:lnTo>
                <a:close/>
                <a:moveTo>
                  <a:pt x="8836" y="4699"/>
                </a:moveTo>
                <a:cubicBezTo>
                  <a:pt x="8804" y="5016"/>
                  <a:pt x="8772" y="5364"/>
                  <a:pt x="8677" y="5681"/>
                </a:cubicBezTo>
                <a:cubicBezTo>
                  <a:pt x="8551" y="6092"/>
                  <a:pt x="8392" y="6472"/>
                  <a:pt x="8171" y="6821"/>
                </a:cubicBezTo>
                <a:lnTo>
                  <a:pt x="6967" y="6821"/>
                </a:lnTo>
                <a:cubicBezTo>
                  <a:pt x="7157" y="6187"/>
                  <a:pt x="7316" y="5459"/>
                  <a:pt x="7316" y="4699"/>
                </a:cubicBezTo>
                <a:close/>
                <a:moveTo>
                  <a:pt x="2470" y="7137"/>
                </a:moveTo>
                <a:cubicBezTo>
                  <a:pt x="2692" y="7707"/>
                  <a:pt x="3009" y="8151"/>
                  <a:pt x="3357" y="8499"/>
                </a:cubicBezTo>
                <a:cubicBezTo>
                  <a:pt x="2565" y="8246"/>
                  <a:pt x="1900" y="7771"/>
                  <a:pt x="1394" y="7137"/>
                </a:cubicBezTo>
                <a:close/>
                <a:moveTo>
                  <a:pt x="7917" y="7137"/>
                </a:moveTo>
                <a:cubicBezTo>
                  <a:pt x="7601" y="7549"/>
                  <a:pt x="7157" y="7929"/>
                  <a:pt x="6682" y="8182"/>
                </a:cubicBezTo>
                <a:cubicBezTo>
                  <a:pt x="6429" y="8309"/>
                  <a:pt x="6176" y="8436"/>
                  <a:pt x="5922" y="8499"/>
                </a:cubicBezTo>
                <a:cubicBezTo>
                  <a:pt x="6271" y="8182"/>
                  <a:pt x="6587" y="7707"/>
                  <a:pt x="6841" y="7137"/>
                </a:cubicBezTo>
                <a:close/>
                <a:moveTo>
                  <a:pt x="4497" y="7137"/>
                </a:moveTo>
                <a:lnTo>
                  <a:pt x="4497" y="8689"/>
                </a:lnTo>
                <a:lnTo>
                  <a:pt x="4370" y="8689"/>
                </a:lnTo>
                <a:cubicBezTo>
                  <a:pt x="3737" y="8562"/>
                  <a:pt x="3167" y="7961"/>
                  <a:pt x="2787" y="7137"/>
                </a:cubicBezTo>
                <a:close/>
                <a:moveTo>
                  <a:pt x="6492" y="7137"/>
                </a:moveTo>
                <a:cubicBezTo>
                  <a:pt x="6112" y="7961"/>
                  <a:pt x="5574" y="8562"/>
                  <a:pt x="4940" y="8689"/>
                </a:cubicBezTo>
                <a:lnTo>
                  <a:pt x="4814" y="8689"/>
                </a:lnTo>
                <a:lnTo>
                  <a:pt x="4814" y="7137"/>
                </a:lnTo>
                <a:close/>
                <a:moveTo>
                  <a:pt x="4663" y="1"/>
                </a:moveTo>
                <a:cubicBezTo>
                  <a:pt x="3911" y="1"/>
                  <a:pt x="3174" y="184"/>
                  <a:pt x="2502" y="550"/>
                </a:cubicBezTo>
                <a:cubicBezTo>
                  <a:pt x="1425" y="1152"/>
                  <a:pt x="665" y="2102"/>
                  <a:pt x="317" y="3242"/>
                </a:cubicBezTo>
                <a:cubicBezTo>
                  <a:pt x="0" y="4414"/>
                  <a:pt x="127" y="5617"/>
                  <a:pt x="697" y="6694"/>
                </a:cubicBezTo>
                <a:cubicBezTo>
                  <a:pt x="1299" y="7739"/>
                  <a:pt x="2249" y="8499"/>
                  <a:pt x="3389" y="8847"/>
                </a:cubicBezTo>
                <a:cubicBezTo>
                  <a:pt x="3705" y="8942"/>
                  <a:pt x="4022" y="8974"/>
                  <a:pt x="4339" y="9006"/>
                </a:cubicBezTo>
                <a:cubicBezTo>
                  <a:pt x="4434" y="9037"/>
                  <a:pt x="4529" y="9037"/>
                  <a:pt x="4655" y="9037"/>
                </a:cubicBezTo>
                <a:cubicBezTo>
                  <a:pt x="4750" y="9037"/>
                  <a:pt x="4877" y="9037"/>
                  <a:pt x="5004" y="9006"/>
                </a:cubicBezTo>
                <a:cubicBezTo>
                  <a:pt x="5637" y="8942"/>
                  <a:pt x="6239" y="8784"/>
                  <a:pt x="6841" y="8467"/>
                </a:cubicBezTo>
                <a:cubicBezTo>
                  <a:pt x="7886" y="7897"/>
                  <a:pt x="8646" y="6916"/>
                  <a:pt x="8994" y="5776"/>
                </a:cubicBezTo>
                <a:cubicBezTo>
                  <a:pt x="9311" y="4604"/>
                  <a:pt x="9184" y="3400"/>
                  <a:pt x="8614" y="2355"/>
                </a:cubicBezTo>
                <a:cubicBezTo>
                  <a:pt x="8044" y="1279"/>
                  <a:pt x="7062" y="519"/>
                  <a:pt x="5922" y="170"/>
                </a:cubicBezTo>
                <a:cubicBezTo>
                  <a:pt x="5504" y="57"/>
                  <a:pt x="5081" y="1"/>
                  <a:pt x="4663" y="1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30"/>
          <p:cNvSpPr/>
          <p:nvPr/>
        </p:nvSpPr>
        <p:spPr>
          <a:xfrm>
            <a:off x="4936080" y="2261155"/>
            <a:ext cx="298906" cy="294861"/>
          </a:xfrm>
          <a:custGeom>
            <a:rect b="b" l="l" r="r" t="t"/>
            <a:pathLst>
              <a:path extrusionOk="0" fill="none" h="9185" w="9311">
                <a:moveTo>
                  <a:pt x="8614" y="2502"/>
                </a:moveTo>
                <a:cubicBezTo>
                  <a:pt x="8044" y="1426"/>
                  <a:pt x="7062" y="666"/>
                  <a:pt x="5922" y="317"/>
                </a:cubicBezTo>
                <a:cubicBezTo>
                  <a:pt x="4750" y="0"/>
                  <a:pt x="3547" y="127"/>
                  <a:pt x="2502" y="697"/>
                </a:cubicBezTo>
                <a:cubicBezTo>
                  <a:pt x="1425" y="1299"/>
                  <a:pt x="665" y="2249"/>
                  <a:pt x="317" y="3389"/>
                </a:cubicBezTo>
                <a:cubicBezTo>
                  <a:pt x="0" y="4561"/>
                  <a:pt x="127" y="5764"/>
                  <a:pt x="697" y="6841"/>
                </a:cubicBezTo>
                <a:cubicBezTo>
                  <a:pt x="1299" y="7886"/>
                  <a:pt x="2249" y="8646"/>
                  <a:pt x="3389" y="8994"/>
                </a:cubicBezTo>
                <a:cubicBezTo>
                  <a:pt x="3705" y="9089"/>
                  <a:pt x="4022" y="9121"/>
                  <a:pt x="4339" y="9153"/>
                </a:cubicBezTo>
                <a:cubicBezTo>
                  <a:pt x="4434" y="9184"/>
                  <a:pt x="4529" y="9184"/>
                  <a:pt x="4655" y="9184"/>
                </a:cubicBezTo>
                <a:cubicBezTo>
                  <a:pt x="4750" y="9184"/>
                  <a:pt x="4877" y="9184"/>
                  <a:pt x="5004" y="9153"/>
                </a:cubicBezTo>
                <a:cubicBezTo>
                  <a:pt x="5637" y="9089"/>
                  <a:pt x="6239" y="8931"/>
                  <a:pt x="6841" y="8614"/>
                </a:cubicBezTo>
                <a:cubicBezTo>
                  <a:pt x="7886" y="8044"/>
                  <a:pt x="8646" y="7063"/>
                  <a:pt x="8994" y="5923"/>
                </a:cubicBezTo>
                <a:cubicBezTo>
                  <a:pt x="9311" y="4751"/>
                  <a:pt x="9184" y="3547"/>
                  <a:pt x="8614" y="2502"/>
                </a:cubicBezTo>
                <a:close/>
                <a:moveTo>
                  <a:pt x="8836" y="4529"/>
                </a:moveTo>
                <a:lnTo>
                  <a:pt x="7316" y="4529"/>
                </a:lnTo>
                <a:cubicBezTo>
                  <a:pt x="7316" y="3737"/>
                  <a:pt x="7189" y="3041"/>
                  <a:pt x="6967" y="2407"/>
                </a:cubicBezTo>
                <a:lnTo>
                  <a:pt x="8171" y="2407"/>
                </a:lnTo>
                <a:cubicBezTo>
                  <a:pt x="8234" y="2471"/>
                  <a:pt x="8297" y="2566"/>
                  <a:pt x="8329" y="2661"/>
                </a:cubicBezTo>
                <a:cubicBezTo>
                  <a:pt x="8646" y="3231"/>
                  <a:pt x="8836" y="3864"/>
                  <a:pt x="8836" y="4529"/>
                </a:cubicBezTo>
                <a:close/>
                <a:moveTo>
                  <a:pt x="4940" y="8836"/>
                </a:moveTo>
                <a:cubicBezTo>
                  <a:pt x="4877" y="8836"/>
                  <a:pt x="4845" y="8836"/>
                  <a:pt x="4814" y="8836"/>
                </a:cubicBezTo>
                <a:lnTo>
                  <a:pt x="4814" y="7284"/>
                </a:lnTo>
                <a:lnTo>
                  <a:pt x="6492" y="7284"/>
                </a:lnTo>
                <a:cubicBezTo>
                  <a:pt x="6112" y="8108"/>
                  <a:pt x="5574" y="8709"/>
                  <a:pt x="4940" y="8836"/>
                </a:cubicBezTo>
                <a:close/>
                <a:moveTo>
                  <a:pt x="2787" y="7284"/>
                </a:moveTo>
                <a:lnTo>
                  <a:pt x="4497" y="7284"/>
                </a:lnTo>
                <a:lnTo>
                  <a:pt x="4497" y="8836"/>
                </a:lnTo>
                <a:cubicBezTo>
                  <a:pt x="4434" y="8836"/>
                  <a:pt x="4402" y="8836"/>
                  <a:pt x="4370" y="8836"/>
                </a:cubicBezTo>
                <a:cubicBezTo>
                  <a:pt x="3737" y="8709"/>
                  <a:pt x="3167" y="8108"/>
                  <a:pt x="2787" y="7284"/>
                </a:cubicBezTo>
                <a:close/>
                <a:moveTo>
                  <a:pt x="4814" y="507"/>
                </a:moveTo>
                <a:cubicBezTo>
                  <a:pt x="5479" y="602"/>
                  <a:pt x="6081" y="1172"/>
                  <a:pt x="6492" y="2091"/>
                </a:cubicBezTo>
                <a:lnTo>
                  <a:pt x="4814" y="2091"/>
                </a:lnTo>
                <a:close/>
                <a:moveTo>
                  <a:pt x="4497" y="507"/>
                </a:moveTo>
                <a:lnTo>
                  <a:pt x="4497" y="2091"/>
                </a:lnTo>
                <a:lnTo>
                  <a:pt x="2787" y="2091"/>
                </a:lnTo>
                <a:cubicBezTo>
                  <a:pt x="3199" y="1172"/>
                  <a:pt x="3800" y="602"/>
                  <a:pt x="4497" y="507"/>
                </a:cubicBezTo>
                <a:close/>
                <a:moveTo>
                  <a:pt x="4497" y="2407"/>
                </a:moveTo>
                <a:lnTo>
                  <a:pt x="4497" y="4529"/>
                </a:lnTo>
                <a:lnTo>
                  <a:pt x="2280" y="4529"/>
                </a:lnTo>
                <a:cubicBezTo>
                  <a:pt x="2312" y="3737"/>
                  <a:pt x="2439" y="3009"/>
                  <a:pt x="2660" y="2407"/>
                </a:cubicBezTo>
                <a:close/>
                <a:moveTo>
                  <a:pt x="4497" y="4846"/>
                </a:moveTo>
                <a:lnTo>
                  <a:pt x="4497" y="6968"/>
                </a:lnTo>
                <a:lnTo>
                  <a:pt x="2660" y="6968"/>
                </a:lnTo>
                <a:cubicBezTo>
                  <a:pt x="2439" y="6334"/>
                  <a:pt x="2312" y="5638"/>
                  <a:pt x="2280" y="4846"/>
                </a:cubicBezTo>
                <a:close/>
                <a:moveTo>
                  <a:pt x="4814" y="6968"/>
                </a:moveTo>
                <a:lnTo>
                  <a:pt x="4814" y="4846"/>
                </a:lnTo>
                <a:lnTo>
                  <a:pt x="6999" y="4846"/>
                </a:lnTo>
                <a:cubicBezTo>
                  <a:pt x="6999" y="5606"/>
                  <a:pt x="6841" y="6334"/>
                  <a:pt x="6619" y="6968"/>
                </a:cubicBezTo>
                <a:close/>
                <a:moveTo>
                  <a:pt x="4814" y="4529"/>
                </a:moveTo>
                <a:lnTo>
                  <a:pt x="4814" y="2407"/>
                </a:lnTo>
                <a:lnTo>
                  <a:pt x="6619" y="2407"/>
                </a:lnTo>
                <a:cubicBezTo>
                  <a:pt x="6841" y="3009"/>
                  <a:pt x="6999" y="3737"/>
                  <a:pt x="6999" y="4529"/>
                </a:cubicBezTo>
                <a:close/>
                <a:moveTo>
                  <a:pt x="7949" y="2091"/>
                </a:moveTo>
                <a:lnTo>
                  <a:pt x="6841" y="2091"/>
                </a:lnTo>
                <a:cubicBezTo>
                  <a:pt x="6587" y="1457"/>
                  <a:pt x="6239" y="982"/>
                  <a:pt x="5827" y="634"/>
                </a:cubicBezTo>
                <a:lnTo>
                  <a:pt x="5827" y="634"/>
                </a:lnTo>
                <a:cubicBezTo>
                  <a:pt x="6682" y="887"/>
                  <a:pt x="7411" y="1394"/>
                  <a:pt x="7949" y="2091"/>
                </a:cubicBezTo>
                <a:close/>
                <a:moveTo>
                  <a:pt x="2629" y="982"/>
                </a:moveTo>
                <a:cubicBezTo>
                  <a:pt x="2882" y="856"/>
                  <a:pt x="3167" y="729"/>
                  <a:pt x="3452" y="666"/>
                </a:cubicBezTo>
                <a:cubicBezTo>
                  <a:pt x="3040" y="982"/>
                  <a:pt x="2692" y="1489"/>
                  <a:pt x="2439" y="2091"/>
                </a:cubicBezTo>
                <a:lnTo>
                  <a:pt x="1362" y="2091"/>
                </a:lnTo>
                <a:cubicBezTo>
                  <a:pt x="1710" y="1647"/>
                  <a:pt x="2122" y="1267"/>
                  <a:pt x="2629" y="982"/>
                </a:cubicBezTo>
                <a:close/>
                <a:moveTo>
                  <a:pt x="1140" y="2407"/>
                </a:moveTo>
                <a:lnTo>
                  <a:pt x="2344" y="2407"/>
                </a:lnTo>
                <a:cubicBezTo>
                  <a:pt x="2122" y="3041"/>
                  <a:pt x="1995" y="3737"/>
                  <a:pt x="1964" y="4529"/>
                </a:cubicBezTo>
                <a:lnTo>
                  <a:pt x="475" y="4529"/>
                </a:lnTo>
                <a:cubicBezTo>
                  <a:pt x="475" y="4181"/>
                  <a:pt x="538" y="3832"/>
                  <a:pt x="633" y="3484"/>
                </a:cubicBezTo>
                <a:cubicBezTo>
                  <a:pt x="760" y="3104"/>
                  <a:pt x="918" y="2724"/>
                  <a:pt x="1140" y="2407"/>
                </a:cubicBezTo>
                <a:close/>
                <a:moveTo>
                  <a:pt x="475" y="4846"/>
                </a:moveTo>
                <a:lnTo>
                  <a:pt x="1964" y="4846"/>
                </a:lnTo>
                <a:cubicBezTo>
                  <a:pt x="1995" y="5606"/>
                  <a:pt x="2122" y="6334"/>
                  <a:pt x="2344" y="6968"/>
                </a:cubicBezTo>
                <a:lnTo>
                  <a:pt x="1172" y="6968"/>
                </a:lnTo>
                <a:cubicBezTo>
                  <a:pt x="1109" y="6873"/>
                  <a:pt x="1045" y="6778"/>
                  <a:pt x="982" y="6683"/>
                </a:cubicBezTo>
                <a:cubicBezTo>
                  <a:pt x="665" y="6113"/>
                  <a:pt x="507" y="5479"/>
                  <a:pt x="475" y="4846"/>
                </a:cubicBezTo>
                <a:close/>
                <a:moveTo>
                  <a:pt x="1394" y="7284"/>
                </a:moveTo>
                <a:lnTo>
                  <a:pt x="2470" y="7284"/>
                </a:lnTo>
                <a:cubicBezTo>
                  <a:pt x="2692" y="7854"/>
                  <a:pt x="3009" y="8298"/>
                  <a:pt x="3357" y="8646"/>
                </a:cubicBezTo>
                <a:cubicBezTo>
                  <a:pt x="2565" y="8393"/>
                  <a:pt x="1900" y="7918"/>
                  <a:pt x="1394" y="7284"/>
                </a:cubicBezTo>
                <a:close/>
                <a:moveTo>
                  <a:pt x="6682" y="8329"/>
                </a:moveTo>
                <a:cubicBezTo>
                  <a:pt x="6429" y="8456"/>
                  <a:pt x="6176" y="8583"/>
                  <a:pt x="5922" y="8646"/>
                </a:cubicBezTo>
                <a:cubicBezTo>
                  <a:pt x="6271" y="8329"/>
                  <a:pt x="6587" y="7854"/>
                  <a:pt x="6841" y="7284"/>
                </a:cubicBezTo>
                <a:lnTo>
                  <a:pt x="7917" y="7284"/>
                </a:lnTo>
                <a:cubicBezTo>
                  <a:pt x="7601" y="7696"/>
                  <a:pt x="7157" y="8076"/>
                  <a:pt x="6682" y="8329"/>
                </a:cubicBezTo>
                <a:close/>
                <a:moveTo>
                  <a:pt x="8171" y="6968"/>
                </a:moveTo>
                <a:lnTo>
                  <a:pt x="6967" y="6968"/>
                </a:lnTo>
                <a:cubicBezTo>
                  <a:pt x="7157" y="6334"/>
                  <a:pt x="7316" y="5606"/>
                  <a:pt x="7316" y="4846"/>
                </a:cubicBezTo>
                <a:lnTo>
                  <a:pt x="8836" y="4846"/>
                </a:lnTo>
                <a:cubicBezTo>
                  <a:pt x="8804" y="5163"/>
                  <a:pt x="8772" y="5511"/>
                  <a:pt x="8677" y="5828"/>
                </a:cubicBezTo>
                <a:cubicBezTo>
                  <a:pt x="8551" y="6239"/>
                  <a:pt x="8392" y="6619"/>
                  <a:pt x="8171" y="6968"/>
                </a:cubicBezTo>
                <a:close/>
              </a:path>
            </a:pathLst>
          </a:custGeom>
          <a:noFill/>
          <a:ln cap="flat" cmpd="sng" w="2375">
            <a:solidFill>
              <a:srgbClr val="CECECE"/>
            </a:solidFill>
            <a:prstDash val="solid"/>
            <a:miter lim="316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30"/>
          <p:cNvSpPr/>
          <p:nvPr/>
        </p:nvSpPr>
        <p:spPr>
          <a:xfrm>
            <a:off x="459740" y="1456987"/>
            <a:ext cx="3008293" cy="663912"/>
          </a:xfrm>
          <a:custGeom>
            <a:rect b="b" l="l" r="r" t="t"/>
            <a:pathLst>
              <a:path extrusionOk="0" h="20681" w="93709">
                <a:moveTo>
                  <a:pt x="2154" y="0"/>
                </a:moveTo>
                <a:cubicBezTo>
                  <a:pt x="982" y="0"/>
                  <a:pt x="0" y="950"/>
                  <a:pt x="0" y="2154"/>
                </a:cubicBezTo>
                <a:lnTo>
                  <a:pt x="0" y="18527"/>
                </a:lnTo>
                <a:cubicBezTo>
                  <a:pt x="0" y="19730"/>
                  <a:pt x="982" y="20680"/>
                  <a:pt x="2154" y="20680"/>
                </a:cubicBezTo>
                <a:lnTo>
                  <a:pt x="91555" y="20680"/>
                </a:lnTo>
                <a:cubicBezTo>
                  <a:pt x="92759" y="20680"/>
                  <a:pt x="93709" y="19730"/>
                  <a:pt x="93709" y="18527"/>
                </a:cubicBezTo>
                <a:lnTo>
                  <a:pt x="93709" y="2154"/>
                </a:lnTo>
                <a:cubicBezTo>
                  <a:pt x="93709" y="950"/>
                  <a:pt x="92727" y="0"/>
                  <a:pt x="9155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30"/>
          <p:cNvSpPr txBox="1"/>
          <p:nvPr/>
        </p:nvSpPr>
        <p:spPr>
          <a:xfrm>
            <a:off x="207725" y="1579038"/>
            <a:ext cx="34392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Черная металлургия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6" name="Google Shape;1406;p30"/>
          <p:cNvSpPr txBox="1"/>
          <p:nvPr/>
        </p:nvSpPr>
        <p:spPr>
          <a:xfrm>
            <a:off x="-6812" y="2662663"/>
            <a:ext cx="3941400" cy="8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Порошковая металлургия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7" name="Google Shape;1407;p30"/>
          <p:cNvSpPr txBox="1"/>
          <p:nvPr/>
        </p:nvSpPr>
        <p:spPr>
          <a:xfrm>
            <a:off x="5627225" y="2120888"/>
            <a:ext cx="30438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Цветная металлургия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8" name="Google Shape;1408;p30"/>
          <p:cNvSpPr txBox="1"/>
          <p:nvPr/>
        </p:nvSpPr>
        <p:spPr>
          <a:xfrm>
            <a:off x="5146450" y="3363100"/>
            <a:ext cx="35784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Металлургия редкоземельных металлов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" name="Google Shape;1413;p31" title="доменная печь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695" y="152400"/>
            <a:ext cx="3248528" cy="1313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4" name="Google Shape;1414;p31" title="плавка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695" y="1715497"/>
            <a:ext cx="3248527" cy="1353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5" name="Google Shape;1415;p31" title="гранулятор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092599"/>
            <a:ext cx="3248535" cy="122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6" name="Google Shape;1416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03292" y="152402"/>
            <a:ext cx="2084183" cy="1563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7" name="Google Shape;1417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50116" y="1848485"/>
            <a:ext cx="2084181" cy="1387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8" name="Google Shape;1418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70242" y="3369188"/>
            <a:ext cx="2243939" cy="1357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9" name="Google Shape;1419;p31" title="5465399700556479161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34293" y="2637663"/>
            <a:ext cx="1879370" cy="2505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4" name="Google Shape;142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4499" y="2637500"/>
            <a:ext cx="1879500" cy="250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5" name="Google Shape;1425;p32" title="доменная печь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813" y="355700"/>
            <a:ext cx="2860812" cy="1156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6" name="Google Shape;1426;p32" title="плавка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813" y="1946345"/>
            <a:ext cx="2860812" cy="1192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7" name="Google Shape;1427;p32" title="гранулятор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3350268"/>
            <a:ext cx="2860819" cy="1080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8" name="Google Shape;1428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63042" y="152402"/>
            <a:ext cx="2084183" cy="1563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9" name="Google Shape;1429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51241" y="1848485"/>
            <a:ext cx="2084181" cy="1387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0" name="Google Shape;1430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70242" y="3369188"/>
            <a:ext cx="2243939" cy="13576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32"/>
          <p:cNvSpPr txBox="1"/>
          <p:nvPr/>
        </p:nvSpPr>
        <p:spPr>
          <a:xfrm>
            <a:off x="3402300" y="615175"/>
            <a:ext cx="233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Доменная печь</a:t>
            </a:r>
            <a:endParaRPr sz="1800">
              <a:solidFill>
                <a:schemeClr val="dk1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432" name="Google Shape;1432;p32"/>
          <p:cNvSpPr txBox="1"/>
          <p:nvPr/>
        </p:nvSpPr>
        <p:spPr>
          <a:xfrm>
            <a:off x="3913942" y="2311500"/>
            <a:ext cx="131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Плавка</a:t>
            </a:r>
            <a:endParaRPr sz="1800">
              <a:solidFill>
                <a:schemeClr val="dk1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433" name="Google Shape;1433;p32"/>
          <p:cNvSpPr txBox="1"/>
          <p:nvPr/>
        </p:nvSpPr>
        <p:spPr>
          <a:xfrm>
            <a:off x="3089504" y="3584100"/>
            <a:ext cx="187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Гранулятор</a:t>
            </a:r>
            <a:endParaRPr sz="1800">
              <a:solidFill>
                <a:schemeClr val="dk1"/>
              </a:solidFill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33"/>
          <p:cNvSpPr/>
          <p:nvPr/>
        </p:nvSpPr>
        <p:spPr>
          <a:xfrm>
            <a:off x="453154" y="2574646"/>
            <a:ext cx="4432244" cy="76248"/>
          </a:xfrm>
          <a:custGeom>
            <a:rect b="b" l="l" r="r" t="t"/>
            <a:pathLst>
              <a:path extrusionOk="0" h="2377" w="138173">
                <a:moveTo>
                  <a:pt x="1" y="1"/>
                </a:moveTo>
                <a:lnTo>
                  <a:pt x="1" y="2376"/>
                </a:lnTo>
                <a:lnTo>
                  <a:pt x="138173" y="2376"/>
                </a:lnTo>
                <a:lnTo>
                  <a:pt x="138173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33"/>
          <p:cNvSpPr/>
          <p:nvPr/>
        </p:nvSpPr>
        <p:spPr>
          <a:xfrm>
            <a:off x="4800040" y="2499489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33"/>
          <p:cNvSpPr/>
          <p:nvPr/>
        </p:nvSpPr>
        <p:spPr>
          <a:xfrm>
            <a:off x="463322" y="891380"/>
            <a:ext cx="4422076" cy="1331826"/>
          </a:xfrm>
          <a:custGeom>
            <a:rect b="b" l="l" r="r" t="t"/>
            <a:pathLst>
              <a:path extrusionOk="0" h="41519" w="137856">
                <a:moveTo>
                  <a:pt x="129115" y="1"/>
                </a:moveTo>
                <a:lnTo>
                  <a:pt x="98745" y="39143"/>
                </a:lnTo>
                <a:lnTo>
                  <a:pt x="0" y="39143"/>
                </a:lnTo>
                <a:lnTo>
                  <a:pt x="0" y="41519"/>
                </a:lnTo>
                <a:lnTo>
                  <a:pt x="99916" y="41519"/>
                </a:lnTo>
                <a:lnTo>
                  <a:pt x="130287" y="2376"/>
                </a:lnTo>
                <a:lnTo>
                  <a:pt x="137856" y="2376"/>
                </a:lnTo>
                <a:lnTo>
                  <a:pt x="13785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33"/>
          <p:cNvSpPr/>
          <p:nvPr/>
        </p:nvSpPr>
        <p:spPr>
          <a:xfrm>
            <a:off x="4800040" y="816222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5"/>
                </a:lnTo>
                <a:lnTo>
                  <a:pt x="1" y="7031"/>
                </a:lnTo>
                <a:lnTo>
                  <a:pt x="8330" y="3515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33"/>
          <p:cNvSpPr/>
          <p:nvPr/>
        </p:nvSpPr>
        <p:spPr>
          <a:xfrm>
            <a:off x="458254" y="1709163"/>
            <a:ext cx="6277054" cy="738552"/>
          </a:xfrm>
          <a:custGeom>
            <a:rect b="b" l="l" r="r" t="t"/>
            <a:pathLst>
              <a:path extrusionOk="0" h="23024" w="195684">
                <a:moveTo>
                  <a:pt x="128608" y="0"/>
                </a:moveTo>
                <a:lnTo>
                  <a:pt x="112837" y="20648"/>
                </a:lnTo>
                <a:lnTo>
                  <a:pt x="0" y="20648"/>
                </a:lnTo>
                <a:lnTo>
                  <a:pt x="0" y="23023"/>
                </a:lnTo>
                <a:lnTo>
                  <a:pt x="114009" y="23023"/>
                </a:lnTo>
                <a:lnTo>
                  <a:pt x="129780" y="2375"/>
                </a:lnTo>
                <a:lnTo>
                  <a:pt x="195683" y="2375"/>
                </a:lnTo>
                <a:lnTo>
                  <a:pt x="195683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33"/>
          <p:cNvSpPr/>
          <p:nvPr/>
        </p:nvSpPr>
        <p:spPr>
          <a:xfrm>
            <a:off x="6649949" y="1633974"/>
            <a:ext cx="267206" cy="226563"/>
          </a:xfrm>
          <a:custGeom>
            <a:rect b="b" l="l" r="r" t="t"/>
            <a:pathLst>
              <a:path extrusionOk="0" h="7063" w="833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33"/>
          <p:cNvSpPr/>
          <p:nvPr/>
        </p:nvSpPr>
        <p:spPr>
          <a:xfrm>
            <a:off x="463322" y="2782926"/>
            <a:ext cx="6277054" cy="738552"/>
          </a:xfrm>
          <a:custGeom>
            <a:rect b="b" l="l" r="r" t="t"/>
            <a:pathLst>
              <a:path extrusionOk="0" h="23024" w="195684">
                <a:moveTo>
                  <a:pt x="0" y="0"/>
                </a:moveTo>
                <a:lnTo>
                  <a:pt x="0" y="2375"/>
                </a:lnTo>
                <a:lnTo>
                  <a:pt x="112837" y="2375"/>
                </a:lnTo>
                <a:lnTo>
                  <a:pt x="128609" y="23023"/>
                </a:lnTo>
                <a:lnTo>
                  <a:pt x="195684" y="23023"/>
                </a:lnTo>
                <a:lnTo>
                  <a:pt x="195684" y="20648"/>
                </a:lnTo>
                <a:lnTo>
                  <a:pt x="129780" y="20648"/>
                </a:lnTo>
                <a:lnTo>
                  <a:pt x="11404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33"/>
          <p:cNvSpPr/>
          <p:nvPr/>
        </p:nvSpPr>
        <p:spPr>
          <a:xfrm>
            <a:off x="6655018" y="3370072"/>
            <a:ext cx="267206" cy="226563"/>
          </a:xfrm>
          <a:custGeom>
            <a:rect b="b" l="l" r="r" t="t"/>
            <a:pathLst>
              <a:path extrusionOk="0" h="7063" w="833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33"/>
          <p:cNvSpPr/>
          <p:nvPr/>
        </p:nvSpPr>
        <p:spPr>
          <a:xfrm>
            <a:off x="463322" y="2971862"/>
            <a:ext cx="4422076" cy="1331826"/>
          </a:xfrm>
          <a:custGeom>
            <a:rect b="b" l="l" r="r" t="t"/>
            <a:pathLst>
              <a:path extrusionOk="0" h="41519" w="137856">
                <a:moveTo>
                  <a:pt x="0" y="1"/>
                </a:moveTo>
                <a:lnTo>
                  <a:pt x="0" y="2376"/>
                </a:lnTo>
                <a:lnTo>
                  <a:pt x="98745" y="2376"/>
                </a:lnTo>
                <a:lnTo>
                  <a:pt x="128767" y="41075"/>
                </a:lnTo>
                <a:lnTo>
                  <a:pt x="129115" y="41518"/>
                </a:lnTo>
                <a:lnTo>
                  <a:pt x="137856" y="41518"/>
                </a:lnTo>
                <a:lnTo>
                  <a:pt x="137856" y="39143"/>
                </a:lnTo>
                <a:lnTo>
                  <a:pt x="130287" y="39143"/>
                </a:lnTo>
                <a:lnTo>
                  <a:pt x="100265" y="476"/>
                </a:lnTo>
                <a:lnTo>
                  <a:pt x="9991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33"/>
          <p:cNvSpPr/>
          <p:nvPr/>
        </p:nvSpPr>
        <p:spPr>
          <a:xfrm>
            <a:off x="4800040" y="4153309"/>
            <a:ext cx="267206" cy="225537"/>
          </a:xfrm>
          <a:custGeom>
            <a:rect b="b" l="l" r="r" t="t"/>
            <a:pathLst>
              <a:path extrusionOk="0" h="7031" w="833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33"/>
          <p:cNvSpPr/>
          <p:nvPr/>
        </p:nvSpPr>
        <p:spPr>
          <a:xfrm>
            <a:off x="936722" y="1416585"/>
            <a:ext cx="2330430" cy="2330398"/>
          </a:xfrm>
          <a:custGeom>
            <a:rect b="b" l="l" r="r" t="t"/>
            <a:pathLst>
              <a:path extrusionOk="0" h="72649" w="72650">
                <a:moveTo>
                  <a:pt x="36325" y="0"/>
                </a:moveTo>
                <a:cubicBezTo>
                  <a:pt x="16278" y="0"/>
                  <a:pt x="0" y="16247"/>
                  <a:pt x="0" y="36325"/>
                </a:cubicBezTo>
                <a:cubicBezTo>
                  <a:pt x="0" y="56371"/>
                  <a:pt x="16278" y="72649"/>
                  <a:pt x="36325" y="72649"/>
                </a:cubicBezTo>
                <a:cubicBezTo>
                  <a:pt x="56403" y="72649"/>
                  <a:pt x="72649" y="56371"/>
                  <a:pt x="72649" y="36325"/>
                </a:cubicBezTo>
                <a:cubicBezTo>
                  <a:pt x="72649" y="16247"/>
                  <a:pt x="56403" y="0"/>
                  <a:pt x="36325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ru" sz="1600">
                <a:latin typeface="Montserrat"/>
                <a:ea typeface="Montserrat"/>
                <a:cs typeface="Montserrat"/>
                <a:sym typeface="Montserrat"/>
              </a:rPr>
              <a:t>Востребованность</a:t>
            </a:r>
            <a:endParaRPr b="1"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9" name="Google Shape;1449;p33"/>
          <p:cNvSpPr/>
          <p:nvPr/>
        </p:nvSpPr>
        <p:spPr>
          <a:xfrm>
            <a:off x="5067250" y="4080075"/>
            <a:ext cx="2260484" cy="1006483"/>
          </a:xfrm>
          <a:custGeom>
            <a:rect b="b" l="l" r="r" t="t"/>
            <a:pathLst>
              <a:path extrusionOk="0" h="30277" w="52160">
                <a:moveTo>
                  <a:pt x="4751" y="1"/>
                </a:moveTo>
                <a:cubicBezTo>
                  <a:pt x="2122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54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33"/>
          <p:cNvSpPr/>
          <p:nvPr/>
        </p:nvSpPr>
        <p:spPr>
          <a:xfrm>
            <a:off x="5091351" y="4097713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54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3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51" name="Google Shape;1451;p33"/>
          <p:cNvSpPr/>
          <p:nvPr/>
        </p:nvSpPr>
        <p:spPr>
          <a:xfrm>
            <a:off x="5115450" y="146075"/>
            <a:ext cx="2260484" cy="863727"/>
          </a:xfrm>
          <a:custGeom>
            <a:rect b="b" l="l" r="r" t="t"/>
            <a:pathLst>
              <a:path extrusionOk="0" h="30277" w="52160">
                <a:moveTo>
                  <a:pt x="4751" y="1"/>
                </a:moveTo>
                <a:cubicBezTo>
                  <a:pt x="2122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23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33"/>
          <p:cNvSpPr/>
          <p:nvPr/>
        </p:nvSpPr>
        <p:spPr>
          <a:xfrm>
            <a:off x="5091363" y="146075"/>
            <a:ext cx="430735" cy="863727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54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1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53" name="Google Shape;1453;p33"/>
          <p:cNvSpPr/>
          <p:nvPr/>
        </p:nvSpPr>
        <p:spPr>
          <a:xfrm>
            <a:off x="5156626" y="2089100"/>
            <a:ext cx="1871110" cy="970184"/>
          </a:xfrm>
          <a:custGeom>
            <a:rect b="b" l="l" r="r" t="t"/>
            <a:pathLst>
              <a:path extrusionOk="0" h="30245" w="52160">
                <a:moveTo>
                  <a:pt x="4751" y="0"/>
                </a:moveTo>
                <a:cubicBezTo>
                  <a:pt x="2122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22" y="30244"/>
                  <a:pt x="4751" y="30244"/>
                </a:cubicBezTo>
                <a:lnTo>
                  <a:pt x="47409" y="30244"/>
                </a:lnTo>
                <a:cubicBezTo>
                  <a:pt x="50006" y="30244"/>
                  <a:pt x="52159" y="28122"/>
                  <a:pt x="52159" y="25494"/>
                </a:cubicBezTo>
                <a:lnTo>
                  <a:pt x="52159" y="4751"/>
                </a:lnTo>
                <a:cubicBezTo>
                  <a:pt x="52159" y="2122"/>
                  <a:pt x="50006" y="0"/>
                  <a:pt x="47409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33"/>
          <p:cNvSpPr/>
          <p:nvPr/>
        </p:nvSpPr>
        <p:spPr>
          <a:xfrm>
            <a:off x="5156613" y="2089089"/>
            <a:ext cx="430769" cy="970184"/>
          </a:xfrm>
          <a:custGeom>
            <a:rect b="b" l="l" r="r" t="t"/>
            <a:pathLst>
              <a:path extrusionOk="0" h="30245" w="13429">
                <a:moveTo>
                  <a:pt x="4751" y="0"/>
                </a:moveTo>
                <a:cubicBezTo>
                  <a:pt x="2154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54" y="30244"/>
                  <a:pt x="4751" y="30244"/>
                </a:cubicBezTo>
                <a:lnTo>
                  <a:pt x="13428" y="30244"/>
                </a:lnTo>
                <a:lnTo>
                  <a:pt x="13428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2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55" name="Google Shape;1455;p33"/>
          <p:cNvSpPr/>
          <p:nvPr/>
        </p:nvSpPr>
        <p:spPr>
          <a:xfrm>
            <a:off x="6844151" y="1107750"/>
            <a:ext cx="2260444" cy="971210"/>
          </a:xfrm>
          <a:custGeom>
            <a:rect b="b" l="l" r="r" t="t"/>
            <a:pathLst>
              <a:path extrusionOk="0" h="30277" w="52129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54"/>
                  <a:pt x="52128" y="25526"/>
                </a:cubicBezTo>
                <a:lnTo>
                  <a:pt x="52128" y="4751"/>
                </a:lnTo>
                <a:cubicBezTo>
                  <a:pt x="52128" y="2154"/>
                  <a:pt x="50006" y="1"/>
                  <a:pt x="47378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33"/>
          <p:cNvSpPr/>
          <p:nvPr/>
        </p:nvSpPr>
        <p:spPr>
          <a:xfrm>
            <a:off x="6829780" y="1063849"/>
            <a:ext cx="430769" cy="971210"/>
          </a:xfrm>
          <a:custGeom>
            <a:rect b="b" l="l" r="r" t="t"/>
            <a:pathLst>
              <a:path extrusionOk="0" h="30277" w="13429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4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57" name="Google Shape;1457;p33"/>
          <p:cNvSpPr/>
          <p:nvPr/>
        </p:nvSpPr>
        <p:spPr>
          <a:xfrm>
            <a:off x="7018674" y="2927175"/>
            <a:ext cx="1871040" cy="971178"/>
          </a:xfrm>
          <a:custGeom>
            <a:rect b="b" l="l" r="r" t="t"/>
            <a:pathLst>
              <a:path extrusionOk="0" h="30276" w="52129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22"/>
                  <a:pt x="52128" y="25525"/>
                </a:cubicBezTo>
                <a:lnTo>
                  <a:pt x="52128" y="4750"/>
                </a:lnTo>
                <a:cubicBezTo>
                  <a:pt x="52128" y="2122"/>
                  <a:pt x="50006" y="0"/>
                  <a:pt x="47378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33"/>
          <p:cNvSpPr/>
          <p:nvPr/>
        </p:nvSpPr>
        <p:spPr>
          <a:xfrm>
            <a:off x="7018680" y="2927178"/>
            <a:ext cx="430769" cy="971178"/>
          </a:xfrm>
          <a:custGeom>
            <a:rect b="b" l="l" r="r" t="t"/>
            <a:pathLst>
              <a:path extrusionOk="0" h="30276" w="13429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5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59" name="Google Shape;1459;p33"/>
          <p:cNvSpPr txBox="1"/>
          <p:nvPr/>
        </p:nvSpPr>
        <p:spPr>
          <a:xfrm>
            <a:off x="7491850" y="3087038"/>
            <a:ext cx="1913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Объёмы производства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0" name="Google Shape;1460;p33"/>
          <p:cNvSpPr txBox="1"/>
          <p:nvPr/>
        </p:nvSpPr>
        <p:spPr>
          <a:xfrm>
            <a:off x="6740376" y="1161500"/>
            <a:ext cx="25884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3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Технологические инновации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1" name="Google Shape;1461;p33"/>
          <p:cNvSpPr txBox="1"/>
          <p:nvPr/>
        </p:nvSpPr>
        <p:spPr>
          <a:xfrm>
            <a:off x="5032287" y="4080063"/>
            <a:ext cx="23304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Образования и квалификация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2" name="Google Shape;1462;p33"/>
          <p:cNvSpPr txBox="1"/>
          <p:nvPr/>
        </p:nvSpPr>
        <p:spPr>
          <a:xfrm>
            <a:off x="5522100" y="217188"/>
            <a:ext cx="1871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Географические особенности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3" name="Google Shape;1463;p33"/>
          <p:cNvSpPr txBox="1"/>
          <p:nvPr/>
        </p:nvSpPr>
        <p:spPr>
          <a:xfrm>
            <a:off x="5049225" y="2020688"/>
            <a:ext cx="2085900" cy="118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Экологические требования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34"/>
          <p:cNvSpPr txBox="1"/>
          <p:nvPr/>
        </p:nvSpPr>
        <p:spPr>
          <a:xfrm>
            <a:off x="710250" y="2276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5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Отрасли работы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469" name="Google Shape;1469;p34"/>
          <p:cNvSpPr txBox="1"/>
          <p:nvPr/>
        </p:nvSpPr>
        <p:spPr>
          <a:xfrm>
            <a:off x="-81650" y="2596925"/>
            <a:ext cx="30417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073763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Металлургические комбинаты и заводы</a:t>
            </a:r>
            <a:endParaRPr sz="1600">
              <a:solidFill>
                <a:srgbClr val="07376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70" name="Google Shape;1470;p34"/>
          <p:cNvSpPr txBox="1"/>
          <p:nvPr/>
        </p:nvSpPr>
        <p:spPr>
          <a:xfrm>
            <a:off x="231325" y="880200"/>
            <a:ext cx="32430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606060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Научно-исследовательские институты и лаборатории</a:t>
            </a:r>
            <a:endParaRPr sz="1600">
              <a:solidFill>
                <a:srgbClr val="606060"/>
              </a:solidFill>
              <a:highlight>
                <a:srgbClr val="FFFFFF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71" name="Google Shape;1471;p34"/>
          <p:cNvSpPr txBox="1"/>
          <p:nvPr/>
        </p:nvSpPr>
        <p:spPr>
          <a:xfrm>
            <a:off x="917893" y="4096850"/>
            <a:ext cx="2733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B45F06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Литейные заводы</a:t>
            </a:r>
            <a:endParaRPr sz="1600">
              <a:solidFill>
                <a:srgbClr val="B45F0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72" name="Google Shape;1472;p34"/>
          <p:cNvSpPr txBox="1"/>
          <p:nvPr/>
        </p:nvSpPr>
        <p:spPr>
          <a:xfrm>
            <a:off x="5897100" y="880200"/>
            <a:ext cx="29202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073763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Конструкторские бюро</a:t>
            </a:r>
            <a:endParaRPr sz="1600">
              <a:solidFill>
                <a:srgbClr val="07376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73" name="Google Shape;1473;p34"/>
          <p:cNvSpPr txBox="1"/>
          <p:nvPr/>
        </p:nvSpPr>
        <p:spPr>
          <a:xfrm>
            <a:off x="6197800" y="2505125"/>
            <a:ext cx="30993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Прокатные и ковочные цеха</a:t>
            </a:r>
            <a:endParaRPr sz="20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74" name="Google Shape;1474;p34"/>
          <p:cNvSpPr txBox="1"/>
          <p:nvPr/>
        </p:nvSpPr>
        <p:spPr>
          <a:xfrm>
            <a:off x="5897100" y="3936800"/>
            <a:ext cx="29202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333333"/>
                </a:solidFill>
                <a:highlight>
                  <a:srgbClr val="FFFFFF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Экологические службы и отделы предприятий</a:t>
            </a:r>
            <a:endParaRPr sz="1600">
              <a:solidFill>
                <a:srgbClr val="2A3F5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475" name="Google Shape;1475;p34" title="Без названия75_20251024212556.png"/>
          <p:cNvPicPr preferRelativeResize="0"/>
          <p:nvPr/>
        </p:nvPicPr>
        <p:blipFill rotWithShape="1">
          <a:blip r:embed="rId3">
            <a:alphaModFix/>
          </a:blip>
          <a:srcRect b="18319" l="5687" r="7476" t="4514"/>
          <a:stretch/>
        </p:blipFill>
        <p:spPr>
          <a:xfrm>
            <a:off x="3823087" y="2105950"/>
            <a:ext cx="1497827" cy="1774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6" name="Google Shape;1476;p34"/>
          <p:cNvGrpSpPr/>
          <p:nvPr/>
        </p:nvGrpSpPr>
        <p:grpSpPr>
          <a:xfrm>
            <a:off x="2721670" y="1040059"/>
            <a:ext cx="3700673" cy="3696642"/>
            <a:chOff x="2344100" y="1501650"/>
            <a:chExt cx="2914375" cy="2911200"/>
          </a:xfrm>
        </p:grpSpPr>
        <p:sp>
          <p:nvSpPr>
            <p:cNvPr id="1477" name="Google Shape;1477;p34"/>
            <p:cNvSpPr/>
            <p:nvPr/>
          </p:nvSpPr>
          <p:spPr>
            <a:xfrm>
              <a:off x="2574500" y="3484925"/>
              <a:ext cx="1156725" cy="927925"/>
            </a:xfrm>
            <a:custGeom>
              <a:rect b="b" l="l" r="r" t="t"/>
              <a:pathLst>
                <a:path extrusionOk="0" h="37117" w="46269">
                  <a:moveTo>
                    <a:pt x="18083" y="0"/>
                  </a:moveTo>
                  <a:lnTo>
                    <a:pt x="0" y="10419"/>
                  </a:lnTo>
                  <a:cubicBezTo>
                    <a:pt x="9913" y="25810"/>
                    <a:pt x="26856" y="36229"/>
                    <a:pt x="46269" y="37116"/>
                  </a:cubicBezTo>
                  <a:lnTo>
                    <a:pt x="46269" y="16278"/>
                  </a:lnTo>
                  <a:cubicBezTo>
                    <a:pt x="42880" y="16025"/>
                    <a:pt x="39587" y="15328"/>
                    <a:pt x="36388" y="14156"/>
                  </a:cubicBezTo>
                  <a:lnTo>
                    <a:pt x="34551" y="13491"/>
                  </a:lnTo>
                  <a:lnTo>
                    <a:pt x="34551" y="3990"/>
                  </a:lnTo>
                  <a:lnTo>
                    <a:pt x="26317" y="8772"/>
                  </a:lnTo>
                  <a:lnTo>
                    <a:pt x="24829" y="7474"/>
                  </a:lnTo>
                  <a:cubicBezTo>
                    <a:pt x="23721" y="6524"/>
                    <a:pt x="22644" y="5510"/>
                    <a:pt x="21662" y="4465"/>
                  </a:cubicBezTo>
                  <a:cubicBezTo>
                    <a:pt x="20364" y="3072"/>
                    <a:pt x="19160" y="1552"/>
                    <a:pt x="1808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78" name="Google Shape;1478;p34"/>
            <p:cNvSpPr/>
            <p:nvPr/>
          </p:nvSpPr>
          <p:spPr>
            <a:xfrm>
              <a:off x="3870550" y="3484925"/>
              <a:ext cx="1156750" cy="927925"/>
            </a:xfrm>
            <a:custGeom>
              <a:rect b="b" l="l" r="r" t="t"/>
              <a:pathLst>
                <a:path extrusionOk="0" h="37117" w="46270">
                  <a:moveTo>
                    <a:pt x="28186" y="0"/>
                  </a:moveTo>
                  <a:cubicBezTo>
                    <a:pt x="26286" y="2787"/>
                    <a:pt x="24006" y="5289"/>
                    <a:pt x="21441" y="7506"/>
                  </a:cubicBezTo>
                  <a:lnTo>
                    <a:pt x="19921" y="8772"/>
                  </a:lnTo>
                  <a:lnTo>
                    <a:pt x="11718" y="4022"/>
                  </a:lnTo>
                  <a:lnTo>
                    <a:pt x="11718" y="13523"/>
                  </a:lnTo>
                  <a:lnTo>
                    <a:pt x="9881" y="14156"/>
                  </a:lnTo>
                  <a:cubicBezTo>
                    <a:pt x="7253" y="15106"/>
                    <a:pt x="4529" y="15771"/>
                    <a:pt x="1774" y="16088"/>
                  </a:cubicBezTo>
                  <a:cubicBezTo>
                    <a:pt x="1172" y="16183"/>
                    <a:pt x="602" y="16215"/>
                    <a:pt x="1" y="16278"/>
                  </a:cubicBezTo>
                  <a:lnTo>
                    <a:pt x="1" y="37116"/>
                  </a:lnTo>
                  <a:cubicBezTo>
                    <a:pt x="19414" y="36229"/>
                    <a:pt x="36357" y="25810"/>
                    <a:pt x="46269" y="10419"/>
                  </a:cubicBezTo>
                  <a:lnTo>
                    <a:pt x="2818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79" name="Google Shape;1479;p34"/>
            <p:cNvSpPr/>
            <p:nvPr/>
          </p:nvSpPr>
          <p:spPr>
            <a:xfrm>
              <a:off x="4525325" y="2289425"/>
              <a:ext cx="733150" cy="1335650"/>
            </a:xfrm>
            <a:custGeom>
              <a:rect b="b" l="l" r="r" t="t"/>
              <a:pathLst>
                <a:path extrusionOk="0" h="53426" w="29326">
                  <a:moveTo>
                    <a:pt x="22833" y="0"/>
                  </a:moveTo>
                  <a:lnTo>
                    <a:pt x="4782" y="10451"/>
                  </a:lnTo>
                  <a:cubicBezTo>
                    <a:pt x="6239" y="13491"/>
                    <a:pt x="7284" y="16690"/>
                    <a:pt x="7886" y="20046"/>
                  </a:cubicBezTo>
                  <a:lnTo>
                    <a:pt x="8234" y="21978"/>
                  </a:lnTo>
                  <a:lnTo>
                    <a:pt x="0" y="26729"/>
                  </a:lnTo>
                  <a:lnTo>
                    <a:pt x="2470" y="28122"/>
                  </a:lnTo>
                  <a:lnTo>
                    <a:pt x="8234" y="31447"/>
                  </a:lnTo>
                  <a:lnTo>
                    <a:pt x="7886" y="33379"/>
                  </a:lnTo>
                  <a:cubicBezTo>
                    <a:pt x="7284" y="36736"/>
                    <a:pt x="6239" y="39966"/>
                    <a:pt x="4782" y="43006"/>
                  </a:cubicBezTo>
                  <a:lnTo>
                    <a:pt x="22833" y="53425"/>
                  </a:lnTo>
                  <a:cubicBezTo>
                    <a:pt x="26982" y="45413"/>
                    <a:pt x="29294" y="36356"/>
                    <a:pt x="29294" y="26729"/>
                  </a:cubicBezTo>
                  <a:cubicBezTo>
                    <a:pt x="29326" y="17101"/>
                    <a:pt x="26982" y="8012"/>
                    <a:pt x="2283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80" name="Google Shape;1480;p34"/>
            <p:cNvSpPr/>
            <p:nvPr/>
          </p:nvSpPr>
          <p:spPr>
            <a:xfrm>
              <a:off x="3870550" y="1501650"/>
              <a:ext cx="1156750" cy="928725"/>
            </a:xfrm>
            <a:custGeom>
              <a:rect b="b" l="l" r="r" t="t"/>
              <a:pathLst>
                <a:path extrusionOk="0" h="37149" w="46270">
                  <a:moveTo>
                    <a:pt x="1" y="1"/>
                  </a:moveTo>
                  <a:lnTo>
                    <a:pt x="1" y="20870"/>
                  </a:lnTo>
                  <a:cubicBezTo>
                    <a:pt x="3389" y="21124"/>
                    <a:pt x="6683" y="21820"/>
                    <a:pt x="9881" y="22960"/>
                  </a:cubicBezTo>
                  <a:lnTo>
                    <a:pt x="11718" y="23626"/>
                  </a:lnTo>
                  <a:lnTo>
                    <a:pt x="11718" y="33126"/>
                  </a:lnTo>
                  <a:lnTo>
                    <a:pt x="19952" y="28376"/>
                  </a:lnTo>
                  <a:lnTo>
                    <a:pt x="21441" y="29643"/>
                  </a:lnTo>
                  <a:cubicBezTo>
                    <a:pt x="22549" y="30593"/>
                    <a:pt x="23594" y="31606"/>
                    <a:pt x="24608" y="32683"/>
                  </a:cubicBezTo>
                  <a:cubicBezTo>
                    <a:pt x="25906" y="34076"/>
                    <a:pt x="27109" y="35565"/>
                    <a:pt x="28186" y="37148"/>
                  </a:cubicBezTo>
                  <a:lnTo>
                    <a:pt x="46269" y="26697"/>
                  </a:lnTo>
                  <a:cubicBezTo>
                    <a:pt x="36357" y="11338"/>
                    <a:pt x="19414" y="919"/>
                    <a:pt x="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81" name="Google Shape;1481;p34"/>
            <p:cNvSpPr/>
            <p:nvPr/>
          </p:nvSpPr>
          <p:spPr>
            <a:xfrm>
              <a:off x="2575300" y="1501650"/>
              <a:ext cx="1156725" cy="928725"/>
            </a:xfrm>
            <a:custGeom>
              <a:rect b="b" l="l" r="r" t="t"/>
              <a:pathLst>
                <a:path extrusionOk="0" h="37149" w="46269">
                  <a:moveTo>
                    <a:pt x="46269" y="1"/>
                  </a:moveTo>
                  <a:cubicBezTo>
                    <a:pt x="26824" y="919"/>
                    <a:pt x="9881" y="11338"/>
                    <a:pt x="0" y="26697"/>
                  </a:cubicBezTo>
                  <a:lnTo>
                    <a:pt x="18051" y="37148"/>
                  </a:lnTo>
                  <a:cubicBezTo>
                    <a:pt x="19983" y="34361"/>
                    <a:pt x="22232" y="31828"/>
                    <a:pt x="24829" y="29643"/>
                  </a:cubicBezTo>
                  <a:lnTo>
                    <a:pt x="26317" y="28376"/>
                  </a:lnTo>
                  <a:lnTo>
                    <a:pt x="34519" y="33126"/>
                  </a:lnTo>
                  <a:lnTo>
                    <a:pt x="34519" y="23626"/>
                  </a:lnTo>
                  <a:lnTo>
                    <a:pt x="36356" y="22960"/>
                  </a:lnTo>
                  <a:cubicBezTo>
                    <a:pt x="38985" y="22010"/>
                    <a:pt x="41708" y="21377"/>
                    <a:pt x="44463" y="21029"/>
                  </a:cubicBezTo>
                  <a:cubicBezTo>
                    <a:pt x="45065" y="20965"/>
                    <a:pt x="45667" y="20902"/>
                    <a:pt x="46269" y="20870"/>
                  </a:cubicBezTo>
                  <a:lnTo>
                    <a:pt x="4626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82" name="Google Shape;1482;p34"/>
            <p:cNvSpPr/>
            <p:nvPr/>
          </p:nvSpPr>
          <p:spPr>
            <a:xfrm>
              <a:off x="2344100" y="2289425"/>
              <a:ext cx="732375" cy="1335650"/>
            </a:xfrm>
            <a:custGeom>
              <a:rect b="b" l="l" r="r" t="t"/>
              <a:pathLst>
                <a:path extrusionOk="0" h="53426" w="29295">
                  <a:moveTo>
                    <a:pt x="6461" y="0"/>
                  </a:moveTo>
                  <a:cubicBezTo>
                    <a:pt x="2313" y="8012"/>
                    <a:pt x="1" y="17101"/>
                    <a:pt x="1" y="26729"/>
                  </a:cubicBezTo>
                  <a:cubicBezTo>
                    <a:pt x="1" y="36356"/>
                    <a:pt x="2313" y="45445"/>
                    <a:pt x="6461" y="53425"/>
                  </a:cubicBezTo>
                  <a:lnTo>
                    <a:pt x="24513" y="43006"/>
                  </a:lnTo>
                  <a:cubicBezTo>
                    <a:pt x="24386" y="42753"/>
                    <a:pt x="24291" y="42500"/>
                    <a:pt x="24164" y="42246"/>
                  </a:cubicBezTo>
                  <a:cubicBezTo>
                    <a:pt x="22866" y="39428"/>
                    <a:pt x="21947" y="36451"/>
                    <a:pt x="21409" y="33379"/>
                  </a:cubicBezTo>
                  <a:lnTo>
                    <a:pt x="21061" y="31479"/>
                  </a:lnTo>
                  <a:lnTo>
                    <a:pt x="26824" y="28122"/>
                  </a:lnTo>
                  <a:lnTo>
                    <a:pt x="29295" y="26729"/>
                  </a:lnTo>
                  <a:lnTo>
                    <a:pt x="21061" y="21978"/>
                  </a:lnTo>
                  <a:lnTo>
                    <a:pt x="21409" y="20046"/>
                  </a:lnTo>
                  <a:cubicBezTo>
                    <a:pt x="22011" y="16690"/>
                    <a:pt x="23056" y="13491"/>
                    <a:pt x="24513" y="10451"/>
                  </a:cubicBezTo>
                  <a:lnTo>
                    <a:pt x="64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83" name="Google Shape;1483;p34"/>
            <p:cNvSpPr/>
            <p:nvPr/>
          </p:nvSpPr>
          <p:spPr>
            <a:xfrm>
              <a:off x="4089075" y="2487350"/>
              <a:ext cx="1600" cy="14275"/>
            </a:xfrm>
            <a:custGeom>
              <a:rect b="b" l="l" r="r" t="t"/>
              <a:pathLst>
                <a:path extrusionOk="0" h="571" w="64">
                  <a:moveTo>
                    <a:pt x="0" y="0"/>
                  </a:moveTo>
                  <a:lnTo>
                    <a:pt x="0" y="0"/>
                  </a:lnTo>
                  <a:cubicBezTo>
                    <a:pt x="32" y="159"/>
                    <a:pt x="64" y="349"/>
                    <a:pt x="64" y="570"/>
                  </a:cubicBezTo>
                  <a:lnTo>
                    <a:pt x="64" y="380"/>
                  </a:lnTo>
                  <a:cubicBezTo>
                    <a:pt x="64" y="254"/>
                    <a:pt x="32" y="127"/>
                    <a:pt x="0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34"/>
            <p:cNvSpPr/>
            <p:nvPr/>
          </p:nvSpPr>
          <p:spPr>
            <a:xfrm>
              <a:off x="4033650" y="2449350"/>
              <a:ext cx="17450" cy="800"/>
            </a:xfrm>
            <a:custGeom>
              <a:rect b="b" l="l" r="r" t="t"/>
              <a:pathLst>
                <a:path extrusionOk="0" h="32" w="698">
                  <a:moveTo>
                    <a:pt x="1" y="0"/>
                  </a:moveTo>
                  <a:cubicBezTo>
                    <a:pt x="254" y="0"/>
                    <a:pt x="476" y="0"/>
                    <a:pt x="697" y="32"/>
                  </a:cubicBezTo>
                  <a:cubicBezTo>
                    <a:pt x="602" y="0"/>
                    <a:pt x="476" y="0"/>
                    <a:pt x="349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9" name="Google Shape;1489;p35"/>
          <p:cNvGrpSpPr/>
          <p:nvPr/>
        </p:nvGrpSpPr>
        <p:grpSpPr>
          <a:xfrm>
            <a:off x="2411670" y="1117872"/>
            <a:ext cx="4300222" cy="3519733"/>
            <a:chOff x="2239600" y="1703550"/>
            <a:chExt cx="3097250" cy="2535100"/>
          </a:xfrm>
        </p:grpSpPr>
        <p:sp>
          <p:nvSpPr>
            <p:cNvPr id="1490" name="Google Shape;1490;p35"/>
            <p:cNvSpPr/>
            <p:nvPr/>
          </p:nvSpPr>
          <p:spPr>
            <a:xfrm>
              <a:off x="4978975" y="2925950"/>
              <a:ext cx="357875" cy="59425"/>
            </a:xfrm>
            <a:custGeom>
              <a:rect b="b" l="l" r="r" t="t"/>
              <a:pathLst>
                <a:path extrusionOk="0" h="2377" w="14315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38"/>
                    <a:pt x="507" y="2376"/>
                    <a:pt x="1172" y="2376"/>
                  </a:cubicBezTo>
                  <a:cubicBezTo>
                    <a:pt x="1806" y="2376"/>
                    <a:pt x="2281" y="1901"/>
                    <a:pt x="2344" y="1268"/>
                  </a:cubicBezTo>
                  <a:lnTo>
                    <a:pt x="11971" y="1268"/>
                  </a:lnTo>
                  <a:cubicBezTo>
                    <a:pt x="12003" y="1901"/>
                    <a:pt x="12510" y="2376"/>
                    <a:pt x="13143" y="2376"/>
                  </a:cubicBezTo>
                  <a:cubicBezTo>
                    <a:pt x="13808" y="2376"/>
                    <a:pt x="14315" y="1838"/>
                    <a:pt x="14315" y="1173"/>
                  </a:cubicBezTo>
                  <a:cubicBezTo>
                    <a:pt x="14315" y="539"/>
                    <a:pt x="13808" y="1"/>
                    <a:pt x="13143" y="1"/>
                  </a:cubicBezTo>
                  <a:cubicBezTo>
                    <a:pt x="12541" y="1"/>
                    <a:pt x="12035" y="476"/>
                    <a:pt x="11971" y="1078"/>
                  </a:cubicBezTo>
                  <a:lnTo>
                    <a:pt x="8488" y="1046"/>
                  </a:lnTo>
                  <a:lnTo>
                    <a:pt x="2344" y="1046"/>
                  </a:lnTo>
                  <a:cubicBezTo>
                    <a:pt x="2281" y="444"/>
                    <a:pt x="1774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35"/>
            <p:cNvSpPr/>
            <p:nvPr/>
          </p:nvSpPr>
          <p:spPr>
            <a:xfrm>
              <a:off x="4548275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36" y="0"/>
                    <a:pt x="30371" y="0"/>
                  </a:cubicBezTo>
                  <a:cubicBezTo>
                    <a:pt x="29769" y="0"/>
                    <a:pt x="29263" y="475"/>
                    <a:pt x="29199" y="1045"/>
                  </a:cubicBezTo>
                  <a:lnTo>
                    <a:pt x="2344" y="1045"/>
                  </a:lnTo>
                  <a:cubicBezTo>
                    <a:pt x="2281" y="444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35"/>
            <p:cNvSpPr/>
            <p:nvPr/>
          </p:nvSpPr>
          <p:spPr>
            <a:xfrm>
              <a:off x="4548275" y="2925950"/>
              <a:ext cx="358675" cy="59425"/>
            </a:xfrm>
            <a:custGeom>
              <a:rect b="b" l="l" r="r" t="t"/>
              <a:pathLst>
                <a:path extrusionOk="0" h="2377" w="14347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7" y="1838"/>
                    <a:pt x="14347" y="1173"/>
                  </a:cubicBezTo>
                  <a:cubicBezTo>
                    <a:pt x="14347" y="539"/>
                    <a:pt x="13808" y="1"/>
                    <a:pt x="13143" y="1"/>
                  </a:cubicBezTo>
                  <a:cubicBezTo>
                    <a:pt x="12541" y="1"/>
                    <a:pt x="12066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35"/>
            <p:cNvSpPr/>
            <p:nvPr/>
          </p:nvSpPr>
          <p:spPr>
            <a:xfrm>
              <a:off x="4548275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04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35"/>
            <p:cNvSpPr/>
            <p:nvPr/>
          </p:nvSpPr>
          <p:spPr>
            <a:xfrm>
              <a:off x="2239600" y="2925950"/>
              <a:ext cx="358675" cy="59425"/>
            </a:xfrm>
            <a:custGeom>
              <a:rect b="b" l="l" r="r" t="t"/>
              <a:pathLst>
                <a:path extrusionOk="0" h="2377" w="14347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6" y="1838"/>
                    <a:pt x="14346" y="1173"/>
                  </a:cubicBezTo>
                  <a:cubicBezTo>
                    <a:pt x="14346" y="539"/>
                    <a:pt x="13808" y="1"/>
                    <a:pt x="13143" y="1"/>
                  </a:cubicBezTo>
                  <a:cubicBezTo>
                    <a:pt x="12541" y="1"/>
                    <a:pt x="12035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35"/>
            <p:cNvSpPr/>
            <p:nvPr/>
          </p:nvSpPr>
          <p:spPr>
            <a:xfrm>
              <a:off x="2239600" y="3676500"/>
              <a:ext cx="788575" cy="59425"/>
            </a:xfrm>
            <a:custGeom>
              <a:rect b="b" l="l" r="r" t="t"/>
              <a:pathLst>
                <a:path extrusionOk="0" h="2377" w="31543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35"/>
            <p:cNvSpPr/>
            <p:nvPr/>
          </p:nvSpPr>
          <p:spPr>
            <a:xfrm>
              <a:off x="2239600" y="2203125"/>
              <a:ext cx="788575" cy="58600"/>
            </a:xfrm>
            <a:custGeom>
              <a:rect b="b" l="l" r="r" t="t"/>
              <a:pathLst>
                <a:path extrusionOk="0" h="2344" w="31543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35"/>
            <p:cNvSpPr/>
            <p:nvPr/>
          </p:nvSpPr>
          <p:spPr>
            <a:xfrm>
              <a:off x="3771600" y="170355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1" y="507"/>
                  </a:moveTo>
                  <a:lnTo>
                    <a:pt x="36831" y="11021"/>
                  </a:lnTo>
                  <a:lnTo>
                    <a:pt x="36831" y="32017"/>
                  </a:lnTo>
                  <a:lnTo>
                    <a:pt x="18621" y="42531"/>
                  </a:lnTo>
                  <a:lnTo>
                    <a:pt x="412" y="32017"/>
                  </a:lnTo>
                  <a:lnTo>
                    <a:pt x="412" y="11021"/>
                  </a:lnTo>
                  <a:lnTo>
                    <a:pt x="18621" y="507"/>
                  </a:lnTo>
                  <a:close/>
                  <a:moveTo>
                    <a:pt x="18621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21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35"/>
            <p:cNvSpPr/>
            <p:nvPr/>
          </p:nvSpPr>
          <p:spPr>
            <a:xfrm>
              <a:off x="4192000" y="243430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2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2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2" y="476"/>
                  </a:lnTo>
                  <a:close/>
                  <a:moveTo>
                    <a:pt x="18622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22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2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35"/>
            <p:cNvSpPr/>
            <p:nvPr/>
          </p:nvSpPr>
          <p:spPr>
            <a:xfrm>
              <a:off x="3771600" y="3162675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21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1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1" y="476"/>
                  </a:lnTo>
                  <a:close/>
                  <a:moveTo>
                    <a:pt x="18621" y="1"/>
                  </a:moveTo>
                  <a:lnTo>
                    <a:pt x="95" y="10705"/>
                  </a:lnTo>
                  <a:lnTo>
                    <a:pt x="0" y="10768"/>
                  </a:lnTo>
                  <a:lnTo>
                    <a:pt x="0" y="32271"/>
                  </a:lnTo>
                  <a:lnTo>
                    <a:pt x="18621" y="43039"/>
                  </a:lnTo>
                  <a:lnTo>
                    <a:pt x="37148" y="32335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35"/>
            <p:cNvSpPr/>
            <p:nvPr/>
          </p:nvSpPr>
          <p:spPr>
            <a:xfrm>
              <a:off x="3829375" y="1770825"/>
              <a:ext cx="815525" cy="941400"/>
            </a:xfrm>
            <a:custGeom>
              <a:rect b="b" l="l" r="r" t="t"/>
              <a:pathLst>
                <a:path extrusionOk="0" h="37656" w="32621">
                  <a:moveTo>
                    <a:pt x="16310" y="1"/>
                  </a:moveTo>
                  <a:lnTo>
                    <a:pt x="1" y="9407"/>
                  </a:ln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5"/>
            <p:cNvSpPr/>
            <p:nvPr/>
          </p:nvSpPr>
          <p:spPr>
            <a:xfrm>
              <a:off x="3854725" y="1800125"/>
              <a:ext cx="764825" cy="882800"/>
            </a:xfrm>
            <a:custGeom>
              <a:rect b="b" l="l" r="r" t="t"/>
              <a:pathLst>
                <a:path extrusionOk="0" h="35312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5"/>
            <p:cNvSpPr/>
            <p:nvPr/>
          </p:nvSpPr>
          <p:spPr>
            <a:xfrm>
              <a:off x="4241875" y="2054275"/>
              <a:ext cx="182925" cy="182900"/>
            </a:xfrm>
            <a:custGeom>
              <a:rect b="b" l="l" r="r" t="t"/>
              <a:pathLst>
                <a:path extrusionOk="0" h="7316" w="7317">
                  <a:moveTo>
                    <a:pt x="0" y="0"/>
                  </a:moveTo>
                  <a:lnTo>
                    <a:pt x="0" y="7316"/>
                  </a:lnTo>
                  <a:lnTo>
                    <a:pt x="7316" y="7316"/>
                  </a:lnTo>
                  <a:lnTo>
                    <a:pt x="7316" y="6588"/>
                  </a:lnTo>
                  <a:cubicBezTo>
                    <a:pt x="7316" y="2946"/>
                    <a:pt x="4371" y="0"/>
                    <a:pt x="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5"/>
            <p:cNvSpPr/>
            <p:nvPr/>
          </p:nvSpPr>
          <p:spPr>
            <a:xfrm>
              <a:off x="4260075" y="2071700"/>
              <a:ext cx="146500" cy="147275"/>
            </a:xfrm>
            <a:custGeom>
              <a:rect b="b" l="l" r="r" t="t"/>
              <a:pathLst>
                <a:path extrusionOk="0" h="5891" w="5860">
                  <a:moveTo>
                    <a:pt x="1" y="0"/>
                  </a:moveTo>
                  <a:lnTo>
                    <a:pt x="1" y="5891"/>
                  </a:lnTo>
                  <a:lnTo>
                    <a:pt x="5860" y="5891"/>
                  </a:lnTo>
                  <a:cubicBezTo>
                    <a:pt x="5860" y="2629"/>
                    <a:pt x="3231" y="0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5"/>
            <p:cNvSpPr/>
            <p:nvPr/>
          </p:nvSpPr>
          <p:spPr>
            <a:xfrm>
              <a:off x="4049475" y="2053475"/>
              <a:ext cx="375325" cy="376100"/>
            </a:xfrm>
            <a:custGeom>
              <a:rect b="b" l="l" r="r" t="t"/>
              <a:pathLst>
                <a:path extrusionOk="0" h="15044" w="15013">
                  <a:moveTo>
                    <a:pt x="7506" y="1"/>
                  </a:moveTo>
                  <a:cubicBezTo>
                    <a:pt x="3358" y="1"/>
                    <a:pt x="1" y="3389"/>
                    <a:pt x="1" y="7506"/>
                  </a:cubicBezTo>
                  <a:cubicBezTo>
                    <a:pt x="1" y="11655"/>
                    <a:pt x="3358" y="15043"/>
                    <a:pt x="7506" y="15043"/>
                  </a:cubicBezTo>
                  <a:cubicBezTo>
                    <a:pt x="11655" y="15043"/>
                    <a:pt x="15012" y="11655"/>
                    <a:pt x="15012" y="7506"/>
                  </a:cubicBezTo>
                  <a:lnTo>
                    <a:pt x="15012" y="6810"/>
                  </a:lnTo>
                  <a:lnTo>
                    <a:pt x="8235" y="681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35"/>
            <p:cNvSpPr/>
            <p:nvPr/>
          </p:nvSpPr>
          <p:spPr>
            <a:xfrm>
              <a:off x="4067700" y="2071700"/>
              <a:ext cx="338875" cy="339675"/>
            </a:xfrm>
            <a:custGeom>
              <a:rect b="b" l="l" r="r" t="t"/>
              <a:pathLst>
                <a:path extrusionOk="0" h="13587" w="13555">
                  <a:moveTo>
                    <a:pt x="6777" y="0"/>
                  </a:moveTo>
                  <a:cubicBezTo>
                    <a:pt x="3041" y="0"/>
                    <a:pt x="0" y="3040"/>
                    <a:pt x="0" y="6809"/>
                  </a:cubicBezTo>
                  <a:cubicBezTo>
                    <a:pt x="0" y="10546"/>
                    <a:pt x="3041" y="13586"/>
                    <a:pt x="6777" y="13586"/>
                  </a:cubicBezTo>
                  <a:cubicBezTo>
                    <a:pt x="10514" y="13586"/>
                    <a:pt x="13555" y="10546"/>
                    <a:pt x="13555" y="6809"/>
                  </a:cubicBezTo>
                  <a:lnTo>
                    <a:pt x="6777" y="6809"/>
                  </a:lnTo>
                  <a:lnTo>
                    <a:pt x="677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35"/>
            <p:cNvSpPr/>
            <p:nvPr/>
          </p:nvSpPr>
          <p:spPr>
            <a:xfrm>
              <a:off x="4249800" y="2500800"/>
              <a:ext cx="816275" cy="942175"/>
            </a:xfrm>
            <a:custGeom>
              <a:rect b="b" l="l" r="r" t="t"/>
              <a:pathLst>
                <a:path extrusionOk="0" h="37687" w="32651">
                  <a:moveTo>
                    <a:pt x="16310" y="1"/>
                  </a:moveTo>
                  <a:lnTo>
                    <a:pt x="0" y="9438"/>
                  </a:lnTo>
                  <a:lnTo>
                    <a:pt x="0" y="28281"/>
                  </a:lnTo>
                  <a:lnTo>
                    <a:pt x="16310" y="37687"/>
                  </a:lnTo>
                  <a:lnTo>
                    <a:pt x="32651" y="28281"/>
                  </a:lnTo>
                  <a:lnTo>
                    <a:pt x="32651" y="9438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35"/>
            <p:cNvSpPr/>
            <p:nvPr/>
          </p:nvSpPr>
          <p:spPr>
            <a:xfrm>
              <a:off x="4275125" y="2530100"/>
              <a:ext cx="765625" cy="883575"/>
            </a:xfrm>
            <a:custGeom>
              <a:rect b="b" l="l" r="r" t="t"/>
              <a:pathLst>
                <a:path extrusionOk="0" h="35343" w="30625">
                  <a:moveTo>
                    <a:pt x="15297" y="0"/>
                  </a:moveTo>
                  <a:lnTo>
                    <a:pt x="1" y="8836"/>
                  </a:lnTo>
                  <a:lnTo>
                    <a:pt x="1" y="26507"/>
                  </a:lnTo>
                  <a:lnTo>
                    <a:pt x="15297" y="35343"/>
                  </a:lnTo>
                  <a:lnTo>
                    <a:pt x="30625" y="26507"/>
                  </a:lnTo>
                  <a:lnTo>
                    <a:pt x="30625" y="8836"/>
                  </a:lnTo>
                  <a:lnTo>
                    <a:pt x="15297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35"/>
            <p:cNvSpPr/>
            <p:nvPr/>
          </p:nvSpPr>
          <p:spPr>
            <a:xfrm>
              <a:off x="4632200" y="2746250"/>
              <a:ext cx="45950" cy="83150"/>
            </a:xfrm>
            <a:custGeom>
              <a:rect b="b" l="l" r="r" t="t"/>
              <a:pathLst>
                <a:path extrusionOk="0" h="3326" w="1838">
                  <a:moveTo>
                    <a:pt x="855" y="0"/>
                  </a:moveTo>
                  <a:cubicBezTo>
                    <a:pt x="602" y="0"/>
                    <a:pt x="380" y="95"/>
                    <a:pt x="222" y="285"/>
                  </a:cubicBezTo>
                  <a:cubicBezTo>
                    <a:pt x="64" y="475"/>
                    <a:pt x="0" y="697"/>
                    <a:pt x="32" y="950"/>
                  </a:cubicBezTo>
                  <a:lnTo>
                    <a:pt x="349" y="3325"/>
                  </a:lnTo>
                  <a:lnTo>
                    <a:pt x="1489" y="3325"/>
                  </a:lnTo>
                  <a:lnTo>
                    <a:pt x="1805" y="950"/>
                  </a:lnTo>
                  <a:cubicBezTo>
                    <a:pt x="1837" y="697"/>
                    <a:pt x="1774" y="475"/>
                    <a:pt x="1615" y="285"/>
                  </a:cubicBezTo>
                  <a:cubicBezTo>
                    <a:pt x="1457" y="95"/>
                    <a:pt x="1235" y="0"/>
                    <a:pt x="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35"/>
            <p:cNvSpPr/>
            <p:nvPr/>
          </p:nvSpPr>
          <p:spPr>
            <a:xfrm>
              <a:off x="4482550" y="2809575"/>
              <a:ext cx="76825" cy="76025"/>
            </a:xfrm>
            <a:custGeom>
              <a:rect b="b" l="l" r="r" t="t"/>
              <a:pathLst>
                <a:path extrusionOk="0" h="3041" w="3073">
                  <a:moveTo>
                    <a:pt x="919" y="1"/>
                  </a:moveTo>
                  <a:cubicBezTo>
                    <a:pt x="698" y="1"/>
                    <a:pt x="508" y="96"/>
                    <a:pt x="349" y="222"/>
                  </a:cubicBezTo>
                  <a:lnTo>
                    <a:pt x="254" y="317"/>
                  </a:lnTo>
                  <a:cubicBezTo>
                    <a:pt x="96" y="507"/>
                    <a:pt x="1" y="729"/>
                    <a:pt x="1" y="982"/>
                  </a:cubicBezTo>
                  <a:cubicBezTo>
                    <a:pt x="33" y="1204"/>
                    <a:pt x="159" y="1426"/>
                    <a:pt x="349" y="1584"/>
                  </a:cubicBezTo>
                  <a:lnTo>
                    <a:pt x="2249" y="3041"/>
                  </a:lnTo>
                  <a:lnTo>
                    <a:pt x="3073" y="2249"/>
                  </a:lnTo>
                  <a:lnTo>
                    <a:pt x="1584" y="349"/>
                  </a:lnTo>
                  <a:cubicBezTo>
                    <a:pt x="1426" y="127"/>
                    <a:pt x="1204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35"/>
            <p:cNvSpPr/>
            <p:nvPr/>
          </p:nvSpPr>
          <p:spPr>
            <a:xfrm>
              <a:off x="4423175" y="2960800"/>
              <a:ext cx="83150" cy="44350"/>
            </a:xfrm>
            <a:custGeom>
              <a:rect b="b" l="l" r="r" t="t"/>
              <a:pathLst>
                <a:path extrusionOk="0" h="1774" w="3326">
                  <a:moveTo>
                    <a:pt x="824" y="0"/>
                  </a:moveTo>
                  <a:cubicBezTo>
                    <a:pt x="381" y="0"/>
                    <a:pt x="1" y="380"/>
                    <a:pt x="1" y="824"/>
                  </a:cubicBezTo>
                  <a:lnTo>
                    <a:pt x="1" y="950"/>
                  </a:lnTo>
                  <a:cubicBezTo>
                    <a:pt x="1" y="1425"/>
                    <a:pt x="381" y="1774"/>
                    <a:pt x="824" y="1774"/>
                  </a:cubicBezTo>
                  <a:lnTo>
                    <a:pt x="951" y="1774"/>
                  </a:lnTo>
                  <a:lnTo>
                    <a:pt x="3326" y="1489"/>
                  </a:lnTo>
                  <a:lnTo>
                    <a:pt x="3326" y="317"/>
                  </a:lnTo>
                  <a:lnTo>
                    <a:pt x="951" y="32"/>
                  </a:lnTo>
                  <a:cubicBezTo>
                    <a:pt x="919" y="0"/>
                    <a:pt x="856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35"/>
            <p:cNvSpPr/>
            <p:nvPr/>
          </p:nvSpPr>
          <p:spPr>
            <a:xfrm>
              <a:off x="4808750" y="2956050"/>
              <a:ext cx="83950" cy="44350"/>
            </a:xfrm>
            <a:custGeom>
              <a:rect b="b" l="l" r="r" t="t"/>
              <a:pathLst>
                <a:path extrusionOk="0" h="1774" w="3358">
                  <a:moveTo>
                    <a:pt x="2407" y="0"/>
                  </a:moveTo>
                  <a:lnTo>
                    <a:pt x="1" y="317"/>
                  </a:lnTo>
                  <a:lnTo>
                    <a:pt x="1" y="1457"/>
                  </a:lnTo>
                  <a:lnTo>
                    <a:pt x="2407" y="1774"/>
                  </a:lnTo>
                  <a:lnTo>
                    <a:pt x="2534" y="1774"/>
                  </a:lnTo>
                  <a:cubicBezTo>
                    <a:pt x="2756" y="1774"/>
                    <a:pt x="2946" y="1679"/>
                    <a:pt x="3104" y="1552"/>
                  </a:cubicBezTo>
                  <a:cubicBezTo>
                    <a:pt x="3262" y="1394"/>
                    <a:pt x="3357" y="1172"/>
                    <a:pt x="3357" y="950"/>
                  </a:cubicBezTo>
                  <a:lnTo>
                    <a:pt x="3357" y="824"/>
                  </a:lnTo>
                  <a:cubicBezTo>
                    <a:pt x="3357" y="380"/>
                    <a:pt x="2977" y="0"/>
                    <a:pt x="2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35"/>
            <p:cNvSpPr/>
            <p:nvPr/>
          </p:nvSpPr>
          <p:spPr>
            <a:xfrm>
              <a:off x="4752550" y="2805625"/>
              <a:ext cx="76800" cy="76825"/>
            </a:xfrm>
            <a:custGeom>
              <a:rect b="b" l="l" r="r" t="t"/>
              <a:pathLst>
                <a:path extrusionOk="0" h="3073" w="3072">
                  <a:moveTo>
                    <a:pt x="2154" y="0"/>
                  </a:moveTo>
                  <a:cubicBezTo>
                    <a:pt x="1900" y="0"/>
                    <a:pt x="1647" y="127"/>
                    <a:pt x="1488" y="349"/>
                  </a:cubicBezTo>
                  <a:lnTo>
                    <a:pt x="0" y="2249"/>
                  </a:lnTo>
                  <a:lnTo>
                    <a:pt x="823" y="3072"/>
                  </a:lnTo>
                  <a:lnTo>
                    <a:pt x="2724" y="1584"/>
                  </a:lnTo>
                  <a:cubicBezTo>
                    <a:pt x="2914" y="1457"/>
                    <a:pt x="3040" y="1235"/>
                    <a:pt x="3072" y="982"/>
                  </a:cubicBezTo>
                  <a:cubicBezTo>
                    <a:pt x="3072" y="760"/>
                    <a:pt x="3009" y="507"/>
                    <a:pt x="2819" y="317"/>
                  </a:cubicBezTo>
                  <a:lnTo>
                    <a:pt x="2724" y="254"/>
                  </a:lnTo>
                  <a:cubicBezTo>
                    <a:pt x="2565" y="95"/>
                    <a:pt x="2375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35"/>
            <p:cNvSpPr/>
            <p:nvPr/>
          </p:nvSpPr>
          <p:spPr>
            <a:xfrm>
              <a:off x="4535600" y="2849150"/>
              <a:ext cx="238350" cy="349175"/>
            </a:xfrm>
            <a:custGeom>
              <a:rect b="b" l="l" r="r" t="t"/>
              <a:pathLst>
                <a:path extrusionOk="0" h="13967" w="9534">
                  <a:moveTo>
                    <a:pt x="4751" y="1"/>
                  </a:moveTo>
                  <a:cubicBezTo>
                    <a:pt x="3453" y="1"/>
                    <a:pt x="2281" y="508"/>
                    <a:pt x="1362" y="1458"/>
                  </a:cubicBezTo>
                  <a:cubicBezTo>
                    <a:pt x="476" y="2408"/>
                    <a:pt x="1" y="3611"/>
                    <a:pt x="32" y="4910"/>
                  </a:cubicBezTo>
                  <a:cubicBezTo>
                    <a:pt x="64" y="5606"/>
                    <a:pt x="222" y="6240"/>
                    <a:pt x="507" y="6841"/>
                  </a:cubicBezTo>
                  <a:cubicBezTo>
                    <a:pt x="571" y="6936"/>
                    <a:pt x="634" y="7031"/>
                    <a:pt x="729" y="7158"/>
                  </a:cubicBezTo>
                  <a:cubicBezTo>
                    <a:pt x="1014" y="7602"/>
                    <a:pt x="1679" y="8583"/>
                    <a:pt x="1774" y="9597"/>
                  </a:cubicBezTo>
                  <a:cubicBezTo>
                    <a:pt x="1806" y="9913"/>
                    <a:pt x="1964" y="10198"/>
                    <a:pt x="2186" y="10420"/>
                  </a:cubicBezTo>
                  <a:cubicBezTo>
                    <a:pt x="2123" y="10515"/>
                    <a:pt x="2091" y="10642"/>
                    <a:pt x="2091" y="10768"/>
                  </a:cubicBezTo>
                  <a:lnTo>
                    <a:pt x="2091" y="10863"/>
                  </a:lnTo>
                  <a:cubicBezTo>
                    <a:pt x="2091" y="11117"/>
                    <a:pt x="2218" y="11338"/>
                    <a:pt x="2376" y="11497"/>
                  </a:cubicBezTo>
                  <a:cubicBezTo>
                    <a:pt x="2344" y="11592"/>
                    <a:pt x="2313" y="11687"/>
                    <a:pt x="2313" y="11782"/>
                  </a:cubicBezTo>
                  <a:lnTo>
                    <a:pt x="2313" y="11908"/>
                  </a:lnTo>
                  <a:cubicBezTo>
                    <a:pt x="2313" y="12130"/>
                    <a:pt x="2408" y="12352"/>
                    <a:pt x="2566" y="12510"/>
                  </a:cubicBezTo>
                  <a:cubicBezTo>
                    <a:pt x="2534" y="12637"/>
                    <a:pt x="2534" y="12795"/>
                    <a:pt x="2566" y="12954"/>
                  </a:cubicBezTo>
                  <a:cubicBezTo>
                    <a:pt x="2819" y="13555"/>
                    <a:pt x="3706" y="13967"/>
                    <a:pt x="4783" y="13967"/>
                  </a:cubicBezTo>
                  <a:cubicBezTo>
                    <a:pt x="5891" y="13967"/>
                    <a:pt x="6746" y="13555"/>
                    <a:pt x="7000" y="12954"/>
                  </a:cubicBezTo>
                  <a:cubicBezTo>
                    <a:pt x="7063" y="12795"/>
                    <a:pt x="7063" y="12637"/>
                    <a:pt x="7000" y="12510"/>
                  </a:cubicBezTo>
                  <a:cubicBezTo>
                    <a:pt x="7158" y="12352"/>
                    <a:pt x="7253" y="12130"/>
                    <a:pt x="7253" y="11908"/>
                  </a:cubicBezTo>
                  <a:lnTo>
                    <a:pt x="7253" y="11782"/>
                  </a:lnTo>
                  <a:cubicBezTo>
                    <a:pt x="7253" y="11687"/>
                    <a:pt x="7253" y="11623"/>
                    <a:pt x="7221" y="11560"/>
                  </a:cubicBezTo>
                  <a:cubicBezTo>
                    <a:pt x="7443" y="11402"/>
                    <a:pt x="7570" y="11148"/>
                    <a:pt x="7570" y="10863"/>
                  </a:cubicBezTo>
                  <a:lnTo>
                    <a:pt x="7570" y="10768"/>
                  </a:lnTo>
                  <a:cubicBezTo>
                    <a:pt x="7570" y="10610"/>
                    <a:pt x="7538" y="10483"/>
                    <a:pt x="7475" y="10357"/>
                  </a:cubicBezTo>
                  <a:cubicBezTo>
                    <a:pt x="7665" y="10167"/>
                    <a:pt x="7791" y="9913"/>
                    <a:pt x="7823" y="9628"/>
                  </a:cubicBezTo>
                  <a:cubicBezTo>
                    <a:pt x="7855" y="8868"/>
                    <a:pt x="8235" y="8013"/>
                    <a:pt x="8931" y="7063"/>
                  </a:cubicBezTo>
                  <a:cubicBezTo>
                    <a:pt x="8963" y="6968"/>
                    <a:pt x="8995" y="6936"/>
                    <a:pt x="9026" y="6905"/>
                  </a:cubicBezTo>
                  <a:cubicBezTo>
                    <a:pt x="9375" y="6303"/>
                    <a:pt x="9533" y="5606"/>
                    <a:pt x="9533" y="4751"/>
                  </a:cubicBezTo>
                  <a:cubicBezTo>
                    <a:pt x="9533" y="3453"/>
                    <a:pt x="9058" y="2281"/>
                    <a:pt x="8140" y="1363"/>
                  </a:cubicBezTo>
                  <a:cubicBezTo>
                    <a:pt x="7253" y="476"/>
                    <a:pt x="6050" y="1"/>
                    <a:pt x="47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35"/>
            <p:cNvSpPr/>
            <p:nvPr/>
          </p:nvSpPr>
          <p:spPr>
            <a:xfrm>
              <a:off x="4568075" y="2878450"/>
              <a:ext cx="178950" cy="208250"/>
            </a:xfrm>
            <a:custGeom>
              <a:rect b="b" l="l" r="r" t="t"/>
              <a:pathLst>
                <a:path extrusionOk="0" h="8330" w="7158">
                  <a:moveTo>
                    <a:pt x="3547" y="1"/>
                  </a:moveTo>
                  <a:cubicBezTo>
                    <a:pt x="2597" y="32"/>
                    <a:pt x="1710" y="412"/>
                    <a:pt x="1045" y="1109"/>
                  </a:cubicBezTo>
                  <a:cubicBezTo>
                    <a:pt x="349" y="1806"/>
                    <a:pt x="0" y="2724"/>
                    <a:pt x="32" y="3706"/>
                  </a:cubicBezTo>
                  <a:cubicBezTo>
                    <a:pt x="32" y="4213"/>
                    <a:pt x="158" y="4688"/>
                    <a:pt x="380" y="5131"/>
                  </a:cubicBezTo>
                  <a:cubicBezTo>
                    <a:pt x="412" y="5163"/>
                    <a:pt x="475" y="5258"/>
                    <a:pt x="507" y="5321"/>
                  </a:cubicBezTo>
                  <a:cubicBezTo>
                    <a:pt x="855" y="5828"/>
                    <a:pt x="1647" y="7000"/>
                    <a:pt x="1742" y="8330"/>
                  </a:cubicBezTo>
                  <a:lnTo>
                    <a:pt x="5416" y="8330"/>
                  </a:lnTo>
                  <a:cubicBezTo>
                    <a:pt x="5511" y="7380"/>
                    <a:pt x="5954" y="6335"/>
                    <a:pt x="6746" y="5194"/>
                  </a:cubicBezTo>
                  <a:cubicBezTo>
                    <a:pt x="6777" y="5163"/>
                    <a:pt x="6809" y="5131"/>
                    <a:pt x="6809" y="5099"/>
                  </a:cubicBezTo>
                  <a:cubicBezTo>
                    <a:pt x="7031" y="4719"/>
                    <a:pt x="7157" y="4213"/>
                    <a:pt x="7157" y="3579"/>
                  </a:cubicBezTo>
                  <a:cubicBezTo>
                    <a:pt x="7157" y="2629"/>
                    <a:pt x="6777" y="1711"/>
                    <a:pt x="6112" y="1046"/>
                  </a:cubicBezTo>
                  <a:cubicBezTo>
                    <a:pt x="5416" y="381"/>
                    <a:pt x="4529" y="1"/>
                    <a:pt x="3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35"/>
            <p:cNvSpPr/>
            <p:nvPr/>
          </p:nvSpPr>
          <p:spPr>
            <a:xfrm>
              <a:off x="4551450" y="2863425"/>
              <a:ext cx="209025" cy="238325"/>
            </a:xfrm>
            <a:custGeom>
              <a:rect b="b" l="l" r="r" t="t"/>
              <a:pathLst>
                <a:path extrusionOk="0" h="9533" w="8361">
                  <a:moveTo>
                    <a:pt x="4212" y="602"/>
                  </a:moveTo>
                  <a:cubicBezTo>
                    <a:pt x="5130" y="602"/>
                    <a:pt x="6049" y="982"/>
                    <a:pt x="6714" y="1647"/>
                  </a:cubicBezTo>
                  <a:cubicBezTo>
                    <a:pt x="7379" y="2312"/>
                    <a:pt x="7759" y="3199"/>
                    <a:pt x="7759" y="4180"/>
                  </a:cubicBezTo>
                  <a:cubicBezTo>
                    <a:pt x="7759" y="4814"/>
                    <a:pt x="7664" y="5320"/>
                    <a:pt x="7411" y="5700"/>
                  </a:cubicBezTo>
                  <a:cubicBezTo>
                    <a:pt x="7411" y="5732"/>
                    <a:pt x="7379" y="5764"/>
                    <a:pt x="7347" y="5795"/>
                  </a:cubicBezTo>
                  <a:cubicBezTo>
                    <a:pt x="6556" y="6904"/>
                    <a:pt x="6112" y="7981"/>
                    <a:pt x="6049" y="8931"/>
                  </a:cubicBezTo>
                  <a:lnTo>
                    <a:pt x="2375" y="8931"/>
                  </a:lnTo>
                  <a:cubicBezTo>
                    <a:pt x="2249" y="7601"/>
                    <a:pt x="1457" y="6429"/>
                    <a:pt x="1140" y="5922"/>
                  </a:cubicBezTo>
                  <a:cubicBezTo>
                    <a:pt x="1077" y="5859"/>
                    <a:pt x="1014" y="5764"/>
                    <a:pt x="982" y="5732"/>
                  </a:cubicBezTo>
                  <a:cubicBezTo>
                    <a:pt x="760" y="5289"/>
                    <a:pt x="665" y="4814"/>
                    <a:pt x="633" y="4307"/>
                  </a:cubicBezTo>
                  <a:cubicBezTo>
                    <a:pt x="602" y="3325"/>
                    <a:pt x="950" y="2407"/>
                    <a:pt x="1647" y="1710"/>
                  </a:cubicBezTo>
                  <a:cubicBezTo>
                    <a:pt x="2312" y="1013"/>
                    <a:pt x="3199" y="602"/>
                    <a:pt x="4180" y="602"/>
                  </a:cubicBezTo>
                  <a:close/>
                  <a:moveTo>
                    <a:pt x="4180" y="0"/>
                  </a:moveTo>
                  <a:cubicBezTo>
                    <a:pt x="3040" y="0"/>
                    <a:pt x="1995" y="475"/>
                    <a:pt x="1204" y="1298"/>
                  </a:cubicBezTo>
                  <a:cubicBezTo>
                    <a:pt x="412" y="2122"/>
                    <a:pt x="0" y="3199"/>
                    <a:pt x="32" y="4307"/>
                  </a:cubicBezTo>
                  <a:cubicBezTo>
                    <a:pt x="63" y="4909"/>
                    <a:pt x="190" y="5479"/>
                    <a:pt x="443" y="6017"/>
                  </a:cubicBezTo>
                  <a:cubicBezTo>
                    <a:pt x="475" y="6080"/>
                    <a:pt x="538" y="6144"/>
                    <a:pt x="633" y="6270"/>
                  </a:cubicBezTo>
                  <a:cubicBezTo>
                    <a:pt x="950" y="6745"/>
                    <a:pt x="1679" y="7822"/>
                    <a:pt x="1774" y="8994"/>
                  </a:cubicBezTo>
                  <a:cubicBezTo>
                    <a:pt x="1805" y="9311"/>
                    <a:pt x="2059" y="9532"/>
                    <a:pt x="2375" y="9532"/>
                  </a:cubicBezTo>
                  <a:lnTo>
                    <a:pt x="6049" y="9532"/>
                  </a:lnTo>
                  <a:cubicBezTo>
                    <a:pt x="6366" y="9532"/>
                    <a:pt x="6619" y="9311"/>
                    <a:pt x="6651" y="8994"/>
                  </a:cubicBezTo>
                  <a:cubicBezTo>
                    <a:pt x="6714" y="8139"/>
                    <a:pt x="7126" y="7189"/>
                    <a:pt x="7854" y="6144"/>
                  </a:cubicBezTo>
                  <a:cubicBezTo>
                    <a:pt x="7886" y="6080"/>
                    <a:pt x="7917" y="6049"/>
                    <a:pt x="7949" y="6017"/>
                  </a:cubicBezTo>
                  <a:cubicBezTo>
                    <a:pt x="8234" y="5542"/>
                    <a:pt x="8361" y="4940"/>
                    <a:pt x="8361" y="4180"/>
                  </a:cubicBezTo>
                  <a:cubicBezTo>
                    <a:pt x="8361" y="3040"/>
                    <a:pt x="7949" y="1995"/>
                    <a:pt x="7157" y="1203"/>
                  </a:cubicBezTo>
                  <a:cubicBezTo>
                    <a:pt x="6334" y="412"/>
                    <a:pt x="5289" y="0"/>
                    <a:pt x="4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35"/>
            <p:cNvSpPr/>
            <p:nvPr/>
          </p:nvSpPr>
          <p:spPr>
            <a:xfrm>
              <a:off x="4604475" y="3111225"/>
              <a:ext cx="106925" cy="16650"/>
            </a:xfrm>
            <a:custGeom>
              <a:rect b="b" l="l" r="r" t="t"/>
              <a:pathLst>
                <a:path extrusionOk="0" h="666" w="4277">
                  <a:moveTo>
                    <a:pt x="286" y="0"/>
                  </a:moveTo>
                  <a:cubicBezTo>
                    <a:pt x="128" y="0"/>
                    <a:pt x="1" y="127"/>
                    <a:pt x="1" y="285"/>
                  </a:cubicBezTo>
                  <a:lnTo>
                    <a:pt x="1" y="380"/>
                  </a:lnTo>
                  <a:cubicBezTo>
                    <a:pt x="1" y="539"/>
                    <a:pt x="96" y="665"/>
                    <a:pt x="286" y="665"/>
                  </a:cubicBezTo>
                  <a:lnTo>
                    <a:pt x="3991" y="665"/>
                  </a:lnTo>
                  <a:cubicBezTo>
                    <a:pt x="4150" y="665"/>
                    <a:pt x="4276" y="539"/>
                    <a:pt x="4276" y="380"/>
                  </a:cubicBezTo>
                  <a:lnTo>
                    <a:pt x="4276" y="285"/>
                  </a:lnTo>
                  <a:cubicBezTo>
                    <a:pt x="4276" y="127"/>
                    <a:pt x="4150" y="0"/>
                    <a:pt x="39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35"/>
            <p:cNvSpPr/>
            <p:nvPr/>
          </p:nvSpPr>
          <p:spPr>
            <a:xfrm>
              <a:off x="4609225" y="3136550"/>
              <a:ext cx="94250" cy="16650"/>
            </a:xfrm>
            <a:custGeom>
              <a:rect b="b" l="l" r="r" t="t"/>
              <a:pathLst>
                <a:path extrusionOk="0" h="666" w="377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412"/>
                  </a:lnTo>
                  <a:cubicBezTo>
                    <a:pt x="1" y="539"/>
                    <a:pt x="128" y="666"/>
                    <a:pt x="286" y="666"/>
                  </a:cubicBezTo>
                  <a:lnTo>
                    <a:pt x="3516" y="666"/>
                  </a:lnTo>
                  <a:cubicBezTo>
                    <a:pt x="3643" y="666"/>
                    <a:pt x="3770" y="571"/>
                    <a:pt x="3770" y="412"/>
                  </a:cubicBezTo>
                  <a:lnTo>
                    <a:pt x="3770" y="286"/>
                  </a:lnTo>
                  <a:cubicBezTo>
                    <a:pt x="3770" y="127"/>
                    <a:pt x="3643" y="1"/>
                    <a:pt x="3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35"/>
            <p:cNvSpPr/>
            <p:nvPr/>
          </p:nvSpPr>
          <p:spPr>
            <a:xfrm>
              <a:off x="4613975" y="3163475"/>
              <a:ext cx="84750" cy="19825"/>
            </a:xfrm>
            <a:custGeom>
              <a:rect b="b" l="l" r="r" t="t"/>
              <a:pathLst>
                <a:path extrusionOk="0" h="793" w="3390">
                  <a:moveTo>
                    <a:pt x="223" y="1"/>
                  </a:moveTo>
                  <a:cubicBezTo>
                    <a:pt x="96" y="1"/>
                    <a:pt x="1" y="64"/>
                    <a:pt x="33" y="159"/>
                  </a:cubicBezTo>
                  <a:cubicBezTo>
                    <a:pt x="191" y="507"/>
                    <a:pt x="888" y="792"/>
                    <a:pt x="1711" y="792"/>
                  </a:cubicBezTo>
                  <a:cubicBezTo>
                    <a:pt x="2534" y="792"/>
                    <a:pt x="3231" y="507"/>
                    <a:pt x="3358" y="159"/>
                  </a:cubicBezTo>
                  <a:cubicBezTo>
                    <a:pt x="3390" y="64"/>
                    <a:pt x="3295" y="1"/>
                    <a:pt x="32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35"/>
            <p:cNvSpPr/>
            <p:nvPr/>
          </p:nvSpPr>
          <p:spPr>
            <a:xfrm>
              <a:off x="4648025" y="2760500"/>
              <a:ext cx="16650" cy="67300"/>
            </a:xfrm>
            <a:custGeom>
              <a:rect b="b" l="l" r="r" t="t"/>
              <a:pathLst>
                <a:path extrusionOk="0" h="2692" w="666">
                  <a:moveTo>
                    <a:pt x="286" y="0"/>
                  </a:moveTo>
                  <a:cubicBezTo>
                    <a:pt x="127" y="0"/>
                    <a:pt x="1" y="127"/>
                    <a:pt x="32" y="285"/>
                  </a:cubicBezTo>
                  <a:lnTo>
                    <a:pt x="349" y="2692"/>
                  </a:lnTo>
                  <a:lnTo>
                    <a:pt x="634" y="285"/>
                  </a:lnTo>
                  <a:cubicBezTo>
                    <a:pt x="666" y="127"/>
                    <a:pt x="539" y="0"/>
                    <a:pt x="41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35"/>
            <p:cNvSpPr/>
            <p:nvPr/>
          </p:nvSpPr>
          <p:spPr>
            <a:xfrm>
              <a:off x="4497600" y="2823975"/>
              <a:ext cx="51500" cy="50550"/>
            </a:xfrm>
            <a:custGeom>
              <a:rect b="b" l="l" r="r" t="t"/>
              <a:pathLst>
                <a:path extrusionOk="0" h="2022" w="2060">
                  <a:moveTo>
                    <a:pt x="375" y="1"/>
                  </a:moveTo>
                  <a:cubicBezTo>
                    <a:pt x="319" y="1"/>
                    <a:pt x="262" y="18"/>
                    <a:pt x="222" y="58"/>
                  </a:cubicBezTo>
                  <a:lnTo>
                    <a:pt x="127" y="153"/>
                  </a:lnTo>
                  <a:cubicBezTo>
                    <a:pt x="1" y="280"/>
                    <a:pt x="32" y="438"/>
                    <a:pt x="159" y="533"/>
                  </a:cubicBezTo>
                  <a:lnTo>
                    <a:pt x="2059" y="2021"/>
                  </a:lnTo>
                  <a:lnTo>
                    <a:pt x="571" y="90"/>
                  </a:lnTo>
                  <a:cubicBezTo>
                    <a:pt x="534" y="34"/>
                    <a:pt x="454" y="1"/>
                    <a:pt x="37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35"/>
            <p:cNvSpPr/>
            <p:nvPr/>
          </p:nvSpPr>
          <p:spPr>
            <a:xfrm>
              <a:off x="4439025" y="2975725"/>
              <a:ext cx="67300" cy="15300"/>
            </a:xfrm>
            <a:custGeom>
              <a:rect b="b" l="l" r="r" t="t"/>
              <a:pathLst>
                <a:path extrusionOk="0" h="612" w="2692">
                  <a:moveTo>
                    <a:pt x="236" y="0"/>
                  </a:moveTo>
                  <a:cubicBezTo>
                    <a:pt x="101" y="0"/>
                    <a:pt x="0" y="113"/>
                    <a:pt x="0" y="227"/>
                  </a:cubicBezTo>
                  <a:lnTo>
                    <a:pt x="0" y="353"/>
                  </a:lnTo>
                  <a:cubicBezTo>
                    <a:pt x="0" y="495"/>
                    <a:pt x="102" y="612"/>
                    <a:pt x="237" y="612"/>
                  </a:cubicBezTo>
                  <a:cubicBezTo>
                    <a:pt x="252" y="612"/>
                    <a:pt x="269" y="610"/>
                    <a:pt x="285" y="607"/>
                  </a:cubicBezTo>
                  <a:lnTo>
                    <a:pt x="2692" y="290"/>
                  </a:lnTo>
                  <a:lnTo>
                    <a:pt x="285" y="5"/>
                  </a:lnTo>
                  <a:cubicBezTo>
                    <a:pt x="268" y="2"/>
                    <a:pt x="252" y="0"/>
                    <a:pt x="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35"/>
            <p:cNvSpPr/>
            <p:nvPr/>
          </p:nvSpPr>
          <p:spPr>
            <a:xfrm>
              <a:off x="4811925" y="2970300"/>
              <a:ext cx="67325" cy="15225"/>
            </a:xfrm>
            <a:custGeom>
              <a:rect b="b" l="l" r="r" t="t"/>
              <a:pathLst>
                <a:path extrusionOk="0" h="609" w="2693">
                  <a:moveTo>
                    <a:pt x="2407" y="0"/>
                  </a:moveTo>
                  <a:lnTo>
                    <a:pt x="0" y="317"/>
                  </a:lnTo>
                  <a:lnTo>
                    <a:pt x="2407" y="602"/>
                  </a:lnTo>
                  <a:cubicBezTo>
                    <a:pt x="2428" y="606"/>
                    <a:pt x="2447" y="608"/>
                    <a:pt x="2467" y="608"/>
                  </a:cubicBezTo>
                  <a:cubicBezTo>
                    <a:pt x="2596" y="608"/>
                    <a:pt x="2692" y="518"/>
                    <a:pt x="2692" y="380"/>
                  </a:cubicBezTo>
                  <a:lnTo>
                    <a:pt x="2692" y="254"/>
                  </a:lnTo>
                  <a:cubicBezTo>
                    <a:pt x="2692" y="95"/>
                    <a:pt x="2565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35"/>
            <p:cNvSpPr/>
            <p:nvPr/>
          </p:nvSpPr>
          <p:spPr>
            <a:xfrm>
              <a:off x="4765200" y="2820550"/>
              <a:ext cx="51500" cy="50025"/>
            </a:xfrm>
            <a:custGeom>
              <a:rect b="b" l="l" r="r" t="t"/>
              <a:pathLst>
                <a:path extrusionOk="0" h="2001" w="2060">
                  <a:moveTo>
                    <a:pt x="1695" y="1"/>
                  </a:moveTo>
                  <a:cubicBezTo>
                    <a:pt x="1618" y="1"/>
                    <a:pt x="1540" y="32"/>
                    <a:pt x="1489" y="100"/>
                  </a:cubicBezTo>
                  <a:lnTo>
                    <a:pt x="1" y="2000"/>
                  </a:lnTo>
                  <a:lnTo>
                    <a:pt x="1933" y="512"/>
                  </a:lnTo>
                  <a:cubicBezTo>
                    <a:pt x="2059" y="448"/>
                    <a:pt x="2059" y="258"/>
                    <a:pt x="1964" y="163"/>
                  </a:cubicBezTo>
                  <a:lnTo>
                    <a:pt x="1869" y="68"/>
                  </a:lnTo>
                  <a:cubicBezTo>
                    <a:pt x="1825" y="24"/>
                    <a:pt x="1761" y="1"/>
                    <a:pt x="169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35"/>
            <p:cNvSpPr/>
            <p:nvPr/>
          </p:nvSpPr>
          <p:spPr>
            <a:xfrm>
              <a:off x="4616350" y="2914075"/>
              <a:ext cx="80800" cy="143325"/>
            </a:xfrm>
            <a:custGeom>
              <a:rect b="b" l="l" r="r" t="t"/>
              <a:pathLst>
                <a:path extrusionOk="0" h="5733" w="3232">
                  <a:moveTo>
                    <a:pt x="3136" y="1"/>
                  </a:moveTo>
                  <a:lnTo>
                    <a:pt x="603" y="2946"/>
                  </a:lnTo>
                  <a:lnTo>
                    <a:pt x="1521" y="3168"/>
                  </a:lnTo>
                  <a:lnTo>
                    <a:pt x="1" y="5733"/>
                  </a:lnTo>
                  <a:lnTo>
                    <a:pt x="3231" y="2851"/>
                  </a:lnTo>
                  <a:lnTo>
                    <a:pt x="1996" y="2471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35"/>
            <p:cNvSpPr/>
            <p:nvPr/>
          </p:nvSpPr>
          <p:spPr>
            <a:xfrm>
              <a:off x="3829375" y="3229200"/>
              <a:ext cx="815525" cy="942175"/>
            </a:xfrm>
            <a:custGeom>
              <a:rect b="b" l="l" r="r" t="t"/>
              <a:pathLst>
                <a:path extrusionOk="0" h="37687" w="32621">
                  <a:moveTo>
                    <a:pt x="16310" y="0"/>
                  </a:moveTo>
                  <a:lnTo>
                    <a:pt x="1" y="9437"/>
                  </a:ln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35"/>
            <p:cNvSpPr/>
            <p:nvPr/>
          </p:nvSpPr>
          <p:spPr>
            <a:xfrm>
              <a:off x="3854725" y="3258475"/>
              <a:ext cx="764825" cy="883600"/>
            </a:xfrm>
            <a:custGeom>
              <a:rect b="b" l="l" r="r" t="t"/>
              <a:pathLst>
                <a:path extrusionOk="0" h="35344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35"/>
            <p:cNvSpPr/>
            <p:nvPr/>
          </p:nvSpPr>
          <p:spPr>
            <a:xfrm>
              <a:off x="4007525" y="3548250"/>
              <a:ext cx="307225" cy="269225"/>
            </a:xfrm>
            <a:custGeom>
              <a:rect b="b" l="l" r="r" t="t"/>
              <a:pathLst>
                <a:path extrusionOk="0" h="10769" w="12289">
                  <a:moveTo>
                    <a:pt x="4212" y="1"/>
                  </a:moveTo>
                  <a:cubicBezTo>
                    <a:pt x="2312" y="1"/>
                    <a:pt x="760" y="1552"/>
                    <a:pt x="760" y="3484"/>
                  </a:cubicBezTo>
                  <a:lnTo>
                    <a:pt x="760" y="5448"/>
                  </a:lnTo>
                  <a:cubicBezTo>
                    <a:pt x="760" y="6018"/>
                    <a:pt x="887" y="6588"/>
                    <a:pt x="1172" y="7126"/>
                  </a:cubicBezTo>
                  <a:lnTo>
                    <a:pt x="0" y="10768"/>
                  </a:lnTo>
                  <a:lnTo>
                    <a:pt x="3674" y="8868"/>
                  </a:lnTo>
                  <a:cubicBezTo>
                    <a:pt x="3864" y="8900"/>
                    <a:pt x="4054" y="8931"/>
                    <a:pt x="4212" y="8931"/>
                  </a:cubicBezTo>
                  <a:lnTo>
                    <a:pt x="6556" y="8931"/>
                  </a:lnTo>
                  <a:lnTo>
                    <a:pt x="6176" y="7950"/>
                  </a:lnTo>
                  <a:cubicBezTo>
                    <a:pt x="6081" y="7728"/>
                    <a:pt x="6018" y="7443"/>
                    <a:pt x="6018" y="7189"/>
                  </a:cubicBezTo>
                  <a:lnTo>
                    <a:pt x="6018" y="5226"/>
                  </a:lnTo>
                  <a:cubicBezTo>
                    <a:pt x="6018" y="4054"/>
                    <a:pt x="6936" y="3136"/>
                    <a:pt x="8108" y="3136"/>
                  </a:cubicBezTo>
                  <a:lnTo>
                    <a:pt x="12288" y="3136"/>
                  </a:lnTo>
                  <a:lnTo>
                    <a:pt x="11908" y="2186"/>
                  </a:lnTo>
                  <a:cubicBezTo>
                    <a:pt x="11370" y="856"/>
                    <a:pt x="10103" y="1"/>
                    <a:pt x="8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35"/>
            <p:cNvSpPr/>
            <p:nvPr/>
          </p:nvSpPr>
          <p:spPr>
            <a:xfrm>
              <a:off x="4036825" y="3565675"/>
              <a:ext cx="251775" cy="217750"/>
            </a:xfrm>
            <a:custGeom>
              <a:rect b="b" l="l" r="r" t="t"/>
              <a:pathLst>
                <a:path extrusionOk="0" h="8710" w="10071">
                  <a:moveTo>
                    <a:pt x="3072" y="0"/>
                  </a:moveTo>
                  <a:cubicBezTo>
                    <a:pt x="1520" y="0"/>
                    <a:pt x="285" y="1235"/>
                    <a:pt x="285" y="2787"/>
                  </a:cubicBezTo>
                  <a:lnTo>
                    <a:pt x="285" y="4751"/>
                  </a:lnTo>
                  <a:cubicBezTo>
                    <a:pt x="285" y="5321"/>
                    <a:pt x="444" y="5859"/>
                    <a:pt x="760" y="6334"/>
                  </a:cubicBezTo>
                  <a:lnTo>
                    <a:pt x="0" y="8709"/>
                  </a:lnTo>
                  <a:lnTo>
                    <a:pt x="2407" y="7443"/>
                  </a:lnTo>
                  <a:cubicBezTo>
                    <a:pt x="2629" y="7506"/>
                    <a:pt x="2850" y="7538"/>
                    <a:pt x="3072" y="7538"/>
                  </a:cubicBezTo>
                  <a:lnTo>
                    <a:pt x="4339" y="7538"/>
                  </a:lnTo>
                  <a:cubicBezTo>
                    <a:pt x="4212" y="7221"/>
                    <a:pt x="4149" y="6841"/>
                    <a:pt x="4149" y="6492"/>
                  </a:cubicBezTo>
                  <a:lnTo>
                    <a:pt x="4149" y="4529"/>
                  </a:lnTo>
                  <a:cubicBezTo>
                    <a:pt x="4149" y="2977"/>
                    <a:pt x="5384" y="1742"/>
                    <a:pt x="6936" y="1742"/>
                  </a:cubicBezTo>
                  <a:lnTo>
                    <a:pt x="10071" y="1742"/>
                  </a:lnTo>
                  <a:cubicBezTo>
                    <a:pt x="9659" y="697"/>
                    <a:pt x="8678" y="0"/>
                    <a:pt x="75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35"/>
            <p:cNvSpPr/>
            <p:nvPr/>
          </p:nvSpPr>
          <p:spPr>
            <a:xfrm>
              <a:off x="4143700" y="3603675"/>
              <a:ext cx="323050" cy="249425"/>
            </a:xfrm>
            <a:custGeom>
              <a:rect b="b" l="l" r="r" t="t"/>
              <a:pathLst>
                <a:path extrusionOk="0" h="9977" w="12922">
                  <a:moveTo>
                    <a:pt x="3484" y="0"/>
                  </a:moveTo>
                  <a:cubicBezTo>
                    <a:pt x="1552" y="0"/>
                    <a:pt x="1" y="1552"/>
                    <a:pt x="1" y="3484"/>
                  </a:cubicBezTo>
                  <a:lnTo>
                    <a:pt x="1" y="5447"/>
                  </a:lnTo>
                  <a:cubicBezTo>
                    <a:pt x="1" y="7348"/>
                    <a:pt x="1552" y="8931"/>
                    <a:pt x="3484" y="8931"/>
                  </a:cubicBezTo>
                  <a:lnTo>
                    <a:pt x="7918" y="8931"/>
                  </a:lnTo>
                  <a:cubicBezTo>
                    <a:pt x="8139" y="8931"/>
                    <a:pt x="8329" y="8899"/>
                    <a:pt x="8551" y="8868"/>
                  </a:cubicBezTo>
                  <a:lnTo>
                    <a:pt x="12921" y="9976"/>
                  </a:lnTo>
                  <a:lnTo>
                    <a:pt x="11021" y="6999"/>
                  </a:lnTo>
                  <a:cubicBezTo>
                    <a:pt x="11275" y="6524"/>
                    <a:pt x="11401" y="5986"/>
                    <a:pt x="11401" y="5447"/>
                  </a:cubicBezTo>
                  <a:lnTo>
                    <a:pt x="11401" y="3484"/>
                  </a:lnTo>
                  <a:cubicBezTo>
                    <a:pt x="11401" y="1552"/>
                    <a:pt x="9850" y="0"/>
                    <a:pt x="7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35"/>
            <p:cNvSpPr/>
            <p:nvPr/>
          </p:nvSpPr>
          <p:spPr>
            <a:xfrm>
              <a:off x="4161125" y="3621100"/>
              <a:ext cx="266825" cy="204275"/>
            </a:xfrm>
            <a:custGeom>
              <a:rect b="b" l="l" r="r" t="t"/>
              <a:pathLst>
                <a:path extrusionOk="0" h="8171" w="10673">
                  <a:moveTo>
                    <a:pt x="2787" y="0"/>
                  </a:moveTo>
                  <a:cubicBezTo>
                    <a:pt x="1235" y="0"/>
                    <a:pt x="0" y="1235"/>
                    <a:pt x="0" y="2787"/>
                  </a:cubicBezTo>
                  <a:lnTo>
                    <a:pt x="0" y="4750"/>
                  </a:lnTo>
                  <a:cubicBezTo>
                    <a:pt x="0" y="6271"/>
                    <a:pt x="1235" y="7537"/>
                    <a:pt x="2787" y="7537"/>
                  </a:cubicBezTo>
                  <a:lnTo>
                    <a:pt x="7221" y="7537"/>
                  </a:lnTo>
                  <a:cubicBezTo>
                    <a:pt x="7442" y="7537"/>
                    <a:pt x="7664" y="7506"/>
                    <a:pt x="7854" y="7442"/>
                  </a:cubicBezTo>
                  <a:lnTo>
                    <a:pt x="10673" y="8171"/>
                  </a:lnTo>
                  <a:lnTo>
                    <a:pt x="9501" y="6334"/>
                  </a:lnTo>
                  <a:cubicBezTo>
                    <a:pt x="9818" y="5859"/>
                    <a:pt x="10008" y="5321"/>
                    <a:pt x="10008" y="4750"/>
                  </a:cubicBezTo>
                  <a:lnTo>
                    <a:pt x="10008" y="2787"/>
                  </a:lnTo>
                  <a:cubicBezTo>
                    <a:pt x="10008" y="1235"/>
                    <a:pt x="8773" y="0"/>
                    <a:pt x="72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35"/>
            <p:cNvSpPr/>
            <p:nvPr/>
          </p:nvSpPr>
          <p:spPr>
            <a:xfrm>
              <a:off x="2871400" y="170355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507"/>
                  </a:moveTo>
                  <a:lnTo>
                    <a:pt x="36863" y="11021"/>
                  </a:lnTo>
                  <a:lnTo>
                    <a:pt x="36863" y="32017"/>
                  </a:lnTo>
                  <a:lnTo>
                    <a:pt x="18653" y="42531"/>
                  </a:lnTo>
                  <a:lnTo>
                    <a:pt x="444" y="32017"/>
                  </a:lnTo>
                  <a:lnTo>
                    <a:pt x="444" y="11021"/>
                  </a:lnTo>
                  <a:lnTo>
                    <a:pt x="18653" y="507"/>
                  </a:lnTo>
                  <a:close/>
                  <a:moveTo>
                    <a:pt x="18653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53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35"/>
            <p:cNvSpPr/>
            <p:nvPr/>
          </p:nvSpPr>
          <p:spPr>
            <a:xfrm>
              <a:off x="2451000" y="2434300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53" y="42532"/>
                  </a:lnTo>
                  <a:lnTo>
                    <a:pt x="443" y="32018"/>
                  </a:lnTo>
                  <a:lnTo>
                    <a:pt x="443" y="10990"/>
                  </a:lnTo>
                  <a:lnTo>
                    <a:pt x="18653" y="476"/>
                  </a:lnTo>
                  <a:close/>
                  <a:moveTo>
                    <a:pt x="18653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5"/>
            <p:cNvSpPr/>
            <p:nvPr/>
          </p:nvSpPr>
          <p:spPr>
            <a:xfrm>
              <a:off x="2871400" y="3162675"/>
              <a:ext cx="931875" cy="1075975"/>
            </a:xfrm>
            <a:custGeom>
              <a:rect b="b" l="l" r="r" t="t"/>
              <a:pathLst>
                <a:path extrusionOk="0" h="43039" w="37275">
                  <a:moveTo>
                    <a:pt x="18653" y="476"/>
                  </a:moveTo>
                  <a:lnTo>
                    <a:pt x="36863" y="10990"/>
                  </a:lnTo>
                  <a:lnTo>
                    <a:pt x="36863" y="32018"/>
                  </a:lnTo>
                  <a:lnTo>
                    <a:pt x="18653" y="42532"/>
                  </a:lnTo>
                  <a:lnTo>
                    <a:pt x="444" y="32018"/>
                  </a:lnTo>
                  <a:lnTo>
                    <a:pt x="444" y="10990"/>
                  </a:lnTo>
                  <a:lnTo>
                    <a:pt x="18653" y="476"/>
                  </a:lnTo>
                  <a:close/>
                  <a:moveTo>
                    <a:pt x="18653" y="1"/>
                  </a:moveTo>
                  <a:lnTo>
                    <a:pt x="127" y="10673"/>
                  </a:lnTo>
                  <a:lnTo>
                    <a:pt x="0" y="10737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5"/>
                  </a:lnTo>
                  <a:lnTo>
                    <a:pt x="37275" y="32271"/>
                  </a:lnTo>
                  <a:lnTo>
                    <a:pt x="37275" y="10737"/>
                  </a:lnTo>
                  <a:lnTo>
                    <a:pt x="186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5"/>
            <p:cNvSpPr/>
            <p:nvPr/>
          </p:nvSpPr>
          <p:spPr>
            <a:xfrm>
              <a:off x="2508775" y="2500800"/>
              <a:ext cx="816300" cy="942175"/>
            </a:xfrm>
            <a:custGeom>
              <a:rect b="b" l="l" r="r" t="t"/>
              <a:pathLst>
                <a:path extrusionOk="0" h="37687" w="32652">
                  <a:moveTo>
                    <a:pt x="1" y="9438"/>
                  </a:moveTo>
                  <a:lnTo>
                    <a:pt x="1" y="28281"/>
                  </a:lnTo>
                  <a:lnTo>
                    <a:pt x="16342" y="37687"/>
                  </a:lnTo>
                  <a:lnTo>
                    <a:pt x="32652" y="28281"/>
                  </a:lnTo>
                  <a:lnTo>
                    <a:pt x="32652" y="9438"/>
                  </a:lnTo>
                  <a:lnTo>
                    <a:pt x="1634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5"/>
            <p:cNvSpPr/>
            <p:nvPr/>
          </p:nvSpPr>
          <p:spPr>
            <a:xfrm>
              <a:off x="2534125" y="2530100"/>
              <a:ext cx="765625" cy="883575"/>
            </a:xfrm>
            <a:custGeom>
              <a:rect b="b" l="l" r="r" t="t"/>
              <a:pathLst>
                <a:path extrusionOk="0" h="35343" w="30625">
                  <a:moveTo>
                    <a:pt x="15328" y="0"/>
                  </a:moveTo>
                  <a:lnTo>
                    <a:pt x="0" y="8836"/>
                  </a:lnTo>
                  <a:lnTo>
                    <a:pt x="0" y="26507"/>
                  </a:lnTo>
                  <a:lnTo>
                    <a:pt x="15328" y="35343"/>
                  </a:lnTo>
                  <a:lnTo>
                    <a:pt x="30624" y="26507"/>
                  </a:lnTo>
                  <a:lnTo>
                    <a:pt x="30624" y="8836"/>
                  </a:lnTo>
                  <a:lnTo>
                    <a:pt x="15328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5"/>
            <p:cNvSpPr/>
            <p:nvPr/>
          </p:nvSpPr>
          <p:spPr>
            <a:xfrm>
              <a:off x="2722550" y="2777125"/>
              <a:ext cx="388775" cy="389550"/>
            </a:xfrm>
            <a:custGeom>
              <a:rect b="b" l="l" r="r" t="t"/>
              <a:pathLst>
                <a:path extrusionOk="0" h="15582" w="15551">
                  <a:moveTo>
                    <a:pt x="6556" y="0"/>
                  </a:moveTo>
                  <a:cubicBezTo>
                    <a:pt x="5954" y="0"/>
                    <a:pt x="5479" y="507"/>
                    <a:pt x="5479" y="1077"/>
                  </a:cubicBezTo>
                  <a:lnTo>
                    <a:pt x="5479" y="2249"/>
                  </a:lnTo>
                  <a:lnTo>
                    <a:pt x="4656" y="1425"/>
                  </a:lnTo>
                  <a:cubicBezTo>
                    <a:pt x="4434" y="1204"/>
                    <a:pt x="4181" y="1109"/>
                    <a:pt x="3896" y="1109"/>
                  </a:cubicBezTo>
                  <a:cubicBezTo>
                    <a:pt x="3611" y="1109"/>
                    <a:pt x="3326" y="1204"/>
                    <a:pt x="3136" y="1425"/>
                  </a:cubicBezTo>
                  <a:lnTo>
                    <a:pt x="1394" y="3167"/>
                  </a:lnTo>
                  <a:cubicBezTo>
                    <a:pt x="982" y="3579"/>
                    <a:pt x="982" y="4244"/>
                    <a:pt x="1394" y="4655"/>
                  </a:cubicBezTo>
                  <a:lnTo>
                    <a:pt x="2217" y="5479"/>
                  </a:lnTo>
                  <a:lnTo>
                    <a:pt x="1046" y="5479"/>
                  </a:lnTo>
                  <a:cubicBezTo>
                    <a:pt x="476" y="5479"/>
                    <a:pt x="1" y="5986"/>
                    <a:pt x="1" y="6556"/>
                  </a:cubicBezTo>
                  <a:lnTo>
                    <a:pt x="1" y="9026"/>
                  </a:lnTo>
                  <a:cubicBezTo>
                    <a:pt x="1" y="9596"/>
                    <a:pt x="476" y="10071"/>
                    <a:pt x="1046" y="10071"/>
                  </a:cubicBezTo>
                  <a:lnTo>
                    <a:pt x="2217" y="10071"/>
                  </a:lnTo>
                  <a:lnTo>
                    <a:pt x="1394" y="10926"/>
                  </a:lnTo>
                  <a:cubicBezTo>
                    <a:pt x="982" y="11338"/>
                    <a:pt x="982" y="12003"/>
                    <a:pt x="1394" y="12414"/>
                  </a:cubicBezTo>
                  <a:lnTo>
                    <a:pt x="3136" y="14156"/>
                  </a:lnTo>
                  <a:cubicBezTo>
                    <a:pt x="3326" y="14378"/>
                    <a:pt x="3611" y="14473"/>
                    <a:pt x="3896" y="14473"/>
                  </a:cubicBezTo>
                  <a:cubicBezTo>
                    <a:pt x="4181" y="14473"/>
                    <a:pt x="4434" y="14378"/>
                    <a:pt x="4656" y="14156"/>
                  </a:cubicBezTo>
                  <a:lnTo>
                    <a:pt x="5479" y="13333"/>
                  </a:lnTo>
                  <a:lnTo>
                    <a:pt x="5479" y="14504"/>
                  </a:lnTo>
                  <a:cubicBezTo>
                    <a:pt x="5479" y="15075"/>
                    <a:pt x="5954" y="15581"/>
                    <a:pt x="6556" y="15581"/>
                  </a:cubicBezTo>
                  <a:lnTo>
                    <a:pt x="8995" y="15581"/>
                  </a:lnTo>
                  <a:cubicBezTo>
                    <a:pt x="9596" y="15581"/>
                    <a:pt x="10071" y="15075"/>
                    <a:pt x="10071" y="14504"/>
                  </a:cubicBezTo>
                  <a:lnTo>
                    <a:pt x="10071" y="13333"/>
                  </a:lnTo>
                  <a:lnTo>
                    <a:pt x="10895" y="14156"/>
                  </a:lnTo>
                  <a:cubicBezTo>
                    <a:pt x="11116" y="14378"/>
                    <a:pt x="11370" y="14473"/>
                    <a:pt x="11655" y="14473"/>
                  </a:cubicBezTo>
                  <a:cubicBezTo>
                    <a:pt x="11940" y="14473"/>
                    <a:pt x="12225" y="14378"/>
                    <a:pt x="12415" y="14156"/>
                  </a:cubicBezTo>
                  <a:lnTo>
                    <a:pt x="14157" y="12414"/>
                  </a:lnTo>
                  <a:cubicBezTo>
                    <a:pt x="14568" y="12003"/>
                    <a:pt x="14568" y="11338"/>
                    <a:pt x="14157" y="10926"/>
                  </a:cubicBezTo>
                  <a:lnTo>
                    <a:pt x="13333" y="10102"/>
                  </a:lnTo>
                  <a:lnTo>
                    <a:pt x="14505" y="10102"/>
                  </a:lnTo>
                  <a:cubicBezTo>
                    <a:pt x="15075" y="10102"/>
                    <a:pt x="15550" y="9596"/>
                    <a:pt x="15550" y="9026"/>
                  </a:cubicBezTo>
                  <a:lnTo>
                    <a:pt x="15550" y="6556"/>
                  </a:lnTo>
                  <a:cubicBezTo>
                    <a:pt x="15550" y="5986"/>
                    <a:pt x="15075" y="5510"/>
                    <a:pt x="14505" y="5510"/>
                  </a:cubicBezTo>
                  <a:lnTo>
                    <a:pt x="13333" y="5510"/>
                  </a:lnTo>
                  <a:lnTo>
                    <a:pt x="14157" y="4655"/>
                  </a:lnTo>
                  <a:cubicBezTo>
                    <a:pt x="14568" y="4275"/>
                    <a:pt x="14568" y="3579"/>
                    <a:pt x="14157" y="3167"/>
                  </a:cubicBezTo>
                  <a:lnTo>
                    <a:pt x="12415" y="1425"/>
                  </a:lnTo>
                  <a:cubicBezTo>
                    <a:pt x="12225" y="1235"/>
                    <a:pt x="11940" y="1109"/>
                    <a:pt x="11655" y="1109"/>
                  </a:cubicBezTo>
                  <a:cubicBezTo>
                    <a:pt x="11370" y="1109"/>
                    <a:pt x="11116" y="1235"/>
                    <a:pt x="10895" y="1425"/>
                  </a:cubicBezTo>
                  <a:lnTo>
                    <a:pt x="10071" y="2249"/>
                  </a:lnTo>
                  <a:lnTo>
                    <a:pt x="10071" y="1077"/>
                  </a:lnTo>
                  <a:cubicBezTo>
                    <a:pt x="10071" y="507"/>
                    <a:pt x="9596" y="0"/>
                    <a:pt x="8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5"/>
            <p:cNvSpPr/>
            <p:nvPr/>
          </p:nvSpPr>
          <p:spPr>
            <a:xfrm>
              <a:off x="2740750" y="2795325"/>
              <a:ext cx="352350" cy="353125"/>
            </a:xfrm>
            <a:custGeom>
              <a:rect b="b" l="l" r="r" t="t"/>
              <a:pathLst>
                <a:path extrusionOk="0" h="14125" w="14094">
                  <a:moveTo>
                    <a:pt x="7982" y="634"/>
                  </a:moveTo>
                  <a:lnTo>
                    <a:pt x="7982" y="1774"/>
                  </a:lnTo>
                  <a:cubicBezTo>
                    <a:pt x="7982" y="2186"/>
                    <a:pt x="8235" y="2566"/>
                    <a:pt x="8647" y="2692"/>
                  </a:cubicBezTo>
                  <a:cubicBezTo>
                    <a:pt x="8773" y="2724"/>
                    <a:pt x="8900" y="2787"/>
                    <a:pt x="9027" y="2851"/>
                  </a:cubicBezTo>
                  <a:cubicBezTo>
                    <a:pt x="9153" y="2914"/>
                    <a:pt x="9280" y="2946"/>
                    <a:pt x="9438" y="2946"/>
                  </a:cubicBezTo>
                  <a:cubicBezTo>
                    <a:pt x="9692" y="2946"/>
                    <a:pt x="9945" y="2851"/>
                    <a:pt x="10103" y="2661"/>
                  </a:cubicBezTo>
                  <a:lnTo>
                    <a:pt x="10927" y="1837"/>
                  </a:lnTo>
                  <a:lnTo>
                    <a:pt x="12257" y="3199"/>
                  </a:lnTo>
                  <a:lnTo>
                    <a:pt x="11433" y="3991"/>
                  </a:lnTo>
                  <a:cubicBezTo>
                    <a:pt x="11148" y="4276"/>
                    <a:pt x="11085" y="4719"/>
                    <a:pt x="11275" y="5099"/>
                  </a:cubicBezTo>
                  <a:cubicBezTo>
                    <a:pt x="11307" y="5226"/>
                    <a:pt x="11370" y="5353"/>
                    <a:pt x="11433" y="5479"/>
                  </a:cubicBezTo>
                  <a:cubicBezTo>
                    <a:pt x="11560" y="5859"/>
                    <a:pt x="11940" y="6113"/>
                    <a:pt x="12320" y="6113"/>
                  </a:cubicBezTo>
                  <a:lnTo>
                    <a:pt x="13492" y="6113"/>
                  </a:lnTo>
                  <a:lnTo>
                    <a:pt x="13460" y="8013"/>
                  </a:lnTo>
                  <a:lnTo>
                    <a:pt x="12320" y="8013"/>
                  </a:lnTo>
                  <a:cubicBezTo>
                    <a:pt x="11940" y="8013"/>
                    <a:pt x="11560" y="8266"/>
                    <a:pt x="11433" y="8646"/>
                  </a:cubicBezTo>
                  <a:cubicBezTo>
                    <a:pt x="11370" y="8773"/>
                    <a:pt x="11307" y="8931"/>
                    <a:pt x="11275" y="9026"/>
                  </a:cubicBezTo>
                  <a:cubicBezTo>
                    <a:pt x="11085" y="9406"/>
                    <a:pt x="11148" y="9850"/>
                    <a:pt x="11433" y="10135"/>
                  </a:cubicBezTo>
                  <a:lnTo>
                    <a:pt x="12257" y="10958"/>
                  </a:lnTo>
                  <a:lnTo>
                    <a:pt x="10927" y="12288"/>
                  </a:lnTo>
                  <a:lnTo>
                    <a:pt x="10103" y="11465"/>
                  </a:lnTo>
                  <a:cubicBezTo>
                    <a:pt x="9945" y="11275"/>
                    <a:pt x="9692" y="11180"/>
                    <a:pt x="9438" y="11180"/>
                  </a:cubicBezTo>
                  <a:cubicBezTo>
                    <a:pt x="9280" y="11180"/>
                    <a:pt x="9153" y="11211"/>
                    <a:pt x="9027" y="11275"/>
                  </a:cubicBezTo>
                  <a:cubicBezTo>
                    <a:pt x="8900" y="11338"/>
                    <a:pt x="8773" y="11401"/>
                    <a:pt x="8647" y="11433"/>
                  </a:cubicBezTo>
                  <a:cubicBezTo>
                    <a:pt x="8235" y="11591"/>
                    <a:pt x="7982" y="11940"/>
                    <a:pt x="7982" y="12351"/>
                  </a:cubicBezTo>
                  <a:lnTo>
                    <a:pt x="7982" y="13491"/>
                  </a:lnTo>
                  <a:lnTo>
                    <a:pt x="6113" y="13491"/>
                  </a:lnTo>
                  <a:lnTo>
                    <a:pt x="6113" y="12351"/>
                  </a:lnTo>
                  <a:cubicBezTo>
                    <a:pt x="6113" y="11940"/>
                    <a:pt x="5860" y="11591"/>
                    <a:pt x="5480" y="11433"/>
                  </a:cubicBezTo>
                  <a:cubicBezTo>
                    <a:pt x="5321" y="11401"/>
                    <a:pt x="5195" y="11338"/>
                    <a:pt x="5068" y="11275"/>
                  </a:cubicBezTo>
                  <a:cubicBezTo>
                    <a:pt x="4941" y="11211"/>
                    <a:pt x="4815" y="11180"/>
                    <a:pt x="4656" y="11180"/>
                  </a:cubicBezTo>
                  <a:cubicBezTo>
                    <a:pt x="4403" y="11180"/>
                    <a:pt x="4181" y="11275"/>
                    <a:pt x="3991" y="11465"/>
                  </a:cubicBezTo>
                  <a:lnTo>
                    <a:pt x="3168" y="12288"/>
                  </a:lnTo>
                  <a:lnTo>
                    <a:pt x="1838" y="10958"/>
                  </a:lnTo>
                  <a:lnTo>
                    <a:pt x="2661" y="10135"/>
                  </a:lnTo>
                  <a:cubicBezTo>
                    <a:pt x="2946" y="9850"/>
                    <a:pt x="3009" y="9406"/>
                    <a:pt x="2851" y="9026"/>
                  </a:cubicBezTo>
                  <a:cubicBezTo>
                    <a:pt x="2788" y="8899"/>
                    <a:pt x="2724" y="8773"/>
                    <a:pt x="2693" y="8646"/>
                  </a:cubicBezTo>
                  <a:cubicBezTo>
                    <a:pt x="2534" y="8266"/>
                    <a:pt x="2186" y="8013"/>
                    <a:pt x="1774" y="8013"/>
                  </a:cubicBezTo>
                  <a:lnTo>
                    <a:pt x="634" y="8013"/>
                  </a:lnTo>
                  <a:lnTo>
                    <a:pt x="634" y="6113"/>
                  </a:lnTo>
                  <a:lnTo>
                    <a:pt x="1774" y="6113"/>
                  </a:lnTo>
                  <a:cubicBezTo>
                    <a:pt x="2186" y="6113"/>
                    <a:pt x="2534" y="5859"/>
                    <a:pt x="2693" y="5479"/>
                  </a:cubicBezTo>
                  <a:cubicBezTo>
                    <a:pt x="2724" y="5353"/>
                    <a:pt x="2788" y="5226"/>
                    <a:pt x="2851" y="5099"/>
                  </a:cubicBezTo>
                  <a:cubicBezTo>
                    <a:pt x="3009" y="4719"/>
                    <a:pt x="2946" y="4276"/>
                    <a:pt x="2661" y="3991"/>
                  </a:cubicBezTo>
                  <a:lnTo>
                    <a:pt x="1838" y="3199"/>
                  </a:lnTo>
                  <a:lnTo>
                    <a:pt x="3168" y="1837"/>
                  </a:lnTo>
                  <a:lnTo>
                    <a:pt x="3991" y="2661"/>
                  </a:lnTo>
                  <a:cubicBezTo>
                    <a:pt x="4181" y="2851"/>
                    <a:pt x="4403" y="2946"/>
                    <a:pt x="4656" y="2946"/>
                  </a:cubicBezTo>
                  <a:cubicBezTo>
                    <a:pt x="4815" y="2946"/>
                    <a:pt x="4941" y="2914"/>
                    <a:pt x="5068" y="2851"/>
                  </a:cubicBezTo>
                  <a:cubicBezTo>
                    <a:pt x="5195" y="2787"/>
                    <a:pt x="5321" y="2724"/>
                    <a:pt x="5480" y="2692"/>
                  </a:cubicBezTo>
                  <a:cubicBezTo>
                    <a:pt x="5860" y="2566"/>
                    <a:pt x="6113" y="2186"/>
                    <a:pt x="6113" y="1774"/>
                  </a:cubicBezTo>
                  <a:lnTo>
                    <a:pt x="6113" y="634"/>
                  </a:lnTo>
                  <a:close/>
                  <a:moveTo>
                    <a:pt x="5828" y="0"/>
                  </a:moveTo>
                  <a:cubicBezTo>
                    <a:pt x="5638" y="0"/>
                    <a:pt x="5480" y="159"/>
                    <a:pt x="5480" y="349"/>
                  </a:cubicBezTo>
                  <a:lnTo>
                    <a:pt x="5480" y="1774"/>
                  </a:lnTo>
                  <a:cubicBezTo>
                    <a:pt x="5480" y="1932"/>
                    <a:pt x="5385" y="2059"/>
                    <a:pt x="5258" y="2091"/>
                  </a:cubicBezTo>
                  <a:cubicBezTo>
                    <a:pt x="5100" y="2154"/>
                    <a:pt x="4941" y="2217"/>
                    <a:pt x="4815" y="2281"/>
                  </a:cubicBezTo>
                  <a:cubicBezTo>
                    <a:pt x="4770" y="2303"/>
                    <a:pt x="4721" y="2314"/>
                    <a:pt x="4672" y="2314"/>
                  </a:cubicBezTo>
                  <a:cubicBezTo>
                    <a:pt x="4584" y="2314"/>
                    <a:pt x="4496" y="2279"/>
                    <a:pt x="4435" y="2217"/>
                  </a:cubicBezTo>
                  <a:lnTo>
                    <a:pt x="3390" y="1204"/>
                  </a:lnTo>
                  <a:cubicBezTo>
                    <a:pt x="3326" y="1141"/>
                    <a:pt x="3247" y="1109"/>
                    <a:pt x="3164" y="1109"/>
                  </a:cubicBezTo>
                  <a:cubicBezTo>
                    <a:pt x="3081" y="1109"/>
                    <a:pt x="2994" y="1141"/>
                    <a:pt x="2914" y="1204"/>
                  </a:cubicBezTo>
                  <a:lnTo>
                    <a:pt x="1173" y="2946"/>
                  </a:lnTo>
                  <a:cubicBezTo>
                    <a:pt x="1046" y="3072"/>
                    <a:pt x="1046" y="3294"/>
                    <a:pt x="1173" y="3421"/>
                  </a:cubicBezTo>
                  <a:lnTo>
                    <a:pt x="2218" y="4434"/>
                  </a:lnTo>
                  <a:cubicBezTo>
                    <a:pt x="2313" y="4529"/>
                    <a:pt x="2344" y="4687"/>
                    <a:pt x="2281" y="4814"/>
                  </a:cubicBezTo>
                  <a:cubicBezTo>
                    <a:pt x="2186" y="4973"/>
                    <a:pt x="2154" y="5131"/>
                    <a:pt x="2091" y="5258"/>
                  </a:cubicBezTo>
                  <a:cubicBezTo>
                    <a:pt x="2028" y="5416"/>
                    <a:pt x="1901" y="5511"/>
                    <a:pt x="1774" y="5511"/>
                  </a:cubicBezTo>
                  <a:lnTo>
                    <a:pt x="318" y="5511"/>
                  </a:lnTo>
                  <a:cubicBezTo>
                    <a:pt x="159" y="5511"/>
                    <a:pt x="1" y="5638"/>
                    <a:pt x="1" y="5828"/>
                  </a:cubicBezTo>
                  <a:lnTo>
                    <a:pt x="1" y="8298"/>
                  </a:lnTo>
                  <a:cubicBezTo>
                    <a:pt x="1" y="8488"/>
                    <a:pt x="128" y="8646"/>
                    <a:pt x="318" y="8646"/>
                  </a:cubicBezTo>
                  <a:lnTo>
                    <a:pt x="1774" y="8646"/>
                  </a:lnTo>
                  <a:cubicBezTo>
                    <a:pt x="1901" y="8646"/>
                    <a:pt x="2028" y="8709"/>
                    <a:pt x="2091" y="8868"/>
                  </a:cubicBezTo>
                  <a:cubicBezTo>
                    <a:pt x="2123" y="9026"/>
                    <a:pt x="2186" y="9153"/>
                    <a:pt x="2281" y="9311"/>
                  </a:cubicBezTo>
                  <a:cubicBezTo>
                    <a:pt x="2344" y="9438"/>
                    <a:pt x="2313" y="9596"/>
                    <a:pt x="2218" y="9691"/>
                  </a:cubicBezTo>
                  <a:lnTo>
                    <a:pt x="1173" y="10705"/>
                  </a:lnTo>
                  <a:cubicBezTo>
                    <a:pt x="1046" y="10831"/>
                    <a:pt x="1046" y="11053"/>
                    <a:pt x="1173" y="11180"/>
                  </a:cubicBezTo>
                  <a:lnTo>
                    <a:pt x="2914" y="12921"/>
                  </a:lnTo>
                  <a:cubicBezTo>
                    <a:pt x="2994" y="12985"/>
                    <a:pt x="3081" y="13016"/>
                    <a:pt x="3164" y="13016"/>
                  </a:cubicBezTo>
                  <a:cubicBezTo>
                    <a:pt x="3247" y="13016"/>
                    <a:pt x="3326" y="12985"/>
                    <a:pt x="3390" y="12921"/>
                  </a:cubicBezTo>
                  <a:lnTo>
                    <a:pt x="4435" y="11908"/>
                  </a:lnTo>
                  <a:cubicBezTo>
                    <a:pt x="4496" y="11847"/>
                    <a:pt x="4584" y="11812"/>
                    <a:pt x="4672" y="11812"/>
                  </a:cubicBezTo>
                  <a:cubicBezTo>
                    <a:pt x="4721" y="11812"/>
                    <a:pt x="4770" y="11822"/>
                    <a:pt x="4815" y="11845"/>
                  </a:cubicBezTo>
                  <a:cubicBezTo>
                    <a:pt x="4941" y="11908"/>
                    <a:pt x="5100" y="11971"/>
                    <a:pt x="5258" y="12035"/>
                  </a:cubicBezTo>
                  <a:cubicBezTo>
                    <a:pt x="5385" y="12066"/>
                    <a:pt x="5480" y="12193"/>
                    <a:pt x="5480" y="12351"/>
                  </a:cubicBezTo>
                  <a:lnTo>
                    <a:pt x="5480" y="13776"/>
                  </a:lnTo>
                  <a:cubicBezTo>
                    <a:pt x="5480" y="13966"/>
                    <a:pt x="5638" y="14125"/>
                    <a:pt x="5828" y="14125"/>
                  </a:cubicBezTo>
                  <a:lnTo>
                    <a:pt x="8267" y="14125"/>
                  </a:lnTo>
                  <a:cubicBezTo>
                    <a:pt x="8457" y="14125"/>
                    <a:pt x="8615" y="13966"/>
                    <a:pt x="8615" y="13776"/>
                  </a:cubicBezTo>
                  <a:lnTo>
                    <a:pt x="8615" y="12351"/>
                  </a:lnTo>
                  <a:cubicBezTo>
                    <a:pt x="8615" y="12193"/>
                    <a:pt x="8710" y="12066"/>
                    <a:pt x="8837" y="12035"/>
                  </a:cubicBezTo>
                  <a:cubicBezTo>
                    <a:pt x="8995" y="11971"/>
                    <a:pt x="9153" y="11908"/>
                    <a:pt x="9280" y="11845"/>
                  </a:cubicBezTo>
                  <a:cubicBezTo>
                    <a:pt x="9325" y="11822"/>
                    <a:pt x="9374" y="11812"/>
                    <a:pt x="9422" y="11812"/>
                  </a:cubicBezTo>
                  <a:cubicBezTo>
                    <a:pt x="9511" y="11812"/>
                    <a:pt x="9599" y="11847"/>
                    <a:pt x="9660" y="11908"/>
                  </a:cubicBezTo>
                  <a:lnTo>
                    <a:pt x="10705" y="12921"/>
                  </a:lnTo>
                  <a:cubicBezTo>
                    <a:pt x="10768" y="12985"/>
                    <a:pt x="10848" y="13016"/>
                    <a:pt x="10931" y="13016"/>
                  </a:cubicBezTo>
                  <a:cubicBezTo>
                    <a:pt x="11014" y="13016"/>
                    <a:pt x="11101" y="12985"/>
                    <a:pt x="11180" y="12921"/>
                  </a:cubicBezTo>
                  <a:lnTo>
                    <a:pt x="12890" y="11180"/>
                  </a:lnTo>
                  <a:cubicBezTo>
                    <a:pt x="13017" y="11053"/>
                    <a:pt x="13017" y="10831"/>
                    <a:pt x="12890" y="10705"/>
                  </a:cubicBezTo>
                  <a:lnTo>
                    <a:pt x="11877" y="9691"/>
                  </a:lnTo>
                  <a:cubicBezTo>
                    <a:pt x="11782" y="9596"/>
                    <a:pt x="11750" y="9438"/>
                    <a:pt x="11813" y="9311"/>
                  </a:cubicBezTo>
                  <a:cubicBezTo>
                    <a:pt x="11877" y="9153"/>
                    <a:pt x="11940" y="9026"/>
                    <a:pt x="12004" y="8868"/>
                  </a:cubicBezTo>
                  <a:cubicBezTo>
                    <a:pt x="12067" y="8741"/>
                    <a:pt x="12194" y="8646"/>
                    <a:pt x="12320" y="8646"/>
                  </a:cubicBezTo>
                  <a:lnTo>
                    <a:pt x="13777" y="8646"/>
                  </a:lnTo>
                  <a:cubicBezTo>
                    <a:pt x="13935" y="8646"/>
                    <a:pt x="14094" y="8488"/>
                    <a:pt x="14094" y="8298"/>
                  </a:cubicBezTo>
                  <a:lnTo>
                    <a:pt x="14094" y="5828"/>
                  </a:lnTo>
                  <a:cubicBezTo>
                    <a:pt x="14094" y="5638"/>
                    <a:pt x="13967" y="5511"/>
                    <a:pt x="13777" y="5511"/>
                  </a:cubicBezTo>
                  <a:lnTo>
                    <a:pt x="12320" y="5511"/>
                  </a:lnTo>
                  <a:cubicBezTo>
                    <a:pt x="12194" y="5511"/>
                    <a:pt x="12067" y="5416"/>
                    <a:pt x="12004" y="5258"/>
                  </a:cubicBezTo>
                  <a:cubicBezTo>
                    <a:pt x="11972" y="5131"/>
                    <a:pt x="11908" y="4973"/>
                    <a:pt x="11813" y="4814"/>
                  </a:cubicBezTo>
                  <a:cubicBezTo>
                    <a:pt x="11750" y="4687"/>
                    <a:pt x="11782" y="4529"/>
                    <a:pt x="11877" y="4434"/>
                  </a:cubicBezTo>
                  <a:lnTo>
                    <a:pt x="12890" y="3421"/>
                  </a:lnTo>
                  <a:cubicBezTo>
                    <a:pt x="13017" y="3294"/>
                    <a:pt x="13017" y="3072"/>
                    <a:pt x="12890" y="2946"/>
                  </a:cubicBezTo>
                  <a:lnTo>
                    <a:pt x="11180" y="1204"/>
                  </a:lnTo>
                  <a:cubicBezTo>
                    <a:pt x="11101" y="1141"/>
                    <a:pt x="11014" y="1109"/>
                    <a:pt x="10931" y="1109"/>
                  </a:cubicBezTo>
                  <a:cubicBezTo>
                    <a:pt x="10848" y="1109"/>
                    <a:pt x="10768" y="1141"/>
                    <a:pt x="10705" y="1204"/>
                  </a:cubicBezTo>
                  <a:lnTo>
                    <a:pt x="9660" y="2217"/>
                  </a:lnTo>
                  <a:cubicBezTo>
                    <a:pt x="9599" y="2279"/>
                    <a:pt x="9511" y="2314"/>
                    <a:pt x="9422" y="2314"/>
                  </a:cubicBezTo>
                  <a:cubicBezTo>
                    <a:pt x="9374" y="2314"/>
                    <a:pt x="9325" y="2303"/>
                    <a:pt x="9280" y="2281"/>
                  </a:cubicBezTo>
                  <a:cubicBezTo>
                    <a:pt x="9153" y="2217"/>
                    <a:pt x="8995" y="2154"/>
                    <a:pt x="8837" y="2091"/>
                  </a:cubicBezTo>
                  <a:cubicBezTo>
                    <a:pt x="8710" y="2059"/>
                    <a:pt x="8615" y="1932"/>
                    <a:pt x="8615" y="1774"/>
                  </a:cubicBezTo>
                  <a:lnTo>
                    <a:pt x="8615" y="349"/>
                  </a:lnTo>
                  <a:cubicBezTo>
                    <a:pt x="8615" y="159"/>
                    <a:pt x="8457" y="0"/>
                    <a:pt x="8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35"/>
            <p:cNvSpPr/>
            <p:nvPr/>
          </p:nvSpPr>
          <p:spPr>
            <a:xfrm>
              <a:off x="2861900" y="2917250"/>
              <a:ext cx="110075" cy="109275"/>
            </a:xfrm>
            <a:custGeom>
              <a:rect b="b" l="l" r="r" t="t"/>
              <a:pathLst>
                <a:path extrusionOk="0" h="4371" w="4403">
                  <a:moveTo>
                    <a:pt x="2217" y="634"/>
                  </a:moveTo>
                  <a:cubicBezTo>
                    <a:pt x="3072" y="634"/>
                    <a:pt x="3769" y="1331"/>
                    <a:pt x="3769" y="2186"/>
                  </a:cubicBezTo>
                  <a:cubicBezTo>
                    <a:pt x="3769" y="3041"/>
                    <a:pt x="3072" y="3769"/>
                    <a:pt x="2217" y="3769"/>
                  </a:cubicBezTo>
                  <a:cubicBezTo>
                    <a:pt x="1330" y="3769"/>
                    <a:pt x="634" y="3041"/>
                    <a:pt x="634" y="2186"/>
                  </a:cubicBezTo>
                  <a:cubicBezTo>
                    <a:pt x="634" y="1331"/>
                    <a:pt x="1330" y="634"/>
                    <a:pt x="2217" y="634"/>
                  </a:cubicBezTo>
                  <a:close/>
                  <a:moveTo>
                    <a:pt x="2217" y="1"/>
                  </a:moveTo>
                  <a:cubicBezTo>
                    <a:pt x="982" y="1"/>
                    <a:pt x="0" y="982"/>
                    <a:pt x="0" y="2186"/>
                  </a:cubicBezTo>
                  <a:cubicBezTo>
                    <a:pt x="0" y="3389"/>
                    <a:pt x="982" y="4371"/>
                    <a:pt x="2217" y="4371"/>
                  </a:cubicBezTo>
                  <a:cubicBezTo>
                    <a:pt x="3421" y="4371"/>
                    <a:pt x="4402" y="3389"/>
                    <a:pt x="4402" y="2186"/>
                  </a:cubicBezTo>
                  <a:cubicBezTo>
                    <a:pt x="4402" y="982"/>
                    <a:pt x="3421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35"/>
            <p:cNvSpPr/>
            <p:nvPr/>
          </p:nvSpPr>
          <p:spPr>
            <a:xfrm>
              <a:off x="2897525" y="2952875"/>
              <a:ext cx="38825" cy="38825"/>
            </a:xfrm>
            <a:custGeom>
              <a:rect b="b" l="l" r="r" t="t"/>
              <a:pathLst>
                <a:path extrusionOk="0" h="1553" w="1553">
                  <a:moveTo>
                    <a:pt x="792" y="222"/>
                  </a:moveTo>
                  <a:cubicBezTo>
                    <a:pt x="1077" y="222"/>
                    <a:pt x="1331" y="476"/>
                    <a:pt x="1331" y="761"/>
                  </a:cubicBezTo>
                  <a:cubicBezTo>
                    <a:pt x="1331" y="1077"/>
                    <a:pt x="1077" y="1331"/>
                    <a:pt x="792" y="1331"/>
                  </a:cubicBezTo>
                  <a:cubicBezTo>
                    <a:pt x="475" y="1331"/>
                    <a:pt x="222" y="1077"/>
                    <a:pt x="222" y="761"/>
                  </a:cubicBezTo>
                  <a:cubicBezTo>
                    <a:pt x="222" y="476"/>
                    <a:pt x="475" y="222"/>
                    <a:pt x="792" y="222"/>
                  </a:cubicBezTo>
                  <a:close/>
                  <a:moveTo>
                    <a:pt x="792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204"/>
                    <a:pt x="349" y="1552"/>
                    <a:pt x="792" y="1552"/>
                  </a:cubicBezTo>
                  <a:cubicBezTo>
                    <a:pt x="1204" y="1552"/>
                    <a:pt x="1552" y="1204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35"/>
            <p:cNvSpPr/>
            <p:nvPr/>
          </p:nvSpPr>
          <p:spPr>
            <a:xfrm>
              <a:off x="2929975" y="1770825"/>
              <a:ext cx="815500" cy="941400"/>
            </a:xfrm>
            <a:custGeom>
              <a:rect b="b" l="l" r="r" t="t"/>
              <a:pathLst>
                <a:path extrusionOk="0" h="37656" w="32620">
                  <a:moveTo>
                    <a:pt x="1" y="9407"/>
                  </a:move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35"/>
            <p:cNvSpPr/>
            <p:nvPr/>
          </p:nvSpPr>
          <p:spPr>
            <a:xfrm>
              <a:off x="2955325" y="1800125"/>
              <a:ext cx="764825" cy="882800"/>
            </a:xfrm>
            <a:custGeom>
              <a:rect b="b" l="l" r="r" t="t"/>
              <a:pathLst>
                <a:path extrusionOk="0" h="35312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35"/>
            <p:cNvSpPr/>
            <p:nvPr/>
          </p:nvSpPr>
          <p:spPr>
            <a:xfrm>
              <a:off x="3140575" y="2078825"/>
              <a:ext cx="394300" cy="325425"/>
            </a:xfrm>
            <a:custGeom>
              <a:rect b="b" l="l" r="r" t="t"/>
              <a:pathLst>
                <a:path extrusionOk="0" h="13017" w="15772">
                  <a:moveTo>
                    <a:pt x="1046" y="0"/>
                  </a:moveTo>
                  <a:cubicBezTo>
                    <a:pt x="888" y="0"/>
                    <a:pt x="761" y="32"/>
                    <a:pt x="634" y="63"/>
                  </a:cubicBezTo>
                  <a:cubicBezTo>
                    <a:pt x="571" y="95"/>
                    <a:pt x="508" y="127"/>
                    <a:pt x="444" y="190"/>
                  </a:cubicBezTo>
                  <a:cubicBezTo>
                    <a:pt x="349" y="254"/>
                    <a:pt x="254" y="349"/>
                    <a:pt x="191" y="444"/>
                  </a:cubicBezTo>
                  <a:cubicBezTo>
                    <a:pt x="64" y="634"/>
                    <a:pt x="1" y="824"/>
                    <a:pt x="1" y="1045"/>
                  </a:cubicBezTo>
                  <a:lnTo>
                    <a:pt x="1" y="10894"/>
                  </a:lnTo>
                  <a:cubicBezTo>
                    <a:pt x="1" y="11116"/>
                    <a:pt x="64" y="11306"/>
                    <a:pt x="191" y="11496"/>
                  </a:cubicBezTo>
                  <a:cubicBezTo>
                    <a:pt x="254" y="11591"/>
                    <a:pt x="349" y="11686"/>
                    <a:pt x="444" y="11781"/>
                  </a:cubicBezTo>
                  <a:cubicBezTo>
                    <a:pt x="508" y="11813"/>
                    <a:pt x="571" y="11844"/>
                    <a:pt x="634" y="11876"/>
                  </a:cubicBezTo>
                  <a:cubicBezTo>
                    <a:pt x="761" y="11939"/>
                    <a:pt x="888" y="11971"/>
                    <a:pt x="1046" y="11971"/>
                  </a:cubicBezTo>
                  <a:lnTo>
                    <a:pt x="1394" y="11971"/>
                  </a:lnTo>
                  <a:cubicBezTo>
                    <a:pt x="2059" y="11971"/>
                    <a:pt x="2598" y="11559"/>
                    <a:pt x="2819" y="10958"/>
                  </a:cubicBezTo>
                  <a:lnTo>
                    <a:pt x="9882" y="9406"/>
                  </a:lnTo>
                  <a:lnTo>
                    <a:pt x="9882" y="9406"/>
                  </a:lnTo>
                  <a:lnTo>
                    <a:pt x="9312" y="11306"/>
                  </a:lnTo>
                  <a:cubicBezTo>
                    <a:pt x="9185" y="11781"/>
                    <a:pt x="9343" y="12288"/>
                    <a:pt x="9787" y="12541"/>
                  </a:cubicBezTo>
                  <a:lnTo>
                    <a:pt x="10230" y="12826"/>
                  </a:lnTo>
                  <a:cubicBezTo>
                    <a:pt x="10388" y="12953"/>
                    <a:pt x="10547" y="12984"/>
                    <a:pt x="10737" y="13016"/>
                  </a:cubicBezTo>
                  <a:lnTo>
                    <a:pt x="10863" y="13016"/>
                  </a:lnTo>
                  <a:cubicBezTo>
                    <a:pt x="11338" y="13016"/>
                    <a:pt x="11782" y="12731"/>
                    <a:pt x="11972" y="12256"/>
                  </a:cubicBezTo>
                  <a:lnTo>
                    <a:pt x="13397" y="8646"/>
                  </a:lnTo>
                  <a:lnTo>
                    <a:pt x="14347" y="8424"/>
                  </a:lnTo>
                  <a:cubicBezTo>
                    <a:pt x="15170" y="8234"/>
                    <a:pt x="15772" y="7474"/>
                    <a:pt x="15772" y="6651"/>
                  </a:cubicBezTo>
                  <a:lnTo>
                    <a:pt x="15772" y="5162"/>
                  </a:lnTo>
                  <a:cubicBezTo>
                    <a:pt x="15772" y="4307"/>
                    <a:pt x="15170" y="3547"/>
                    <a:pt x="14347" y="3389"/>
                  </a:cubicBezTo>
                  <a:lnTo>
                    <a:pt x="2756" y="824"/>
                  </a:lnTo>
                  <a:cubicBezTo>
                    <a:pt x="2503" y="317"/>
                    <a:pt x="1996" y="0"/>
                    <a:pt x="1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35"/>
            <p:cNvSpPr/>
            <p:nvPr/>
          </p:nvSpPr>
          <p:spPr>
            <a:xfrm>
              <a:off x="3158000" y="2096225"/>
              <a:ext cx="359475" cy="290475"/>
            </a:xfrm>
            <a:custGeom>
              <a:rect b="b" l="l" r="r" t="t"/>
              <a:pathLst>
                <a:path extrusionOk="0" h="11619" w="14379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774"/>
                  </a:lnTo>
                  <a:lnTo>
                    <a:pt x="1" y="8615"/>
                  </a:ln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41" y="10547"/>
                    <a:pt x="1521" y="10167"/>
                    <a:pt x="1521" y="9723"/>
                  </a:cubicBezTo>
                  <a:lnTo>
                    <a:pt x="1521" y="9660"/>
                  </a:lnTo>
                  <a:lnTo>
                    <a:pt x="10198" y="7760"/>
                  </a:lnTo>
                  <a:lnTo>
                    <a:pt x="10198" y="7760"/>
                  </a:lnTo>
                  <a:lnTo>
                    <a:pt x="9280" y="10832"/>
                  </a:lnTo>
                  <a:cubicBezTo>
                    <a:pt x="9248" y="10990"/>
                    <a:pt x="9311" y="11180"/>
                    <a:pt x="9438" y="11243"/>
                  </a:cubicBezTo>
                  <a:lnTo>
                    <a:pt x="9913" y="11528"/>
                  </a:lnTo>
                  <a:cubicBezTo>
                    <a:pt x="9996" y="11590"/>
                    <a:pt x="10089" y="11619"/>
                    <a:pt x="10180" y="11619"/>
                  </a:cubicBezTo>
                  <a:cubicBezTo>
                    <a:pt x="10367" y="11619"/>
                    <a:pt x="10546" y="11499"/>
                    <a:pt x="10610" y="11307"/>
                  </a:cubicBezTo>
                  <a:lnTo>
                    <a:pt x="12193" y="7316"/>
                  </a:lnTo>
                  <a:lnTo>
                    <a:pt x="13492" y="7031"/>
                  </a:lnTo>
                  <a:cubicBezTo>
                    <a:pt x="13998" y="6936"/>
                    <a:pt x="14378" y="6461"/>
                    <a:pt x="14378" y="5955"/>
                  </a:cubicBezTo>
                  <a:lnTo>
                    <a:pt x="14378" y="4466"/>
                  </a:lnTo>
                  <a:cubicBezTo>
                    <a:pt x="14378" y="3928"/>
                    <a:pt x="13998" y="3484"/>
                    <a:pt x="13492" y="3358"/>
                  </a:cubicBez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35"/>
            <p:cNvSpPr/>
            <p:nvPr/>
          </p:nvSpPr>
          <p:spPr>
            <a:xfrm>
              <a:off x="3158000" y="2096225"/>
              <a:ext cx="39600" cy="263675"/>
            </a:xfrm>
            <a:custGeom>
              <a:rect b="b" l="l" r="r" t="t"/>
              <a:pathLst>
                <a:path extrusionOk="0" h="10547" w="1584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72" y="10547"/>
                    <a:pt x="1521" y="10167"/>
                    <a:pt x="1521" y="9723"/>
                  </a:cubicBezTo>
                  <a:lnTo>
                    <a:pt x="1521" y="9692"/>
                  </a:lnTo>
                  <a:lnTo>
                    <a:pt x="1584" y="9660"/>
                  </a:lnTo>
                  <a:lnTo>
                    <a:pt x="1584" y="761"/>
                  </a:ln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35"/>
            <p:cNvSpPr/>
            <p:nvPr/>
          </p:nvSpPr>
          <p:spPr>
            <a:xfrm>
              <a:off x="3207875" y="2132500"/>
              <a:ext cx="245475" cy="63675"/>
            </a:xfrm>
            <a:custGeom>
              <a:rect b="b" l="l" r="r" t="t"/>
              <a:pathLst>
                <a:path extrusionOk="0" h="2547" w="9819">
                  <a:moveTo>
                    <a:pt x="205" y="1"/>
                  </a:moveTo>
                  <a:cubicBezTo>
                    <a:pt x="97" y="1"/>
                    <a:pt x="1" y="90"/>
                    <a:pt x="1" y="228"/>
                  </a:cubicBezTo>
                  <a:cubicBezTo>
                    <a:pt x="1" y="292"/>
                    <a:pt x="64" y="387"/>
                    <a:pt x="159" y="418"/>
                  </a:cubicBezTo>
                  <a:lnTo>
                    <a:pt x="9565" y="2540"/>
                  </a:lnTo>
                  <a:cubicBezTo>
                    <a:pt x="9581" y="2544"/>
                    <a:pt x="9597" y="2546"/>
                    <a:pt x="9614" y="2546"/>
                  </a:cubicBezTo>
                  <a:cubicBezTo>
                    <a:pt x="9722" y="2546"/>
                    <a:pt x="9818" y="2456"/>
                    <a:pt x="9818" y="2318"/>
                  </a:cubicBezTo>
                  <a:lnTo>
                    <a:pt x="9818" y="2287"/>
                  </a:lnTo>
                  <a:cubicBezTo>
                    <a:pt x="9818" y="2192"/>
                    <a:pt x="9755" y="2097"/>
                    <a:pt x="9660" y="2097"/>
                  </a:cubicBezTo>
                  <a:lnTo>
                    <a:pt x="254" y="7"/>
                  </a:lnTo>
                  <a:cubicBezTo>
                    <a:pt x="238" y="3"/>
                    <a:pt x="221" y="1"/>
                    <a:pt x="2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35"/>
            <p:cNvSpPr/>
            <p:nvPr/>
          </p:nvSpPr>
          <p:spPr>
            <a:xfrm>
              <a:off x="3389175" y="2279125"/>
              <a:ext cx="73675" cy="107575"/>
            </a:xfrm>
            <a:custGeom>
              <a:rect b="b" l="l" r="r" t="t"/>
              <a:pathLst>
                <a:path extrusionOk="0" h="4303" w="2947">
                  <a:moveTo>
                    <a:pt x="2946" y="0"/>
                  </a:moveTo>
                  <a:lnTo>
                    <a:pt x="951" y="444"/>
                  </a:lnTo>
                  <a:lnTo>
                    <a:pt x="64" y="3516"/>
                  </a:lnTo>
                  <a:cubicBezTo>
                    <a:pt x="1" y="3674"/>
                    <a:pt x="64" y="3864"/>
                    <a:pt x="223" y="3927"/>
                  </a:cubicBezTo>
                  <a:lnTo>
                    <a:pt x="666" y="4212"/>
                  </a:lnTo>
                  <a:cubicBezTo>
                    <a:pt x="749" y="4274"/>
                    <a:pt x="842" y="4303"/>
                    <a:pt x="933" y="4303"/>
                  </a:cubicBezTo>
                  <a:cubicBezTo>
                    <a:pt x="1120" y="4303"/>
                    <a:pt x="1299" y="4183"/>
                    <a:pt x="1363" y="3991"/>
                  </a:cubicBezTo>
                  <a:lnTo>
                    <a:pt x="294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35"/>
            <p:cNvSpPr/>
            <p:nvPr/>
          </p:nvSpPr>
          <p:spPr>
            <a:xfrm>
              <a:off x="2929975" y="3229200"/>
              <a:ext cx="815500" cy="942175"/>
            </a:xfrm>
            <a:custGeom>
              <a:rect b="b" l="l" r="r" t="t"/>
              <a:pathLst>
                <a:path extrusionOk="0" h="37687" w="32620">
                  <a:moveTo>
                    <a:pt x="1" y="9437"/>
                  </a:move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35"/>
            <p:cNvSpPr/>
            <p:nvPr/>
          </p:nvSpPr>
          <p:spPr>
            <a:xfrm>
              <a:off x="2955325" y="3258475"/>
              <a:ext cx="764825" cy="883600"/>
            </a:xfrm>
            <a:custGeom>
              <a:rect b="b" l="l" r="r" t="t"/>
              <a:pathLst>
                <a:path extrusionOk="0" h="35344" w="30593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5"/>
            <p:cNvSpPr/>
            <p:nvPr/>
          </p:nvSpPr>
          <p:spPr>
            <a:xfrm>
              <a:off x="3112875" y="3551425"/>
              <a:ext cx="449725" cy="297700"/>
            </a:xfrm>
            <a:custGeom>
              <a:rect b="b" l="l" r="r" t="t"/>
              <a:pathLst>
                <a:path extrusionOk="0" h="11908" w="17989">
                  <a:moveTo>
                    <a:pt x="3421" y="4276"/>
                  </a:moveTo>
                  <a:lnTo>
                    <a:pt x="4402" y="5986"/>
                  </a:lnTo>
                  <a:lnTo>
                    <a:pt x="2439" y="5986"/>
                  </a:lnTo>
                  <a:lnTo>
                    <a:pt x="3421" y="4276"/>
                  </a:lnTo>
                  <a:close/>
                  <a:moveTo>
                    <a:pt x="14568" y="4276"/>
                  </a:moveTo>
                  <a:lnTo>
                    <a:pt x="15550" y="5986"/>
                  </a:lnTo>
                  <a:lnTo>
                    <a:pt x="13586" y="5986"/>
                  </a:lnTo>
                  <a:lnTo>
                    <a:pt x="14568" y="4276"/>
                  </a:lnTo>
                  <a:close/>
                  <a:moveTo>
                    <a:pt x="13365" y="3041"/>
                  </a:moveTo>
                  <a:lnTo>
                    <a:pt x="11148" y="6872"/>
                  </a:lnTo>
                  <a:lnTo>
                    <a:pt x="11148" y="7062"/>
                  </a:lnTo>
                  <a:cubicBezTo>
                    <a:pt x="11211" y="8044"/>
                    <a:pt x="11718" y="8931"/>
                    <a:pt x="12446" y="9501"/>
                  </a:cubicBezTo>
                  <a:cubicBezTo>
                    <a:pt x="11940" y="9216"/>
                    <a:pt x="11275" y="9026"/>
                    <a:pt x="10515" y="8899"/>
                  </a:cubicBezTo>
                  <a:lnTo>
                    <a:pt x="10515" y="3864"/>
                  </a:lnTo>
                  <a:cubicBezTo>
                    <a:pt x="10926" y="3801"/>
                    <a:pt x="11243" y="3452"/>
                    <a:pt x="11306" y="3041"/>
                  </a:cubicBezTo>
                  <a:close/>
                  <a:moveTo>
                    <a:pt x="7791" y="0"/>
                  </a:moveTo>
                  <a:cubicBezTo>
                    <a:pt x="7316" y="0"/>
                    <a:pt x="6904" y="380"/>
                    <a:pt x="6841" y="855"/>
                  </a:cubicBezTo>
                  <a:lnTo>
                    <a:pt x="3452" y="855"/>
                  </a:lnTo>
                  <a:cubicBezTo>
                    <a:pt x="2851" y="855"/>
                    <a:pt x="2376" y="1330"/>
                    <a:pt x="2376" y="1932"/>
                  </a:cubicBezTo>
                  <a:cubicBezTo>
                    <a:pt x="2376" y="2122"/>
                    <a:pt x="2439" y="2312"/>
                    <a:pt x="2502" y="2470"/>
                  </a:cubicBezTo>
                  <a:lnTo>
                    <a:pt x="0" y="6841"/>
                  </a:lnTo>
                  <a:lnTo>
                    <a:pt x="0" y="7062"/>
                  </a:lnTo>
                  <a:cubicBezTo>
                    <a:pt x="127" y="8836"/>
                    <a:pt x="1616" y="10261"/>
                    <a:pt x="3421" y="10261"/>
                  </a:cubicBezTo>
                  <a:cubicBezTo>
                    <a:pt x="5226" y="10261"/>
                    <a:pt x="6714" y="8836"/>
                    <a:pt x="6841" y="7062"/>
                  </a:cubicBezTo>
                  <a:lnTo>
                    <a:pt x="6841" y="6841"/>
                  </a:lnTo>
                  <a:lnTo>
                    <a:pt x="4624" y="3009"/>
                  </a:lnTo>
                  <a:lnTo>
                    <a:pt x="6841" y="3009"/>
                  </a:lnTo>
                  <a:cubicBezTo>
                    <a:pt x="6904" y="3452"/>
                    <a:pt x="7221" y="3769"/>
                    <a:pt x="7633" y="3864"/>
                  </a:cubicBezTo>
                  <a:lnTo>
                    <a:pt x="7633" y="8899"/>
                  </a:lnTo>
                  <a:cubicBezTo>
                    <a:pt x="5701" y="9216"/>
                    <a:pt x="4434" y="10134"/>
                    <a:pt x="4434" y="11243"/>
                  </a:cubicBezTo>
                  <a:lnTo>
                    <a:pt x="4434" y="11908"/>
                  </a:lnTo>
                  <a:lnTo>
                    <a:pt x="13713" y="11908"/>
                  </a:lnTo>
                  <a:lnTo>
                    <a:pt x="13713" y="11243"/>
                  </a:lnTo>
                  <a:cubicBezTo>
                    <a:pt x="13713" y="10704"/>
                    <a:pt x="13428" y="10229"/>
                    <a:pt x="12953" y="9849"/>
                  </a:cubicBezTo>
                  <a:lnTo>
                    <a:pt x="12953" y="9849"/>
                  </a:lnTo>
                  <a:cubicBezTo>
                    <a:pt x="13428" y="10103"/>
                    <a:pt x="13998" y="10261"/>
                    <a:pt x="14568" y="10261"/>
                  </a:cubicBezTo>
                  <a:cubicBezTo>
                    <a:pt x="16373" y="10261"/>
                    <a:pt x="17862" y="8836"/>
                    <a:pt x="17988" y="7062"/>
                  </a:cubicBezTo>
                  <a:lnTo>
                    <a:pt x="17988" y="6841"/>
                  </a:lnTo>
                  <a:lnTo>
                    <a:pt x="15550" y="2597"/>
                  </a:lnTo>
                  <a:cubicBezTo>
                    <a:pt x="15677" y="2407"/>
                    <a:pt x="15772" y="2185"/>
                    <a:pt x="15772" y="1932"/>
                  </a:cubicBezTo>
                  <a:cubicBezTo>
                    <a:pt x="15772" y="1330"/>
                    <a:pt x="15297" y="855"/>
                    <a:pt x="14695" y="855"/>
                  </a:cubicBezTo>
                  <a:lnTo>
                    <a:pt x="11306" y="855"/>
                  </a:lnTo>
                  <a:cubicBezTo>
                    <a:pt x="11243" y="380"/>
                    <a:pt x="10831" y="0"/>
                    <a:pt x="10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35"/>
            <p:cNvSpPr/>
            <p:nvPr/>
          </p:nvSpPr>
          <p:spPr>
            <a:xfrm>
              <a:off x="3240350" y="3788925"/>
              <a:ext cx="198750" cy="45175"/>
            </a:xfrm>
            <a:custGeom>
              <a:rect b="b" l="l" r="r" t="t"/>
              <a:pathLst>
                <a:path extrusionOk="0" h="1807" w="7950">
                  <a:moveTo>
                    <a:pt x="3959" y="1"/>
                  </a:moveTo>
                  <a:cubicBezTo>
                    <a:pt x="1774" y="1"/>
                    <a:pt x="0" y="793"/>
                    <a:pt x="0" y="1806"/>
                  </a:cubicBezTo>
                  <a:lnTo>
                    <a:pt x="7949" y="1806"/>
                  </a:lnTo>
                  <a:cubicBezTo>
                    <a:pt x="7949" y="793"/>
                    <a:pt x="6176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35"/>
            <p:cNvSpPr/>
            <p:nvPr/>
          </p:nvSpPr>
          <p:spPr>
            <a:xfrm>
              <a:off x="3319525" y="3620300"/>
              <a:ext cx="39600" cy="190825"/>
            </a:xfrm>
            <a:custGeom>
              <a:rect b="b" l="l" r="r" t="t"/>
              <a:pathLst>
                <a:path extrusionOk="0" h="7633" w="1584">
                  <a:moveTo>
                    <a:pt x="0" y="0"/>
                  </a:moveTo>
                  <a:lnTo>
                    <a:pt x="0" y="7633"/>
                  </a:lnTo>
                  <a:lnTo>
                    <a:pt x="1583" y="7633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35"/>
            <p:cNvSpPr/>
            <p:nvPr/>
          </p:nvSpPr>
          <p:spPr>
            <a:xfrm>
              <a:off x="3188875" y="3591000"/>
              <a:ext cx="301675" cy="20625"/>
            </a:xfrm>
            <a:custGeom>
              <a:rect b="b" l="l" r="r" t="t"/>
              <a:pathLst>
                <a:path extrusionOk="0" h="825" w="12067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655" y="824"/>
                  </a:lnTo>
                  <a:cubicBezTo>
                    <a:pt x="11877" y="824"/>
                    <a:pt x="12067" y="634"/>
                    <a:pt x="12067" y="412"/>
                  </a:cubicBezTo>
                  <a:cubicBezTo>
                    <a:pt x="12067" y="191"/>
                    <a:pt x="11877" y="1"/>
                    <a:pt x="116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35"/>
            <p:cNvSpPr/>
            <p:nvPr/>
          </p:nvSpPr>
          <p:spPr>
            <a:xfrm>
              <a:off x="3300500" y="3569625"/>
              <a:ext cx="78425" cy="63375"/>
            </a:xfrm>
            <a:custGeom>
              <a:rect b="b" l="l" r="r" t="t"/>
              <a:pathLst>
                <a:path extrusionOk="0" h="2535" w="3137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2249"/>
                  </a:lnTo>
                  <a:cubicBezTo>
                    <a:pt x="1" y="2408"/>
                    <a:pt x="128" y="2534"/>
                    <a:pt x="286" y="2534"/>
                  </a:cubicBezTo>
                  <a:lnTo>
                    <a:pt x="2851" y="2534"/>
                  </a:lnTo>
                  <a:cubicBezTo>
                    <a:pt x="3010" y="2534"/>
                    <a:pt x="3136" y="2408"/>
                    <a:pt x="3136" y="2249"/>
                  </a:cubicBezTo>
                  <a:lnTo>
                    <a:pt x="3136" y="286"/>
                  </a:lnTo>
                  <a:cubicBezTo>
                    <a:pt x="3136" y="127"/>
                    <a:pt x="3010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35"/>
            <p:cNvSpPr/>
            <p:nvPr/>
          </p:nvSpPr>
          <p:spPr>
            <a:xfrm>
              <a:off x="3408175" y="3608425"/>
              <a:ext cx="137800" cy="184500"/>
            </a:xfrm>
            <a:custGeom>
              <a:rect b="b" l="l" r="r" t="t"/>
              <a:pathLst>
                <a:path extrusionOk="0" h="7380" w="5512">
                  <a:moveTo>
                    <a:pt x="2756" y="729"/>
                  </a:moveTo>
                  <a:lnTo>
                    <a:pt x="4878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3" y="2376"/>
                  </a:lnTo>
                  <a:lnTo>
                    <a:pt x="1" y="4782"/>
                  </a:lnTo>
                  <a:cubicBezTo>
                    <a:pt x="96" y="6239"/>
                    <a:pt x="1299" y="7379"/>
                    <a:pt x="2756" y="7379"/>
                  </a:cubicBezTo>
                  <a:cubicBezTo>
                    <a:pt x="4213" y="7379"/>
                    <a:pt x="5416" y="6239"/>
                    <a:pt x="5511" y="4782"/>
                  </a:cubicBezTo>
                  <a:lnTo>
                    <a:pt x="4150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35"/>
            <p:cNvSpPr/>
            <p:nvPr/>
          </p:nvSpPr>
          <p:spPr>
            <a:xfrm>
              <a:off x="3129500" y="3608425"/>
              <a:ext cx="137775" cy="184500"/>
            </a:xfrm>
            <a:custGeom>
              <a:rect b="b" l="l" r="r" t="t"/>
              <a:pathLst>
                <a:path extrusionOk="0" h="7380" w="5511">
                  <a:moveTo>
                    <a:pt x="2756" y="729"/>
                  </a:moveTo>
                  <a:lnTo>
                    <a:pt x="4877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2" y="2376"/>
                  </a:lnTo>
                  <a:lnTo>
                    <a:pt x="0" y="4782"/>
                  </a:lnTo>
                  <a:cubicBezTo>
                    <a:pt x="95" y="6239"/>
                    <a:pt x="1299" y="7379"/>
                    <a:pt x="2756" y="7379"/>
                  </a:cubicBezTo>
                  <a:cubicBezTo>
                    <a:pt x="4212" y="7379"/>
                    <a:pt x="5416" y="6239"/>
                    <a:pt x="5511" y="4782"/>
                  </a:cubicBezTo>
                  <a:lnTo>
                    <a:pt x="4117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6" name="Google Shape;1556;p35"/>
          <p:cNvSpPr txBox="1"/>
          <p:nvPr/>
        </p:nvSpPr>
        <p:spPr>
          <a:xfrm>
            <a:off x="749000" y="22190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Dela Gothic One"/>
                <a:ea typeface="Dela Gothic One"/>
                <a:cs typeface="Dela Gothic One"/>
                <a:sym typeface="Dela Gothic One"/>
              </a:rPr>
              <a:t>Образование </a:t>
            </a:r>
            <a:endParaRPr sz="2500">
              <a:latin typeface="Dela Gothic One"/>
              <a:ea typeface="Dela Gothic One"/>
              <a:cs typeface="Dela Gothic One"/>
              <a:sym typeface="Dela Gothic One"/>
            </a:endParaRPr>
          </a:p>
        </p:txBody>
      </p:sp>
      <p:sp>
        <p:nvSpPr>
          <p:cNvPr id="1557" name="Google Shape;1557;p35"/>
          <p:cNvSpPr txBox="1"/>
          <p:nvPr/>
        </p:nvSpPr>
        <p:spPr>
          <a:xfrm>
            <a:off x="138300" y="1223350"/>
            <a:ext cx="22080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Уральский государственный горный университет (УГГУ)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58" name="Google Shape;1558;p35"/>
          <p:cNvSpPr txBox="1"/>
          <p:nvPr/>
        </p:nvSpPr>
        <p:spPr>
          <a:xfrm>
            <a:off x="103975" y="2572975"/>
            <a:ext cx="22080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Уральский федеральный университет имени Б. Н. Ельцина (УрФУ)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59" name="Google Shape;1559;p35"/>
          <p:cNvSpPr txBox="1"/>
          <p:nvPr/>
        </p:nvSpPr>
        <p:spPr>
          <a:xfrm>
            <a:off x="294300" y="3589300"/>
            <a:ext cx="18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A0A0A"/>
                </a:solidFill>
                <a:latin typeface="Montserrat"/>
                <a:ea typeface="Montserrat"/>
                <a:cs typeface="Montserrat"/>
                <a:sym typeface="Montserrat"/>
              </a:rPr>
              <a:t>Технический университет “УГМК”</a:t>
            </a:r>
            <a:endParaRPr>
              <a:solidFill>
                <a:srgbClr val="0A0A0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0" name="Google Shape;1560;p35"/>
          <p:cNvSpPr txBox="1"/>
          <p:nvPr/>
        </p:nvSpPr>
        <p:spPr>
          <a:xfrm>
            <a:off x="6998600" y="1447900"/>
            <a:ext cx="1887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Южно-Уральский государственный университет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1" name="Google Shape;1561;p35"/>
          <p:cNvSpPr txBox="1"/>
          <p:nvPr/>
        </p:nvSpPr>
        <p:spPr>
          <a:xfrm>
            <a:off x="6994100" y="2462088"/>
            <a:ext cx="1896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Нижнетагильский технологический институт</a:t>
            </a:r>
            <a:endParaRPr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(филиал УрФУ)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