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4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5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6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Ликсутов оценил эффект продления Троицкой линии для москвичей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Бернар Арно раскритиковал идею о налоге на богатство во Франции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Министр экономики призвала к «оздоровлению» Германии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Глава РСПП Шохин предложил способ использовать заблокированные активы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Шохин спрогнозировал снижение ставки «маленькими шажками»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ЕК раскрыла число компаний, против которых введут санкции из-за России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Ростовской области планируют вызвать искусственные дожди из-за засухи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Урожайные технологии: как российский АПК развивает селекцию и генетику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Россия увеличила импорт авто из Южной Кореи до максимума с 2021 года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Глава Роскомнадзора раскрыл ожидаемый доход от сборов за интернет-рекламу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Силуанов назвал ключевую ставку, заложенную в бюджет на 2026 год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Минфине назвали «решающий фактор» для рубля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назвал лидерам думских фракций приоритеты для государства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Politico раскрыло, как Польша «душит» экономику Евросоюза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Силуанов назвал принцип определения цены на продажу Домодедово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Собянин назвал проблемой страховые выплаты за нежелающих работать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Силуанов анонсировал снижение зависимости бюджета от нефти по $1 в год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Какие страны признали статус Палестины. Карта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США объявили о крупнейшей сделке с Казахстаном по локомотивам на $4 млрд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дал российское гражданство бывшей помощнице Байдена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Главы МВД России и Таджикистана утвердили план совместной работы ведомств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Туск назвал поддержку НАТО условием уничтожения Польшей воздушных целей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Молдавии прошли 250 обысков по делу о попытке влияния России на выборы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означает российское предложение о добровольном соблюдении ДСНВ Россия готова соблюдать договор минимум до 5 февраля 2027 года, но при одном условии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Зеленский внес в Раду законопроект об отправке военных за границу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Иностранцам продлили разрешение платить за газ не только в Газпромбанке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Великобритания сняла санкции с дочери Евтушенкова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Fox News узнал о письме ХАМАС Трампу с условиями перемирия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ТАСС узнал о предложении России к Индии локализовать производство Су-57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Комитет Госдумы поддержал ипотечные каникулы для многодетных семей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России за шпионаж арестовали иностранца по фамилии Чижен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Энергодаре при атаке дрона ВСУ тяжело ранен коммунальщик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ФСБ задержала россиянина из-за призывов к насилию над чиновниками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EUobserver раскрыл, как новые санкции ЕС против России затронут туризм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«Без амнистии»: протесты в Бразилии против помилования экс-президента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МИД заявили, что не поддержат гражданина стран Запада в генсеки ООН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Reuters узнал, что Россия обратилась к ИКАО ради смягчения авиасанкций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Мэр Ялты попросит Аксенова ввести режим ЧС после атаки ВСУ на Форос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Пресс-секретарь опроверг данные о нахождении Сальдо в «Форосе» при ударе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Пресс-секретарь опроверг данные о нахождении Сальдо в «Форосе» при ударе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МИД рекомендовал «евротройке» вернуться к переговорам по Ирану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поручил отслеживать усиление американской ПРО на земле и в космосе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Какие страны готовятся признать Палестину на Генассамблее ООН Это решение уже приняли власти Канады, Великобритании, Австралии и Португалии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заявил, что Россия не заинтересована в продолжении гонки вооружений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предупредил о готовности России ответить на угрозы «не на словах»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заявил о готовности России придерживаться ДСНВ год после истечения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Астраханский губернатор назвал главную цель атаки дронов в регионе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заявил о деградации стратегической стабильности в мире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Путин начал заседание Совбеза, где должен выступить с важными заявлениями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 Молдавии сняли с эфира комедию «Иван Васильевич» из-за «милитаризма»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Эстония заявила о готовности доказать нарушение воздушного пространства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Среди упавших в Польше дронов не нашли БПЛА с боевой частью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