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Новак объяснил решение ОПЕК+ увеличить добычу нефти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 США заявили о риске для экономики из-за «безрассудных» действий Трампа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Трутнев рассказал, сколько соглашений заключили на ВЭФ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Белый дом ответил на вопрос о санкциях после новых ударов по Украине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Суд выписал Слепакову штраф из-за неоплаты штрафа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NYT рассказала о пожилых американцах в рядах ВСУ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